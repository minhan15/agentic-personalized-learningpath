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31"/>
  </p:notesMasterIdLst>
  <p:handoutMasterIdLst>
    <p:handoutMasterId r:id="rId32"/>
  </p:handoutMasterIdLst>
  <p:sldIdLst>
    <p:sldId id="452" r:id="rId5"/>
    <p:sldId id="404" r:id="rId6"/>
    <p:sldId id="410" r:id="rId7"/>
    <p:sldId id="448" r:id="rId8"/>
    <p:sldId id="451" r:id="rId9"/>
    <p:sldId id="414" r:id="rId10"/>
    <p:sldId id="411" r:id="rId11"/>
    <p:sldId id="412" r:id="rId12"/>
    <p:sldId id="443" r:id="rId13"/>
    <p:sldId id="446" r:id="rId14"/>
    <p:sldId id="420" r:id="rId15"/>
    <p:sldId id="419" r:id="rId16"/>
    <p:sldId id="423" r:id="rId17"/>
    <p:sldId id="422" r:id="rId18"/>
    <p:sldId id="426" r:id="rId19"/>
    <p:sldId id="425" r:id="rId20"/>
    <p:sldId id="429" r:id="rId21"/>
    <p:sldId id="428" r:id="rId22"/>
    <p:sldId id="432" r:id="rId23"/>
    <p:sldId id="431" r:id="rId24"/>
    <p:sldId id="444" r:id="rId25"/>
    <p:sldId id="436" r:id="rId26"/>
    <p:sldId id="447" r:id="rId27"/>
    <p:sldId id="435" r:id="rId28"/>
    <p:sldId id="439" r:id="rId29"/>
    <p:sldId id="438" r:id="rId3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09A2BE3-2D0E-4BDF-9E7B-B5B14B6C6981}">
          <p14:sldIdLst>
            <p14:sldId id="452"/>
            <p14:sldId id="404"/>
          </p14:sldIdLst>
        </p14:section>
        <p14:section name="Grouping" id="{C10331E8-94F3-4571-BA73-F8D592D4BA90}">
          <p14:sldIdLst>
            <p14:sldId id="410"/>
            <p14:sldId id="448"/>
            <p14:sldId id="451"/>
            <p14:sldId id="414"/>
            <p14:sldId id="411"/>
            <p14:sldId id="412"/>
          </p14:sldIdLst>
        </p14:section>
        <p14:section name="Aggregate Functions" id="{5E22B127-A980-48CE-9AF6-18AD37C5521D}">
          <p14:sldIdLst>
            <p14:sldId id="443"/>
            <p14:sldId id="446"/>
            <p14:sldId id="420"/>
            <p14:sldId id="419"/>
            <p14:sldId id="423"/>
            <p14:sldId id="422"/>
            <p14:sldId id="426"/>
            <p14:sldId id="425"/>
            <p14:sldId id="429"/>
            <p14:sldId id="428"/>
            <p14:sldId id="432"/>
            <p14:sldId id="431"/>
          </p14:sldIdLst>
        </p14:section>
        <p14:section name="Having" id="{2EAC9775-B3C6-4DBE-ABC8-6E6F3BAAAEB2}">
          <p14:sldIdLst>
            <p14:sldId id="444"/>
            <p14:sldId id="436"/>
            <p14:sldId id="447"/>
            <p14:sldId id="435"/>
          </p14:sldIdLst>
        </p14:section>
        <p14:section name="Conclusion" id="{7587B953-7D9E-4BF6-8429-6E9B0BBD8E77}">
          <p14:sldIdLst>
            <p14:sldId id="439"/>
            <p14:sldId id="438"/>
          </p14:sldIdLst>
        </p14:section>
      </p14:sectionLst>
    </p:ext>
    <p:ext uri="{EFAFB233-063F-42B5-8137-9DF3F51BA10A}">
      <p15:sldGuideLst xmlns:p15="http://schemas.microsoft.com/office/powerpoint/2012/main">
        <p15:guide id="1" orient="horz" pos="2160" userDrawn="1">
          <p15:clr>
            <a:srgbClr val="A4A3A4"/>
          </p15:clr>
        </p15:guide>
        <p15:guide id="5" pos="383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ftUniLector" initials="S" lastIdx="1" clrIdx="0">
    <p:extLst>
      <p:ext uri="{19B8F6BF-5375-455C-9EA6-DF929625EA0E}">
        <p15:presenceInfo xmlns:p15="http://schemas.microsoft.com/office/powerpoint/2012/main" userId="SoftUniLec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1711"/>
    <a:srgbClr val="7C7154"/>
    <a:srgbClr val="F3BE60"/>
    <a:srgbClr val="00B050"/>
    <a:srgbClr val="613306"/>
    <a:srgbClr val="371D03"/>
    <a:srgbClr val="482604"/>
    <a:srgbClr val="FFF0D9"/>
    <a:srgbClr val="C6C0AA"/>
    <a:srgbClr val="7030A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0F0F94-FB3D-4197-A83F-E15B82F891A6}" v="1" dt="2025-05-06T21:29:03.1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98" autoAdjust="0"/>
    <p:restoredTop sz="78413" autoAdjust="0"/>
  </p:normalViewPr>
  <p:slideViewPr>
    <p:cSldViewPr>
      <p:cViewPr varScale="1">
        <p:scale>
          <a:sx n="95" d="100"/>
          <a:sy n="95" d="100"/>
        </p:scale>
        <p:origin x="240" y="72"/>
      </p:cViewPr>
      <p:guideLst>
        <p:guide orient="horz" pos="2160"/>
        <p:guide pos="3839"/>
      </p:guideLst>
    </p:cSldViewPr>
  </p:slideViewPr>
  <p:outlineViewPr>
    <p:cViewPr>
      <p:scale>
        <a:sx n="33" d="100"/>
        <a:sy n="33" d="100"/>
      </p:scale>
      <p:origin x="0" y="-6192"/>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64" d="100"/>
          <a:sy n="64" d="100"/>
        </p:scale>
        <p:origin x="2592" y="6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 Ly Minh" userId="901a9585-0bad-4e98-9c58-38fecc165e20" providerId="ADAL" clId="{D40F0F94-FB3D-4197-A83F-E15B82F891A6}"/>
    <pc:docChg chg="undo custSel modSld">
      <pc:chgData name="An Ly Minh" userId="901a9585-0bad-4e98-9c58-38fecc165e20" providerId="ADAL" clId="{D40F0F94-FB3D-4197-A83F-E15B82F891A6}" dt="2025-05-06T21:30:03.914" v="36" actId="12385"/>
      <pc:docMkLst>
        <pc:docMk/>
      </pc:docMkLst>
      <pc:sldChg chg="delSp mod">
        <pc:chgData name="An Ly Minh" userId="901a9585-0bad-4e98-9c58-38fecc165e20" providerId="ADAL" clId="{D40F0F94-FB3D-4197-A83F-E15B82F891A6}" dt="2025-05-06T21:27:40.646" v="3" actId="478"/>
        <pc:sldMkLst>
          <pc:docMk/>
          <pc:sldMk cId="2070578743" sldId="410"/>
        </pc:sldMkLst>
        <pc:spChg chg="del">
          <ac:chgData name="An Ly Minh" userId="901a9585-0bad-4e98-9c58-38fecc165e20" providerId="ADAL" clId="{D40F0F94-FB3D-4197-A83F-E15B82F891A6}" dt="2025-05-06T21:27:40.646" v="3" actId="478"/>
          <ac:spMkLst>
            <pc:docMk/>
            <pc:sldMk cId="2070578743" sldId="410"/>
            <ac:spMk id="17" creationId="{B75CE52D-002D-4D5C-AE41-F608346517F6}"/>
          </ac:spMkLst>
        </pc:spChg>
        <pc:picChg chg="del">
          <ac:chgData name="An Ly Minh" userId="901a9585-0bad-4e98-9c58-38fecc165e20" providerId="ADAL" clId="{D40F0F94-FB3D-4197-A83F-E15B82F891A6}" dt="2025-05-06T21:27:38.345" v="2" actId="478"/>
          <ac:picMkLst>
            <pc:docMk/>
            <pc:sldMk cId="2070578743" sldId="410"/>
            <ac:picMk id="16" creationId="{759CF9B7-557F-4181-9F8D-266291177C92}"/>
          </ac:picMkLst>
        </pc:picChg>
      </pc:sldChg>
      <pc:sldChg chg="addSp delSp modSp mod modShow">
        <pc:chgData name="An Ly Minh" userId="901a9585-0bad-4e98-9c58-38fecc165e20" providerId="ADAL" clId="{D40F0F94-FB3D-4197-A83F-E15B82F891A6}" dt="2025-05-06T21:30:03.914" v="36" actId="12385"/>
        <pc:sldMkLst>
          <pc:docMk/>
          <pc:sldMk cId="2361346495" sldId="438"/>
        </pc:sldMkLst>
        <pc:spChg chg="mod">
          <ac:chgData name="An Ly Minh" userId="901a9585-0bad-4e98-9c58-38fecc165e20" providerId="ADAL" clId="{D40F0F94-FB3D-4197-A83F-E15B82F891A6}" dt="2025-05-06T21:28:15.172" v="12" actId="1076"/>
          <ac:spMkLst>
            <pc:docMk/>
            <pc:sldMk cId="2361346495" sldId="438"/>
            <ac:spMk id="4" creationId="{00000000-0000-0000-0000-000000000000}"/>
          </ac:spMkLst>
        </pc:spChg>
        <pc:graphicFrameChg chg="add del mod modGraphic">
          <ac:chgData name="An Ly Minh" userId="901a9585-0bad-4e98-9c58-38fecc165e20" providerId="ADAL" clId="{D40F0F94-FB3D-4197-A83F-E15B82F891A6}" dt="2025-05-06T21:30:03.914" v="36" actId="12385"/>
          <ac:graphicFrameMkLst>
            <pc:docMk/>
            <pc:sldMk cId="2361346495" sldId="438"/>
            <ac:graphicFrameMk id="3" creationId="{182A97E4-A153-2BB4-C6EE-0ECB6DCFECD7}"/>
          </ac:graphicFrameMkLst>
        </pc:graphicFrameChg>
        <pc:graphicFrameChg chg="mod modGraphic">
          <ac:chgData name="An Ly Minh" userId="901a9585-0bad-4e98-9c58-38fecc165e20" providerId="ADAL" clId="{D40F0F94-FB3D-4197-A83F-E15B82F891A6}" dt="2025-05-06T21:29:22.553" v="23" actId="1076"/>
          <ac:graphicFrameMkLst>
            <pc:docMk/>
            <pc:sldMk cId="2361346495" sldId="438"/>
            <ac:graphicFrameMk id="9" creationId="{00000000-0000-0000-0000-000000000000}"/>
          </ac:graphicFrameMkLst>
        </pc:graphicFrameChg>
      </pc:sldChg>
      <pc:sldChg chg="delSp mod">
        <pc:chgData name="An Ly Minh" userId="901a9585-0bad-4e98-9c58-38fecc165e20" providerId="ADAL" clId="{D40F0F94-FB3D-4197-A83F-E15B82F891A6}" dt="2025-05-06T21:27:44.226" v="5" actId="478"/>
        <pc:sldMkLst>
          <pc:docMk/>
          <pc:sldMk cId="2779870949" sldId="443"/>
        </pc:sldMkLst>
        <pc:spChg chg="del">
          <ac:chgData name="An Ly Minh" userId="901a9585-0bad-4e98-9c58-38fecc165e20" providerId="ADAL" clId="{D40F0F94-FB3D-4197-A83F-E15B82F891A6}" dt="2025-05-06T21:27:44.226" v="5" actId="478"/>
          <ac:spMkLst>
            <pc:docMk/>
            <pc:sldMk cId="2779870949" sldId="443"/>
            <ac:spMk id="10" creationId="{770D0436-3C68-42DE-8CD6-CCEC648DF26B}"/>
          </ac:spMkLst>
        </pc:spChg>
        <pc:picChg chg="del">
          <ac:chgData name="An Ly Minh" userId="901a9585-0bad-4e98-9c58-38fecc165e20" providerId="ADAL" clId="{D40F0F94-FB3D-4197-A83F-E15B82F891A6}" dt="2025-05-06T21:27:42.949" v="4" actId="478"/>
          <ac:picMkLst>
            <pc:docMk/>
            <pc:sldMk cId="2779870949" sldId="443"/>
            <ac:picMk id="9" creationId="{52B6B310-2E39-469B-8AB3-ABAC0C32D103}"/>
          </ac:picMkLst>
        </pc:picChg>
      </pc:sldChg>
      <pc:sldChg chg="delSp mod">
        <pc:chgData name="An Ly Minh" userId="901a9585-0bad-4e98-9c58-38fecc165e20" providerId="ADAL" clId="{D40F0F94-FB3D-4197-A83F-E15B82F891A6}" dt="2025-05-06T21:27:50.200" v="7" actId="478"/>
        <pc:sldMkLst>
          <pc:docMk/>
          <pc:sldMk cId="1384283940" sldId="444"/>
        </pc:sldMkLst>
        <pc:spChg chg="del">
          <ac:chgData name="An Ly Minh" userId="901a9585-0bad-4e98-9c58-38fecc165e20" providerId="ADAL" clId="{D40F0F94-FB3D-4197-A83F-E15B82F891A6}" dt="2025-05-06T21:27:50.200" v="7" actId="478"/>
          <ac:spMkLst>
            <pc:docMk/>
            <pc:sldMk cId="1384283940" sldId="444"/>
            <ac:spMk id="13" creationId="{5B250B3F-D6BC-4FE8-9FA7-CE5D7436C076}"/>
          </ac:spMkLst>
        </pc:spChg>
        <pc:picChg chg="del">
          <ac:chgData name="An Ly Minh" userId="901a9585-0bad-4e98-9c58-38fecc165e20" providerId="ADAL" clId="{D40F0F94-FB3D-4197-A83F-E15B82F891A6}" dt="2025-05-06T21:27:49.012" v="6" actId="478"/>
          <ac:picMkLst>
            <pc:docMk/>
            <pc:sldMk cId="1384283940" sldId="444"/>
            <ac:picMk id="12" creationId="{E1C0D445-AB15-48A9-A3AF-AFF8C5A0D67E}"/>
          </ac:picMkLst>
        </pc:picChg>
      </pc:sldChg>
      <pc:sldChg chg="delSp mod">
        <pc:chgData name="An Ly Minh" userId="901a9585-0bad-4e98-9c58-38fecc165e20" providerId="ADAL" clId="{D40F0F94-FB3D-4197-A83F-E15B82F891A6}" dt="2025-05-06T21:27:37.053" v="1" actId="478"/>
        <pc:sldMkLst>
          <pc:docMk/>
          <pc:sldMk cId="3215379390" sldId="452"/>
        </pc:sldMkLst>
        <pc:spChg chg="del">
          <ac:chgData name="An Ly Minh" userId="901a9585-0bad-4e98-9c58-38fecc165e20" providerId="ADAL" clId="{D40F0F94-FB3D-4197-A83F-E15B82F891A6}" dt="2025-05-06T21:27:37.053" v="1" actId="478"/>
          <ac:spMkLst>
            <pc:docMk/>
            <pc:sldMk cId="3215379390" sldId="452"/>
            <ac:spMk id="23" creationId="{8871D47B-7FDF-463A-8DF2-CC1469C9E4C4}"/>
          </ac:spMkLst>
        </pc:spChg>
        <pc:picChg chg="del">
          <ac:chgData name="An Ly Minh" userId="901a9585-0bad-4e98-9c58-38fecc165e20" providerId="ADAL" clId="{D40F0F94-FB3D-4197-A83F-E15B82F891A6}" dt="2025-05-06T21:27:35.040" v="0" actId="478"/>
          <ac:picMkLst>
            <pc:docMk/>
            <pc:sldMk cId="3215379390" sldId="452"/>
            <ac:picMk id="22" creationId="{C8CD4748-DAFC-409C-B6D4-903608F6844B}"/>
          </ac:picMkLst>
        </pc:picChg>
      </pc:sldChg>
    </pc:docChg>
  </pc:docChgLst>
  <pc:docChgLst>
    <pc:chgData name="An Ly Minh" userId="S::an.ly@orientsoftware.com::901a9585-0bad-4e98-9c58-38fecc165e20" providerId="AD" clId="Web-{DBCD5A47-2038-938D-A584-BFB5F1474D6E}"/>
    <pc:docChg chg="mod">
      <pc:chgData name="An Ly Minh" userId="S::an.ly@orientsoftware.com::901a9585-0bad-4e98-9c58-38fecc165e20" providerId="AD" clId="Web-{DBCD5A47-2038-938D-A584-BFB5F1474D6E}" dt="2023-01-10T03:05:36.917" v="0" actId="33475"/>
      <pc:docMkLst>
        <pc:docMk/>
      </pc:docMkLst>
    </pc:docChg>
  </pc:docChgLst>
  <pc:docChgLst>
    <pc:chgData name="Thanh Ho Hoang" userId="bdaa2ca6-9388-4c5e-9437-595bc402494c" providerId="ADAL" clId="{07A5DC23-27F4-4DA8-A529-26B0ABEE0DB7}"/>
    <pc:docChg chg="undo custSel delSld modSld sldOrd modMainMaster modSection">
      <pc:chgData name="Thanh Ho Hoang" userId="bdaa2ca6-9388-4c5e-9437-595bc402494c" providerId="ADAL" clId="{07A5DC23-27F4-4DA8-A529-26B0ABEE0DB7}" dt="2021-12-29T07:57:22.310" v="771"/>
      <pc:docMkLst>
        <pc:docMk/>
      </pc:docMkLst>
      <pc:sldChg chg="addSp delSp modSp">
        <pc:chgData name="Thanh Ho Hoang" userId="bdaa2ca6-9388-4c5e-9437-595bc402494c" providerId="ADAL" clId="{07A5DC23-27F4-4DA8-A529-26B0ABEE0DB7}" dt="2021-12-28T12:15:25.243" v="193" actId="2711"/>
        <pc:sldMkLst>
          <pc:docMk/>
          <pc:sldMk cId="3132167009" sldId="404"/>
        </pc:sldMkLst>
      </pc:sldChg>
      <pc:sldChg chg="del">
        <pc:chgData name="Thanh Ho Hoang" userId="bdaa2ca6-9388-4c5e-9437-595bc402494c" providerId="ADAL" clId="{07A5DC23-27F4-4DA8-A529-26B0ABEE0DB7}" dt="2021-12-28T11:54:54.491" v="34" actId="2696"/>
        <pc:sldMkLst>
          <pc:docMk/>
          <pc:sldMk cId="2040835360" sldId="405"/>
        </pc:sldMkLst>
      </pc:sldChg>
      <pc:sldChg chg="addSp delSp modSp">
        <pc:chgData name="Thanh Ho Hoang" userId="bdaa2ca6-9388-4c5e-9437-595bc402494c" providerId="ADAL" clId="{07A5DC23-27F4-4DA8-A529-26B0ABEE0DB7}" dt="2021-12-28T12:15:32.131" v="194" actId="113"/>
        <pc:sldMkLst>
          <pc:docMk/>
          <pc:sldMk cId="2070578743" sldId="410"/>
        </pc:sldMkLst>
      </pc:sldChg>
      <pc:sldChg chg="addSp delSp modSp">
        <pc:chgData name="Thanh Ho Hoang" userId="bdaa2ca6-9388-4c5e-9437-595bc402494c" providerId="ADAL" clId="{07A5DC23-27F4-4DA8-A529-26B0ABEE0DB7}" dt="2021-12-28T12:23:33.294" v="293" actId="1076"/>
        <pc:sldMkLst>
          <pc:docMk/>
          <pc:sldMk cId="588000928" sldId="411"/>
        </pc:sldMkLst>
      </pc:sldChg>
      <pc:sldChg chg="addSp delSp modSp">
        <pc:chgData name="Thanh Ho Hoang" userId="bdaa2ca6-9388-4c5e-9437-595bc402494c" providerId="ADAL" clId="{07A5DC23-27F4-4DA8-A529-26B0ABEE0DB7}" dt="2021-12-28T12:23:13.846" v="290" actId="1076"/>
        <pc:sldMkLst>
          <pc:docMk/>
          <pc:sldMk cId="179794034" sldId="412"/>
        </pc:sldMkLst>
      </pc:sldChg>
      <pc:sldChg chg="addSp delSp modSp modAnim">
        <pc:chgData name="Thanh Ho Hoang" userId="bdaa2ca6-9388-4c5e-9437-595bc402494c" providerId="ADAL" clId="{07A5DC23-27F4-4DA8-A529-26B0ABEE0DB7}" dt="2021-12-28T12:20:15.943" v="236" actId="20577"/>
        <pc:sldMkLst>
          <pc:docMk/>
          <pc:sldMk cId="1985548227" sldId="414"/>
        </pc:sldMkLst>
      </pc:sldChg>
      <pc:sldChg chg="addSp delSp modSp">
        <pc:chgData name="Thanh Ho Hoang" userId="bdaa2ca6-9388-4c5e-9437-595bc402494c" providerId="ADAL" clId="{07A5DC23-27F4-4DA8-A529-26B0ABEE0DB7}" dt="2021-12-29T07:39:21.722" v="569" actId="1076"/>
        <pc:sldMkLst>
          <pc:docMk/>
          <pc:sldMk cId="963602004" sldId="419"/>
        </pc:sldMkLst>
      </pc:sldChg>
      <pc:sldChg chg="addSp delSp modSp">
        <pc:chgData name="Thanh Ho Hoang" userId="bdaa2ca6-9388-4c5e-9437-595bc402494c" providerId="ADAL" clId="{07A5DC23-27F4-4DA8-A529-26B0ABEE0DB7}" dt="2021-12-29T07:37:28.710" v="543" actId="255"/>
        <pc:sldMkLst>
          <pc:docMk/>
          <pc:sldMk cId="2076844235" sldId="420"/>
        </pc:sldMkLst>
      </pc:sldChg>
      <pc:sldChg chg="addSp delSp modSp">
        <pc:chgData name="Thanh Ho Hoang" userId="bdaa2ca6-9388-4c5e-9437-595bc402494c" providerId="ADAL" clId="{07A5DC23-27F4-4DA8-A529-26B0ABEE0DB7}" dt="2021-12-29T07:35:21.374" v="536" actId="20577"/>
        <pc:sldMkLst>
          <pc:docMk/>
          <pc:sldMk cId="662523639" sldId="422"/>
        </pc:sldMkLst>
      </pc:sldChg>
      <pc:sldChg chg="addSp delSp modSp">
        <pc:chgData name="Thanh Ho Hoang" userId="bdaa2ca6-9388-4c5e-9437-595bc402494c" providerId="ADAL" clId="{07A5DC23-27F4-4DA8-A529-26B0ABEE0DB7}" dt="2021-12-29T07:37:11.278" v="542" actId="207"/>
        <pc:sldMkLst>
          <pc:docMk/>
          <pc:sldMk cId="3411620868" sldId="423"/>
        </pc:sldMkLst>
      </pc:sldChg>
      <pc:sldChg chg="addSp delSp modSp">
        <pc:chgData name="Thanh Ho Hoang" userId="bdaa2ca6-9388-4c5e-9437-595bc402494c" providerId="ADAL" clId="{07A5DC23-27F4-4DA8-A529-26B0ABEE0DB7}" dt="2021-12-29T07:33:46.152" v="495" actId="5793"/>
        <pc:sldMkLst>
          <pc:docMk/>
          <pc:sldMk cId="3179472024" sldId="425"/>
        </pc:sldMkLst>
      </pc:sldChg>
      <pc:sldChg chg="addSp delSp modSp">
        <pc:chgData name="Thanh Ho Hoang" userId="bdaa2ca6-9388-4c5e-9437-595bc402494c" providerId="ADAL" clId="{07A5DC23-27F4-4DA8-A529-26B0ABEE0DB7}" dt="2021-12-29T07:28:44.303" v="364" actId="1076"/>
        <pc:sldMkLst>
          <pc:docMk/>
          <pc:sldMk cId="2070775557" sldId="426"/>
        </pc:sldMkLst>
      </pc:sldChg>
      <pc:sldChg chg="addSp delSp modSp">
        <pc:chgData name="Thanh Ho Hoang" userId="bdaa2ca6-9388-4c5e-9437-595bc402494c" providerId="ADAL" clId="{07A5DC23-27F4-4DA8-A529-26B0ABEE0DB7}" dt="2021-12-29T07:32:28.794" v="375" actId="5793"/>
        <pc:sldMkLst>
          <pc:docMk/>
          <pc:sldMk cId="2038406291" sldId="428"/>
        </pc:sldMkLst>
      </pc:sldChg>
      <pc:sldChg chg="addSp delSp modSp">
        <pc:chgData name="Thanh Ho Hoang" userId="bdaa2ca6-9388-4c5e-9437-595bc402494c" providerId="ADAL" clId="{07A5DC23-27F4-4DA8-A529-26B0ABEE0DB7}" dt="2021-12-29T07:27:54.651" v="355" actId="1076"/>
        <pc:sldMkLst>
          <pc:docMk/>
          <pc:sldMk cId="1865239187" sldId="429"/>
        </pc:sldMkLst>
      </pc:sldChg>
      <pc:sldChg chg="addSp delSp modSp">
        <pc:chgData name="Thanh Ho Hoang" userId="bdaa2ca6-9388-4c5e-9437-595bc402494c" providerId="ADAL" clId="{07A5DC23-27F4-4DA8-A529-26B0ABEE0DB7}" dt="2021-12-29T07:32:57.559" v="413" actId="5793"/>
        <pc:sldMkLst>
          <pc:docMk/>
          <pc:sldMk cId="2947010362" sldId="431"/>
        </pc:sldMkLst>
      </pc:sldChg>
      <pc:sldChg chg="addSp delSp modSp">
        <pc:chgData name="Thanh Ho Hoang" userId="bdaa2ca6-9388-4c5e-9437-595bc402494c" providerId="ADAL" clId="{07A5DC23-27F4-4DA8-A529-26B0ABEE0DB7}" dt="2021-12-29T07:24:35.113" v="347" actId="255"/>
        <pc:sldMkLst>
          <pc:docMk/>
          <pc:sldMk cId="938081371" sldId="432"/>
        </pc:sldMkLst>
      </pc:sldChg>
      <pc:sldChg chg="addSp delSp modSp">
        <pc:chgData name="Thanh Ho Hoang" userId="bdaa2ca6-9388-4c5e-9437-595bc402494c" providerId="ADAL" clId="{07A5DC23-27F4-4DA8-A529-26B0ABEE0DB7}" dt="2021-12-29T07:50:44.708" v="621" actId="20577"/>
        <pc:sldMkLst>
          <pc:docMk/>
          <pc:sldMk cId="3447122806" sldId="435"/>
        </pc:sldMkLst>
      </pc:sldChg>
      <pc:sldChg chg="addSp delSp modSp">
        <pc:chgData name="Thanh Ho Hoang" userId="bdaa2ca6-9388-4c5e-9437-595bc402494c" providerId="ADAL" clId="{07A5DC23-27F4-4DA8-A529-26B0ABEE0DB7}" dt="2021-12-29T07:44:33.856" v="583" actId="1076"/>
        <pc:sldMkLst>
          <pc:docMk/>
          <pc:sldMk cId="554425303" sldId="436"/>
        </pc:sldMkLst>
      </pc:sldChg>
      <pc:sldChg chg="ord">
        <pc:chgData name="Thanh Ho Hoang" userId="bdaa2ca6-9388-4c5e-9437-595bc402494c" providerId="ADAL" clId="{07A5DC23-27F4-4DA8-A529-26B0ABEE0DB7}" dt="2021-12-29T07:57:22.310" v="771"/>
        <pc:sldMkLst>
          <pc:docMk/>
          <pc:sldMk cId="2361346495" sldId="438"/>
        </pc:sldMkLst>
      </pc:sldChg>
      <pc:sldChg chg="addSp delSp modSp modAnim">
        <pc:chgData name="Thanh Ho Hoang" userId="bdaa2ca6-9388-4c5e-9437-595bc402494c" providerId="ADAL" clId="{07A5DC23-27F4-4DA8-A529-26B0ABEE0DB7}" dt="2021-12-29T07:53:44.980" v="770" actId="1076"/>
        <pc:sldMkLst>
          <pc:docMk/>
          <pc:sldMk cId="1669185028" sldId="439"/>
        </pc:sldMkLst>
      </pc:sldChg>
      <pc:sldChg chg="del">
        <pc:chgData name="Thanh Ho Hoang" userId="bdaa2ca6-9388-4c5e-9437-595bc402494c" providerId="ADAL" clId="{07A5DC23-27F4-4DA8-A529-26B0ABEE0DB7}" dt="2021-12-28T11:56:15.259" v="37" actId="2696"/>
        <pc:sldMkLst>
          <pc:docMk/>
          <pc:sldMk cId="4007765886" sldId="441"/>
        </pc:sldMkLst>
      </pc:sldChg>
      <pc:sldChg chg="del">
        <pc:chgData name="Thanh Ho Hoang" userId="bdaa2ca6-9388-4c5e-9437-595bc402494c" providerId="ADAL" clId="{07A5DC23-27F4-4DA8-A529-26B0ABEE0DB7}" dt="2021-12-28T11:56:21.991" v="38" actId="2696"/>
        <pc:sldMkLst>
          <pc:docMk/>
          <pc:sldMk cId="2685583827" sldId="442"/>
        </pc:sldMkLst>
      </pc:sldChg>
      <pc:sldChg chg="addSp delSp modSp">
        <pc:chgData name="Thanh Ho Hoang" userId="bdaa2ca6-9388-4c5e-9437-595bc402494c" providerId="ADAL" clId="{07A5DC23-27F4-4DA8-A529-26B0ABEE0DB7}" dt="2021-12-28T12:23:38.921" v="294" actId="113"/>
        <pc:sldMkLst>
          <pc:docMk/>
          <pc:sldMk cId="2779870949" sldId="443"/>
        </pc:sldMkLst>
      </pc:sldChg>
      <pc:sldChg chg="addSp delSp modSp">
        <pc:chgData name="Thanh Ho Hoang" userId="bdaa2ca6-9388-4c5e-9437-595bc402494c" providerId="ADAL" clId="{07A5DC23-27F4-4DA8-A529-26B0ABEE0DB7}" dt="2021-12-28T12:25:15.637" v="297" actId="113"/>
        <pc:sldMkLst>
          <pc:docMk/>
          <pc:sldMk cId="1384283940" sldId="444"/>
        </pc:sldMkLst>
      </pc:sldChg>
      <pc:sldChg chg="del">
        <pc:chgData name="Thanh Ho Hoang" userId="bdaa2ca6-9388-4c5e-9437-595bc402494c" providerId="ADAL" clId="{07A5DC23-27F4-4DA8-A529-26B0ABEE0DB7}" dt="2021-12-28T11:56:07.898" v="35" actId="2696"/>
        <pc:sldMkLst>
          <pc:docMk/>
          <pc:sldMk cId="2584789338" sldId="445"/>
        </pc:sldMkLst>
      </pc:sldChg>
      <pc:sldChg chg="addSp delSp modSp">
        <pc:chgData name="Thanh Ho Hoang" userId="bdaa2ca6-9388-4c5e-9437-595bc402494c" providerId="ADAL" clId="{07A5DC23-27F4-4DA8-A529-26B0ABEE0DB7}" dt="2021-12-29T07:08:55.560" v="305" actId="255"/>
        <pc:sldMkLst>
          <pc:docMk/>
          <pc:sldMk cId="2485761792" sldId="446"/>
        </pc:sldMkLst>
      </pc:sldChg>
      <pc:sldChg chg="addSp delSp modSp">
        <pc:chgData name="Thanh Ho Hoang" userId="bdaa2ca6-9388-4c5e-9437-595bc402494c" providerId="ADAL" clId="{07A5DC23-27F4-4DA8-A529-26B0ABEE0DB7}" dt="2021-12-29T07:45:28.321" v="610" actId="1076"/>
        <pc:sldMkLst>
          <pc:docMk/>
          <pc:sldMk cId="3228918386" sldId="447"/>
        </pc:sldMkLst>
      </pc:sldChg>
      <pc:sldChg chg="addSp delSp modSp">
        <pc:chgData name="Thanh Ho Hoang" userId="bdaa2ca6-9388-4c5e-9437-595bc402494c" providerId="ADAL" clId="{07A5DC23-27F4-4DA8-A529-26B0ABEE0DB7}" dt="2021-12-28T12:16:58.909" v="208" actId="207"/>
        <pc:sldMkLst>
          <pc:docMk/>
          <pc:sldMk cId="3408312048" sldId="448"/>
        </pc:sldMkLst>
      </pc:sldChg>
      <pc:sldChg chg="addSp delSp modSp">
        <pc:chgData name="Thanh Ho Hoang" userId="bdaa2ca6-9388-4c5e-9437-595bc402494c" providerId="ADAL" clId="{07A5DC23-27F4-4DA8-A529-26B0ABEE0DB7}" dt="2021-12-28T12:19:31.219" v="223"/>
        <pc:sldMkLst>
          <pc:docMk/>
          <pc:sldMk cId="1437028422" sldId="451"/>
        </pc:sldMkLst>
      </pc:sldChg>
      <pc:sldChg chg="addSp delSp modSp">
        <pc:chgData name="Thanh Ho Hoang" userId="bdaa2ca6-9388-4c5e-9437-595bc402494c" providerId="ADAL" clId="{07A5DC23-27F4-4DA8-A529-26B0ABEE0DB7}" dt="2021-12-28T12:14:23.891" v="185" actId="14100"/>
        <pc:sldMkLst>
          <pc:docMk/>
          <pc:sldMk cId="3215379390" sldId="452"/>
        </pc:sldMkLst>
      </pc:sldChg>
      <pc:sldMasterChg chg="modSldLayout">
        <pc:chgData name="Thanh Ho Hoang" userId="bdaa2ca6-9388-4c5e-9437-595bc402494c" providerId="ADAL" clId="{07A5DC23-27F4-4DA8-A529-26B0ABEE0DB7}" dt="2021-12-28T12:09:26.734" v="106"/>
        <pc:sldMasterMkLst>
          <pc:docMk/>
          <pc:sldMasterMk cId="1395275884" sldId="2147483660"/>
        </pc:sldMasterMkLst>
        <pc:sldLayoutChg chg="addSp delSp setBg">
          <pc:chgData name="Thanh Ho Hoang" userId="bdaa2ca6-9388-4c5e-9437-595bc402494c" providerId="ADAL" clId="{07A5DC23-27F4-4DA8-A529-26B0ABEE0DB7}" dt="2021-12-28T12:09:26.734" v="106"/>
          <pc:sldLayoutMkLst>
            <pc:docMk/>
            <pc:sldMasterMk cId="1395275884" sldId="2147483660"/>
            <pc:sldLayoutMk cId="1406769010" sldId="2147483662"/>
          </pc:sldLayoutMkLst>
        </pc:sldLayoutChg>
      </pc:sldMasterChg>
      <pc:sldMasterChg chg="delSldLayout modSldLayout">
        <pc:chgData name="Thanh Ho Hoang" userId="bdaa2ca6-9388-4c5e-9437-595bc402494c" providerId="ADAL" clId="{07A5DC23-27F4-4DA8-A529-26B0ABEE0DB7}" dt="2021-12-28T12:09:26.021" v="105"/>
        <pc:sldMasterMkLst>
          <pc:docMk/>
          <pc:sldMasterMk cId="4072990392" sldId="2147483673"/>
        </pc:sldMasterMkLst>
        <pc:sldLayoutChg chg="addSp delSp">
          <pc:chgData name="Thanh Ho Hoang" userId="bdaa2ca6-9388-4c5e-9437-595bc402494c" providerId="ADAL" clId="{07A5DC23-27F4-4DA8-A529-26B0ABEE0DB7}" dt="2021-12-28T12:04:45.663" v="71"/>
          <pc:sldLayoutMkLst>
            <pc:docMk/>
            <pc:sldMasterMk cId="4072990392" sldId="2147483673"/>
            <pc:sldLayoutMk cId="1718476669" sldId="2147483674"/>
          </pc:sldLayoutMkLst>
        </pc:sldLayoutChg>
        <pc:sldLayoutChg chg="addSp delSp">
          <pc:chgData name="Thanh Ho Hoang" userId="bdaa2ca6-9388-4c5e-9437-595bc402494c" providerId="ADAL" clId="{07A5DC23-27F4-4DA8-A529-26B0ABEE0DB7}" dt="2021-12-28T12:09:14.700" v="95"/>
          <pc:sldLayoutMkLst>
            <pc:docMk/>
            <pc:sldMasterMk cId="4072990392" sldId="2147483673"/>
            <pc:sldLayoutMk cId="4251054130" sldId="2147483675"/>
          </pc:sldLayoutMkLst>
        </pc:sldLayoutChg>
        <pc:sldLayoutChg chg="addSp delSp">
          <pc:chgData name="Thanh Ho Hoang" userId="bdaa2ca6-9388-4c5e-9437-595bc402494c" providerId="ADAL" clId="{07A5DC23-27F4-4DA8-A529-26B0ABEE0DB7}" dt="2021-12-28T12:09:16.222" v="96"/>
          <pc:sldLayoutMkLst>
            <pc:docMk/>
            <pc:sldMasterMk cId="4072990392" sldId="2147483673"/>
            <pc:sldLayoutMk cId="4103010501" sldId="2147483676"/>
          </pc:sldLayoutMkLst>
        </pc:sldLayoutChg>
        <pc:sldLayoutChg chg="addSp delSp">
          <pc:chgData name="Thanh Ho Hoang" userId="bdaa2ca6-9388-4c5e-9437-595bc402494c" providerId="ADAL" clId="{07A5DC23-27F4-4DA8-A529-26B0ABEE0DB7}" dt="2021-12-28T12:09:17.707" v="97"/>
          <pc:sldLayoutMkLst>
            <pc:docMk/>
            <pc:sldMasterMk cId="4072990392" sldId="2147483673"/>
            <pc:sldLayoutMk cId="577880745" sldId="2147483677"/>
          </pc:sldLayoutMkLst>
        </pc:sldLayoutChg>
        <pc:sldLayoutChg chg="addSp delSp">
          <pc:chgData name="Thanh Ho Hoang" userId="bdaa2ca6-9388-4c5e-9437-595bc402494c" providerId="ADAL" clId="{07A5DC23-27F4-4DA8-A529-26B0ABEE0DB7}" dt="2021-12-28T12:09:18.094" v="98"/>
          <pc:sldLayoutMkLst>
            <pc:docMk/>
            <pc:sldMasterMk cId="4072990392" sldId="2147483673"/>
            <pc:sldLayoutMk cId="2588757963" sldId="2147483678"/>
          </pc:sldLayoutMkLst>
        </pc:sldLayoutChg>
        <pc:sldLayoutChg chg="addSp">
          <pc:chgData name="Thanh Ho Hoang" userId="bdaa2ca6-9388-4c5e-9437-595bc402494c" providerId="ADAL" clId="{07A5DC23-27F4-4DA8-A529-26B0ABEE0DB7}" dt="2021-12-28T12:09:19.631" v="99"/>
          <pc:sldLayoutMkLst>
            <pc:docMk/>
            <pc:sldMasterMk cId="4072990392" sldId="2147483673"/>
            <pc:sldLayoutMk cId="3775003491" sldId="2147483679"/>
          </pc:sldLayoutMkLst>
        </pc:sldLayoutChg>
        <pc:sldLayoutChg chg="addSp">
          <pc:chgData name="Thanh Ho Hoang" userId="bdaa2ca6-9388-4c5e-9437-595bc402494c" providerId="ADAL" clId="{07A5DC23-27F4-4DA8-A529-26B0ABEE0DB7}" dt="2021-12-28T12:09:20.119" v="100"/>
          <pc:sldLayoutMkLst>
            <pc:docMk/>
            <pc:sldMasterMk cId="4072990392" sldId="2147483673"/>
            <pc:sldLayoutMk cId="3169472768" sldId="2147483680"/>
          </pc:sldLayoutMkLst>
        </pc:sldLayoutChg>
        <pc:sldLayoutChg chg="addSp">
          <pc:chgData name="Thanh Ho Hoang" userId="bdaa2ca6-9388-4c5e-9437-595bc402494c" providerId="ADAL" clId="{07A5DC23-27F4-4DA8-A529-26B0ABEE0DB7}" dt="2021-12-28T12:09:21.501" v="101"/>
          <pc:sldLayoutMkLst>
            <pc:docMk/>
            <pc:sldMasterMk cId="4072990392" sldId="2147483673"/>
            <pc:sldLayoutMk cId="1425879314" sldId="2147483681"/>
          </pc:sldLayoutMkLst>
        </pc:sldLayoutChg>
        <pc:sldLayoutChg chg="addSp">
          <pc:chgData name="Thanh Ho Hoang" userId="bdaa2ca6-9388-4c5e-9437-595bc402494c" providerId="ADAL" clId="{07A5DC23-27F4-4DA8-A529-26B0ABEE0DB7}" dt="2021-12-28T12:09:21.778" v="102"/>
          <pc:sldLayoutMkLst>
            <pc:docMk/>
            <pc:sldMasterMk cId="4072990392" sldId="2147483673"/>
            <pc:sldLayoutMk cId="681243993" sldId="2147483682"/>
          </pc:sldLayoutMkLst>
        </pc:sldLayoutChg>
        <pc:sldLayoutChg chg="addSp">
          <pc:chgData name="Thanh Ho Hoang" userId="bdaa2ca6-9388-4c5e-9437-595bc402494c" providerId="ADAL" clId="{07A5DC23-27F4-4DA8-A529-26B0ABEE0DB7}" dt="2021-12-28T12:09:22.545" v="103"/>
          <pc:sldLayoutMkLst>
            <pc:docMk/>
            <pc:sldMasterMk cId="4072990392" sldId="2147483673"/>
            <pc:sldLayoutMk cId="2919423389" sldId="2147483683"/>
          </pc:sldLayoutMkLst>
        </pc:sldLayoutChg>
        <pc:sldLayoutChg chg="addSp">
          <pc:chgData name="Thanh Ho Hoang" userId="bdaa2ca6-9388-4c5e-9437-595bc402494c" providerId="ADAL" clId="{07A5DC23-27F4-4DA8-A529-26B0ABEE0DB7}" dt="2021-12-28T12:09:23.748" v="104"/>
          <pc:sldLayoutMkLst>
            <pc:docMk/>
            <pc:sldMasterMk cId="4072990392" sldId="2147483673"/>
            <pc:sldLayoutMk cId="1988416287" sldId="2147483684"/>
          </pc:sldLayoutMkLst>
        </pc:sldLayoutChg>
        <pc:sldLayoutChg chg="addSp delSp setBg">
          <pc:chgData name="Thanh Ho Hoang" userId="bdaa2ca6-9388-4c5e-9437-595bc402494c" providerId="ADAL" clId="{07A5DC23-27F4-4DA8-A529-26B0ABEE0DB7}" dt="2021-12-28T12:09:26.021" v="105"/>
          <pc:sldLayoutMkLst>
            <pc:docMk/>
            <pc:sldMasterMk cId="4072990392" sldId="2147483673"/>
            <pc:sldLayoutMk cId="2358282271" sldId="2147483685"/>
          </pc:sldLayoutMkLst>
        </pc:sldLayoutChg>
        <pc:sldLayoutChg chg="delSp modSp del setBg">
          <pc:chgData name="Thanh Ho Hoang" userId="bdaa2ca6-9388-4c5e-9437-595bc402494c" providerId="ADAL" clId="{07A5DC23-27F4-4DA8-A529-26B0ABEE0DB7}" dt="2021-12-28T11:56:07.903" v="36" actId="2696"/>
          <pc:sldLayoutMkLst>
            <pc:docMk/>
            <pc:sldMasterMk cId="4072990392" sldId="2147483673"/>
            <pc:sldLayoutMk cId="3953570130" sldId="2147483686"/>
          </pc:sldLayoutMkLst>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hyperlink" Target="http://softuni.org/" TargetMode="Externa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2520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252000"/>
          </a:xfrm>
          <a:prstGeom prst="rect">
            <a:avLst/>
          </a:prstGeom>
        </p:spPr>
        <p:txBody>
          <a:bodyPr vert="horz" lIns="91440" tIns="45720" rIns="91440" bIns="45720" rtlCol="0"/>
          <a:lstStyle>
            <a:lvl1pPr algn="r">
              <a:defRPr sz="1200"/>
            </a:lvl1pPr>
          </a:lstStyle>
          <a:p>
            <a:fld id="{FE5B4EDC-59C0-49C7-8ADA-5A781B329E02}" type="datetimeFigureOut">
              <a:rPr lang="en-US"/>
              <a:pPr/>
              <a:t>5/7/2025</a:t>
            </a:fld>
            <a:endParaRPr dirty="0"/>
          </a:p>
        </p:txBody>
      </p:sp>
      <p:sp>
        <p:nvSpPr>
          <p:cNvPr id="4" name="Footer Placeholder 3"/>
          <p:cNvSpPr>
            <a:spLocks noGrp="1"/>
          </p:cNvSpPr>
          <p:nvPr>
            <p:ph type="ftr" sz="quarter" idx="2"/>
          </p:nvPr>
        </p:nvSpPr>
        <p:spPr>
          <a:xfrm>
            <a:off x="0" y="8747999"/>
            <a:ext cx="6165000" cy="394413"/>
          </a:xfrm>
          <a:prstGeom prst="rect">
            <a:avLst/>
          </a:prstGeom>
        </p:spPr>
        <p:txBody>
          <a:bodyPr vert="horz" lIns="91440" tIns="45720" rIns="91440" bIns="45720" rtlCol="0" anchor="b"/>
          <a:lstStyle>
            <a:lvl1pPr algn="l">
              <a:defRPr sz="1200"/>
            </a:lvl1pPr>
          </a:lstStyle>
          <a:p>
            <a:r>
              <a:rPr lang="en-US" sz="1000" dirty="0"/>
              <a:t>© Software University Foundation – </a:t>
            </a:r>
            <a:r>
              <a:rPr lang="en-US" sz="1000" u="sng" dirty="0">
                <a:hlinkClick r:id="rId2"/>
              </a:rPr>
              <a:t>http://softuni.org</a:t>
            </a:r>
            <a:endParaRPr lang="en-US" sz="1000" dirty="0"/>
          </a:p>
          <a:p>
            <a:r>
              <a:rPr lang="en-US" sz="1000" dirty="0"/>
              <a:t>This work is licensed under the </a:t>
            </a:r>
            <a:r>
              <a:rPr lang="en-US" sz="1000" u="sng" noProof="1">
                <a:hlinkClick r:id="rId3"/>
              </a:rPr>
              <a:t>Creative Commons Attribution-NonCommercial-ShareAlike</a:t>
            </a:r>
            <a:r>
              <a:rPr lang="en-US" sz="1000" noProof="1"/>
              <a:t> </a:t>
            </a:r>
            <a:r>
              <a:rPr lang="en-US" sz="1000" dirty="0"/>
              <a:t>license.</a:t>
            </a:r>
            <a:endParaRPr sz="1000" dirty="0"/>
          </a:p>
        </p:txBody>
      </p:sp>
      <p:sp>
        <p:nvSpPr>
          <p:cNvPr id="5" name="Slide Number Placeholder 4"/>
          <p:cNvSpPr>
            <a:spLocks noGrp="1"/>
          </p:cNvSpPr>
          <p:nvPr>
            <p:ph type="sldNum" sz="quarter" idx="3"/>
          </p:nvPr>
        </p:nvSpPr>
        <p:spPr>
          <a:xfrm>
            <a:off x="6165000" y="8748000"/>
            <a:ext cx="691412" cy="394412"/>
          </a:xfrm>
          <a:prstGeom prst="rect">
            <a:avLst/>
          </a:prstGeom>
        </p:spPr>
        <p:txBody>
          <a:bodyPr vert="horz" lIns="91440" tIns="45720" rIns="91440" bIns="45720" rtlCol="0" anchor="b"/>
          <a:lstStyle>
            <a:lvl1pPr algn="r">
              <a:defRPr sz="1200"/>
            </a:lvl1pPr>
          </a:lstStyle>
          <a:p>
            <a:fld id="{79429053-DC2A-4342-ADD4-2FD729D91E2C}" type="slidenum">
              <a:rPr sz="1000"/>
              <a:pPr/>
              <a:t>‹#›</a:t>
            </a:fld>
            <a:endParaRPr sz="1000"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hyperlink" Target="http://softuni.org/" TargetMode="Externa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252000"/>
          </a:xfrm>
          <a:prstGeom prst="rect">
            <a:avLst/>
          </a:prstGeom>
        </p:spPr>
        <p:txBody>
          <a:bodyPr vert="horz" lIns="91440" tIns="45720" rIns="91440" bIns="45720" rtlCol="0"/>
          <a:lstStyle>
            <a:lvl1pPr algn="l">
              <a:defRPr sz="1000"/>
            </a:lvl1pPr>
          </a:lstStyle>
          <a:p>
            <a:endParaRPr lang="en-US" dirty="0"/>
          </a:p>
        </p:txBody>
      </p:sp>
      <p:sp>
        <p:nvSpPr>
          <p:cNvPr id="3" name="Date Placeholder 2"/>
          <p:cNvSpPr>
            <a:spLocks noGrp="1"/>
          </p:cNvSpPr>
          <p:nvPr>
            <p:ph type="dt" idx="1"/>
          </p:nvPr>
        </p:nvSpPr>
        <p:spPr>
          <a:xfrm>
            <a:off x="3884613" y="0"/>
            <a:ext cx="2971800" cy="252000"/>
          </a:xfrm>
          <a:prstGeom prst="rect">
            <a:avLst/>
          </a:prstGeom>
        </p:spPr>
        <p:txBody>
          <a:bodyPr vert="horz" lIns="91440" tIns="45720" rIns="91440" bIns="45720" rtlCol="0"/>
          <a:lstStyle>
            <a:lvl1pPr algn="r">
              <a:defRPr sz="1000"/>
            </a:lvl1pPr>
          </a:lstStyle>
          <a:p>
            <a:fld id="{F2D8D46A-B586-417D-BFBD-8C8FE0AAF762}" type="datetimeFigureOut">
              <a:rPr lang="en-US" smtClean="0"/>
              <a:pPr/>
              <a:t>5/7/2025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4343400"/>
            <a:ext cx="6096000" cy="411480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sz="1000" dirty="0"/>
              <a:t>© Software University Foundation – </a:t>
            </a:r>
            <a:r>
              <a:rPr lang="en-US" sz="1000" u="sng" dirty="0">
                <a:hlinkClick r:id="rId2"/>
              </a:rPr>
              <a:t>http://softuni.org</a:t>
            </a:r>
            <a:endParaRPr lang="en-US" sz="1000" dirty="0"/>
          </a:p>
          <a:p>
            <a:r>
              <a:rPr lang="en-US" sz="1000" dirty="0"/>
              <a:t>This work is licensed under the </a:t>
            </a:r>
            <a:r>
              <a:rPr lang="en-US" sz="1000" u="sng" noProof="1">
                <a:hlinkClick r:id="rId3"/>
              </a:rPr>
              <a:t>Creative Commons Attribution-NonCommercial-ShareAlike</a:t>
            </a:r>
            <a:r>
              <a:rPr lang="en-US" sz="1000" noProof="1"/>
              <a:t> </a:t>
            </a:r>
            <a:r>
              <a:rPr lang="en-US" sz="1000" dirty="0"/>
              <a:t>license.</a:t>
            </a:r>
          </a:p>
        </p:txBody>
      </p:sp>
      <p:sp>
        <p:nvSpPr>
          <p:cNvPr id="7" name="Slide Number Placeholder 6"/>
          <p:cNvSpPr>
            <a:spLocks noGrp="1"/>
          </p:cNvSpPr>
          <p:nvPr>
            <p:ph type="sldNum" sz="quarter" idx="5"/>
          </p:nvPr>
        </p:nvSpPr>
        <p:spPr>
          <a:xfrm>
            <a:off x="6308999" y="8747999"/>
            <a:ext cx="547413" cy="394413"/>
          </a:xfrm>
          <a:prstGeom prst="rect">
            <a:avLst/>
          </a:prstGeom>
        </p:spPr>
        <p:txBody>
          <a:bodyPr vert="horz" lIns="91440" tIns="45720" rIns="91440" bIns="45720" rtlCol="0" anchor="b"/>
          <a:lstStyle>
            <a:lvl1pPr algn="r">
              <a:defRPr sz="1000"/>
            </a:lvl1pPr>
          </a:lstStyle>
          <a:p>
            <a:fld id="{3EBA5BD7-F043-4D1B-AA17-CD412FC534DE}" type="slidenum">
              <a:rPr lang="en-US" smtClean="0"/>
              <a:pPr/>
              <a:t>‹#›</a:t>
            </a:fld>
            <a:endParaRPr lang="en-US"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hf hdr="0" dt="0"/>
  <p:notesStyle>
    <a:lvl1pPr marL="0" algn="l" defTabSz="1218987" rtl="0" eaLnBrk="1" latinLnBrk="0" hangingPunct="1">
      <a:defRPr sz="1600" kern="1200">
        <a:solidFill>
          <a:schemeClr val="tx1"/>
        </a:solidFill>
        <a:latin typeface="+mn-lt"/>
        <a:ea typeface="+mn-ea"/>
        <a:cs typeface="+mn-cs"/>
      </a:defRPr>
    </a:lvl1pPr>
    <a:lvl2pPr marL="177800" indent="0" algn="l" defTabSz="1218987" rtl="0" eaLnBrk="1" latinLnBrk="0" hangingPunct="1">
      <a:defRPr sz="1600" kern="1200">
        <a:solidFill>
          <a:schemeClr val="tx1"/>
        </a:solidFill>
        <a:latin typeface="+mn-lt"/>
        <a:ea typeface="+mn-ea"/>
        <a:cs typeface="+mn-cs"/>
      </a:defRPr>
    </a:lvl2pPr>
    <a:lvl3pPr marL="361950" indent="0" algn="l" defTabSz="1218987" rtl="0" eaLnBrk="1" latinLnBrk="0" hangingPunct="1">
      <a:defRPr sz="1600" kern="1200">
        <a:solidFill>
          <a:schemeClr val="tx1"/>
        </a:solidFill>
        <a:latin typeface="+mn-lt"/>
        <a:ea typeface="+mn-ea"/>
        <a:cs typeface="+mn-cs"/>
      </a:defRPr>
    </a:lvl3pPr>
    <a:lvl4pPr marL="539750" indent="0" algn="l" defTabSz="1218987" rtl="0" eaLnBrk="1" latinLnBrk="0" hangingPunct="1">
      <a:defRPr sz="1600" kern="1200">
        <a:solidFill>
          <a:schemeClr val="tx1"/>
        </a:solidFill>
        <a:latin typeface="+mn-lt"/>
        <a:ea typeface="+mn-ea"/>
        <a:cs typeface="+mn-cs"/>
      </a:defRPr>
    </a:lvl4pPr>
    <a:lvl5pPr marL="717550" indent="0"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Footer Placeholder 4"/>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6" name="Slide Number Placeholder 5"/>
          <p:cNvSpPr>
            <a:spLocks noGrp="1"/>
          </p:cNvSpPr>
          <p:nvPr>
            <p:ph type="sldNum" sz="quarter" idx="11"/>
          </p:nvPr>
        </p:nvSpPr>
        <p:spPr/>
        <p:txBody>
          <a:bodyPr/>
          <a:lstStyle/>
          <a:p>
            <a:fld id="{3EBA5BD7-F043-4D1B-AA17-CD412FC534DE}" type="slidenum">
              <a:rPr lang="en-US" smtClean="0"/>
              <a:pPr/>
              <a:t>1</a:t>
            </a:fld>
            <a:endParaRPr lang="en-US" dirty="0"/>
          </a:p>
        </p:txBody>
      </p:sp>
    </p:spTree>
    <p:extLst>
      <p:ext uri="{BB962C8B-B14F-4D97-AF65-F5344CB8AC3E}">
        <p14:creationId xmlns:p14="http://schemas.microsoft.com/office/powerpoint/2010/main" val="2941811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bg-BG" dirty="0"/>
          </a:p>
        </p:txBody>
      </p:sp>
      <p:sp>
        <p:nvSpPr>
          <p:cNvPr id="2" name="Footer Placeholder 1"/>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3" name="Slide Number Placeholder 2"/>
          <p:cNvSpPr>
            <a:spLocks noGrp="1"/>
          </p:cNvSpPr>
          <p:nvPr>
            <p:ph type="sldNum" sz="quarter" idx="11"/>
          </p:nvPr>
        </p:nvSpPr>
        <p:spPr/>
        <p:txBody>
          <a:bodyPr/>
          <a:lstStyle/>
          <a:p>
            <a:fld id="{3EBA5BD7-F043-4D1B-AA17-CD412FC534DE}" type="slidenum">
              <a:rPr lang="en-US" smtClean="0"/>
              <a:pPr/>
              <a:t>2</a:t>
            </a:fld>
            <a:endParaRPr lang="en-US" dirty="0"/>
          </a:p>
        </p:txBody>
      </p:sp>
    </p:spTree>
    <p:extLst>
      <p:ext uri="{BB962C8B-B14F-4D97-AF65-F5344CB8AC3E}">
        <p14:creationId xmlns:p14="http://schemas.microsoft.com/office/powerpoint/2010/main" val="1895624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endParaRPr lang="en-US" dirty="0"/>
          </a:p>
        </p:txBody>
      </p:sp>
      <p:sp>
        <p:nvSpPr>
          <p:cNvPr id="4" name="Контейнер за долния колонтитул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Контейнер за номер на слайда 4"/>
          <p:cNvSpPr>
            <a:spLocks noGrp="1"/>
          </p:cNvSpPr>
          <p:nvPr>
            <p:ph type="sldNum" sz="quarter" idx="11"/>
          </p:nvPr>
        </p:nvSpPr>
        <p:spPr/>
        <p:txBody>
          <a:bodyPr/>
          <a:lstStyle/>
          <a:p>
            <a:fld id="{3EBA5BD7-F043-4D1B-AA17-CD412FC534DE}" type="slidenum">
              <a:rPr lang="en-US" smtClean="0"/>
              <a:pPr/>
              <a:t>3</a:t>
            </a:fld>
            <a:endParaRPr lang="en-US" dirty="0"/>
          </a:p>
        </p:txBody>
      </p:sp>
    </p:spTree>
    <p:extLst>
      <p:ext uri="{BB962C8B-B14F-4D97-AF65-F5344CB8AC3E}">
        <p14:creationId xmlns:p14="http://schemas.microsoft.com/office/powerpoint/2010/main" val="2625294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4</a:t>
            </a:fld>
            <a:endParaRPr lang="en-US" dirty="0"/>
          </a:p>
        </p:txBody>
      </p:sp>
    </p:spTree>
    <p:extLst>
      <p:ext uri="{BB962C8B-B14F-4D97-AF65-F5344CB8AC3E}">
        <p14:creationId xmlns:p14="http://schemas.microsoft.com/office/powerpoint/2010/main" val="1579598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5</a:t>
            </a:fld>
            <a:endParaRPr lang="en-US" dirty="0"/>
          </a:p>
        </p:txBody>
      </p:sp>
    </p:spTree>
    <p:extLst>
      <p:ext uri="{BB962C8B-B14F-4D97-AF65-F5344CB8AC3E}">
        <p14:creationId xmlns:p14="http://schemas.microsoft.com/office/powerpoint/2010/main" val="9650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dirty="0"/>
              <a:t>When we use GROUP</a:t>
            </a:r>
            <a:r>
              <a:rPr lang="en-US" baseline="0" dirty="0"/>
              <a:t> BY we can easily achieve distinct values. Grouping leaves only the unique combination of values.</a:t>
            </a:r>
            <a:endParaRPr lang="en-US" dirty="0"/>
          </a:p>
          <a:p>
            <a:pPr marL="0" marR="0" lvl="0" indent="0" algn="l" defTabSz="1218987" rtl="0" eaLnBrk="1" fontAlgn="auto" latinLnBrk="0" hangingPunct="1">
              <a:lnSpc>
                <a:spcPct val="100000"/>
              </a:lnSpc>
              <a:spcBef>
                <a:spcPts val="0"/>
              </a:spcBef>
              <a:spcAft>
                <a:spcPts val="0"/>
              </a:spcAft>
              <a:buClrTx/>
              <a:buSzTx/>
              <a:buFontTx/>
              <a:buNone/>
              <a:tabLst/>
              <a:defRPr/>
            </a:pPr>
            <a:endParaRPr lang="en-US" dirty="0"/>
          </a:p>
          <a:p>
            <a:pPr marL="0" marR="0" lvl="0" indent="0" algn="l" defTabSz="1218987" rtl="0" eaLnBrk="1" fontAlgn="auto" latinLnBrk="0" hangingPunct="1">
              <a:lnSpc>
                <a:spcPct val="100000"/>
              </a:lnSpc>
              <a:spcBef>
                <a:spcPts val="0"/>
              </a:spcBef>
              <a:spcAft>
                <a:spcPts val="0"/>
              </a:spcAft>
              <a:buClrTx/>
              <a:buSzTx/>
              <a:buFontTx/>
              <a:buNone/>
              <a:tabLst/>
              <a:defRPr/>
            </a:pPr>
            <a:r>
              <a:rPr lang="en-US" dirty="0"/>
              <a:t>Using</a:t>
            </a:r>
            <a:r>
              <a:rPr lang="en-US" baseline="0" dirty="0"/>
              <a:t> the keyword DISTINCT is another way to eliminate the duplicate values. It simplifies the syntax because we don’t have to write down every single column in the GROUP BY part.</a:t>
            </a:r>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6</a:t>
            </a:fld>
            <a:endParaRPr lang="en-US" dirty="0"/>
          </a:p>
        </p:txBody>
      </p:sp>
    </p:spTree>
    <p:extLst>
      <p:ext uri="{BB962C8B-B14F-4D97-AF65-F5344CB8AC3E}">
        <p14:creationId xmlns:p14="http://schemas.microsoft.com/office/powerpoint/2010/main" val="3406051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noProof="1"/>
              <a:t>Use grouping to aggregate</a:t>
            </a:r>
            <a:r>
              <a:rPr lang="en-US" baseline="0" noProof="1"/>
              <a:t> data.  In order to achieve aggregation you need columns that will define the groups. In the case above we will use DepartmentID for aggregation purposes. The column has 3 unique values: “</a:t>
            </a:r>
            <a:r>
              <a:rPr lang="en-US" noProof="1"/>
              <a:t>1</a:t>
            </a:r>
            <a:r>
              <a:rPr lang="en-US" baseline="0" noProof="1"/>
              <a:t>”, “</a:t>
            </a:r>
            <a:r>
              <a:rPr lang="en-US" noProof="1"/>
              <a:t>2</a:t>
            </a:r>
            <a:r>
              <a:rPr lang="en-US" baseline="0" noProof="1"/>
              <a:t>” and “</a:t>
            </a:r>
            <a:r>
              <a:rPr lang="en-US" noProof="1"/>
              <a:t>3</a:t>
            </a:r>
            <a:r>
              <a:rPr lang="en-US" baseline="0" noProof="1"/>
              <a:t>”. Therefore, we will have 3 groups. Moreover, we can sum the salaries of the employees in those departments. If we add the Employee column we will have 6 groups because we have 6 unique combinations of values.</a:t>
            </a:r>
            <a:endParaRPr lang="en-US" noProof="1"/>
          </a:p>
          <a:p>
            <a:endParaRPr lang="en-US" dirty="0"/>
          </a:p>
        </p:txBody>
      </p:sp>
      <p:sp>
        <p:nvSpPr>
          <p:cNvPr id="4" name="Контейнер за долния колонтитул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Контейнер за номер на слайда 4"/>
          <p:cNvSpPr>
            <a:spLocks noGrp="1"/>
          </p:cNvSpPr>
          <p:nvPr>
            <p:ph type="sldNum" sz="quarter" idx="11"/>
          </p:nvPr>
        </p:nvSpPr>
        <p:spPr/>
        <p:txBody>
          <a:bodyPr/>
          <a:lstStyle/>
          <a:p>
            <a:fld id="{3EBA5BD7-F043-4D1B-AA17-CD412FC534DE}" type="slidenum">
              <a:rPr lang="en-US" smtClean="0"/>
              <a:pPr/>
              <a:t>7</a:t>
            </a:fld>
            <a:endParaRPr lang="en-US" dirty="0"/>
          </a:p>
        </p:txBody>
      </p:sp>
    </p:spTree>
    <p:extLst>
      <p:ext uri="{BB962C8B-B14F-4D97-AF65-F5344CB8AC3E}">
        <p14:creationId xmlns:p14="http://schemas.microsoft.com/office/powerpoint/2010/main" val="3675623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a:t>
            </a:r>
            <a:r>
              <a:rPr lang="en-US" baseline="0" dirty="0"/>
              <a:t> provides the functionality by the statement GROUP BY. It is mandatory to have all the columns from the SELECT part in the GROUP BY part. On the other hand, it is possible to have columns in GROUP BY part but not in SELECT part. In this case the groups will be the same as if it was in the SELECT part but the missing columns wouldn’t be visualized.</a:t>
            </a:r>
          </a:p>
          <a:p>
            <a:pPr marL="0" marR="0" lvl="0" indent="0" algn="l" defTabSz="1218987"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8</a:t>
            </a:fld>
            <a:endParaRPr lang="en-US" dirty="0"/>
          </a:p>
        </p:txBody>
      </p:sp>
    </p:spTree>
    <p:extLst>
      <p:ext uri="{BB962C8B-B14F-4D97-AF65-F5344CB8AC3E}">
        <p14:creationId xmlns:p14="http://schemas.microsoft.com/office/powerpoint/2010/main" val="426073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endParaRPr lang="en-US" dirty="0"/>
          </a:p>
        </p:txBody>
      </p:sp>
      <p:sp>
        <p:nvSpPr>
          <p:cNvPr id="4" name="Контейнер за долния колонтитул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Контейнер за номер на слайда 4"/>
          <p:cNvSpPr>
            <a:spLocks noGrp="1"/>
          </p:cNvSpPr>
          <p:nvPr>
            <p:ph type="sldNum" sz="quarter" idx="11"/>
          </p:nvPr>
        </p:nvSpPr>
        <p:spPr/>
        <p:txBody>
          <a:bodyPr/>
          <a:lstStyle/>
          <a:p>
            <a:fld id="{3EBA5BD7-F043-4D1B-AA17-CD412FC534DE}" type="slidenum">
              <a:rPr lang="en-US" smtClean="0"/>
              <a:pPr/>
              <a:t>10</a:t>
            </a:fld>
            <a:endParaRPr lang="en-US" dirty="0"/>
          </a:p>
        </p:txBody>
      </p:sp>
    </p:spTree>
    <p:extLst>
      <p:ext uri="{BB962C8B-B14F-4D97-AF65-F5344CB8AC3E}">
        <p14:creationId xmlns:p14="http://schemas.microsoft.com/office/powerpoint/2010/main" val="3150930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baseline="0" dirty="0"/>
              <a:t>If any of the values are NULL they are ignored. For example, if one the values is NULL and the other is 5,000 the COUNT will return 1 because it will ignore the NULL value. On the other hand, we can count everything by writing COUNT(*). </a:t>
            </a:r>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11</a:t>
            </a:fld>
            <a:endParaRPr lang="en-US" dirty="0"/>
          </a:p>
        </p:txBody>
      </p:sp>
    </p:spTree>
    <p:extLst>
      <p:ext uri="{BB962C8B-B14F-4D97-AF65-F5344CB8AC3E}">
        <p14:creationId xmlns:p14="http://schemas.microsoft.com/office/powerpoint/2010/main" val="3009418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12</a:t>
            </a:fld>
            <a:endParaRPr lang="en-US" dirty="0"/>
          </a:p>
        </p:txBody>
      </p:sp>
    </p:spTree>
    <p:extLst>
      <p:ext uri="{BB962C8B-B14F-4D97-AF65-F5344CB8AC3E}">
        <p14:creationId xmlns:p14="http://schemas.microsoft.com/office/powerpoint/2010/main" val="753615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13</a:t>
            </a:fld>
            <a:endParaRPr lang="en-US" dirty="0"/>
          </a:p>
        </p:txBody>
      </p:sp>
    </p:spTree>
    <p:extLst>
      <p:ext uri="{BB962C8B-B14F-4D97-AF65-F5344CB8AC3E}">
        <p14:creationId xmlns:p14="http://schemas.microsoft.com/office/powerpoint/2010/main" val="1638943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14</a:t>
            </a:fld>
            <a:endParaRPr lang="en-US" dirty="0"/>
          </a:p>
        </p:txBody>
      </p:sp>
    </p:spTree>
    <p:extLst>
      <p:ext uri="{BB962C8B-B14F-4D97-AF65-F5344CB8AC3E}">
        <p14:creationId xmlns:p14="http://schemas.microsoft.com/office/powerpoint/2010/main" val="3862670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baseline="0" dirty="0"/>
              <a:t>NULLs are ignored again. </a:t>
            </a:r>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15</a:t>
            </a:fld>
            <a:endParaRPr lang="en-US" dirty="0"/>
          </a:p>
        </p:txBody>
      </p:sp>
    </p:spTree>
    <p:extLst>
      <p:ext uri="{BB962C8B-B14F-4D97-AF65-F5344CB8AC3E}">
        <p14:creationId xmlns:p14="http://schemas.microsoft.com/office/powerpoint/2010/main" val="970957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16</a:t>
            </a:fld>
            <a:endParaRPr lang="en-US" dirty="0"/>
          </a:p>
        </p:txBody>
      </p:sp>
    </p:spTree>
    <p:extLst>
      <p:ext uri="{BB962C8B-B14F-4D97-AF65-F5344CB8AC3E}">
        <p14:creationId xmlns:p14="http://schemas.microsoft.com/office/powerpoint/2010/main" val="1482433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17</a:t>
            </a:fld>
            <a:endParaRPr lang="en-US" dirty="0"/>
          </a:p>
        </p:txBody>
      </p:sp>
    </p:spTree>
    <p:extLst>
      <p:ext uri="{BB962C8B-B14F-4D97-AF65-F5344CB8AC3E}">
        <p14:creationId xmlns:p14="http://schemas.microsoft.com/office/powerpoint/2010/main" val="610829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18</a:t>
            </a:fld>
            <a:endParaRPr lang="en-US" dirty="0"/>
          </a:p>
        </p:txBody>
      </p:sp>
    </p:spTree>
    <p:extLst>
      <p:ext uri="{BB962C8B-B14F-4D97-AF65-F5344CB8AC3E}">
        <p14:creationId xmlns:p14="http://schemas.microsoft.com/office/powerpoint/2010/main" val="2505104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19</a:t>
            </a:fld>
            <a:endParaRPr lang="en-US" dirty="0"/>
          </a:p>
        </p:txBody>
      </p:sp>
    </p:spTree>
    <p:extLst>
      <p:ext uri="{BB962C8B-B14F-4D97-AF65-F5344CB8AC3E}">
        <p14:creationId xmlns:p14="http://schemas.microsoft.com/office/powerpoint/2010/main" val="17238895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20</a:t>
            </a:fld>
            <a:endParaRPr lang="en-US" dirty="0"/>
          </a:p>
        </p:txBody>
      </p:sp>
    </p:spTree>
    <p:extLst>
      <p:ext uri="{BB962C8B-B14F-4D97-AF65-F5344CB8AC3E}">
        <p14:creationId xmlns:p14="http://schemas.microsoft.com/office/powerpoint/2010/main" val="31765362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dirty="0"/>
              <a:t>The</a:t>
            </a:r>
            <a:r>
              <a:rPr lang="en-US" baseline="0" dirty="0"/>
              <a:t> HAVING clause is used to filter data based on aggregate values. This means that we cannot use it without grouping before that. Unlike HAVING, the WHERE clause filters rows before the aggregation happens.</a:t>
            </a:r>
            <a:endParaRPr lang="en-US" dirty="0"/>
          </a:p>
          <a:p>
            <a:endParaRPr lang="en-US" dirty="0"/>
          </a:p>
        </p:txBody>
      </p:sp>
      <p:sp>
        <p:nvSpPr>
          <p:cNvPr id="4" name="Контейнер за долния колонтитул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Контейнер за номер на слайда 4"/>
          <p:cNvSpPr>
            <a:spLocks noGrp="1"/>
          </p:cNvSpPr>
          <p:nvPr>
            <p:ph type="sldNum" sz="quarter" idx="11"/>
          </p:nvPr>
        </p:nvSpPr>
        <p:spPr/>
        <p:txBody>
          <a:bodyPr/>
          <a:lstStyle/>
          <a:p>
            <a:fld id="{3EBA5BD7-F043-4D1B-AA17-CD412FC534DE}" type="slidenum">
              <a:rPr lang="en-US" smtClean="0"/>
              <a:pPr/>
              <a:t>21</a:t>
            </a:fld>
            <a:endParaRPr lang="en-US" dirty="0"/>
          </a:p>
        </p:txBody>
      </p:sp>
    </p:spTree>
    <p:extLst>
      <p:ext uri="{BB962C8B-B14F-4D97-AF65-F5344CB8AC3E}">
        <p14:creationId xmlns:p14="http://schemas.microsoft.com/office/powerpoint/2010/main" val="1300549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22</a:t>
            </a:fld>
            <a:endParaRPr lang="en-US" dirty="0"/>
          </a:p>
        </p:txBody>
      </p:sp>
    </p:spTree>
    <p:extLst>
      <p:ext uri="{BB962C8B-B14F-4D97-AF65-F5344CB8AC3E}">
        <p14:creationId xmlns:p14="http://schemas.microsoft.com/office/powerpoint/2010/main" val="2162236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23</a:t>
            </a:fld>
            <a:endParaRPr lang="en-US" dirty="0"/>
          </a:p>
        </p:txBody>
      </p:sp>
    </p:spTree>
    <p:extLst>
      <p:ext uri="{BB962C8B-B14F-4D97-AF65-F5344CB8AC3E}">
        <p14:creationId xmlns:p14="http://schemas.microsoft.com/office/powerpoint/2010/main" val="19223935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24</a:t>
            </a:fld>
            <a:endParaRPr lang="en-US" dirty="0"/>
          </a:p>
        </p:txBody>
      </p:sp>
    </p:spTree>
    <p:extLst>
      <p:ext uri="{BB962C8B-B14F-4D97-AF65-F5344CB8AC3E}">
        <p14:creationId xmlns:p14="http://schemas.microsoft.com/office/powerpoint/2010/main" val="10835911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374749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a:t>
            </a:r>
            <a:r>
              <a:rPr lang="en-US" baseline="0" dirty="0"/>
              <a:t> that we know more about querying it is important to understand how SQL works. There is a difference between the syntax and the execution. If we have the following query:</a:t>
            </a:r>
            <a:br>
              <a:rPr lang="en-US" baseline="0" dirty="0"/>
            </a:br>
            <a:r>
              <a:rPr lang="en-US" baseline="0" dirty="0"/>
              <a:t>   </a:t>
            </a:r>
            <a:r>
              <a:rPr lang="en-US" sz="1600" b="1" i="0" u="none" strike="noStrike" baseline="0" dirty="0">
                <a:solidFill>
                  <a:srgbClr val="0000FF"/>
                </a:solidFill>
                <a:latin typeface="Courier New" panose="02070309020205020404" pitchFamily="49" charset="0"/>
              </a:rPr>
              <a:t>SELECT</a:t>
            </a:r>
            <a:r>
              <a:rPr lang="en-US" sz="1600" b="0" i="0" u="none" strike="noStrike" baseline="0" dirty="0">
                <a:solidFill>
                  <a:srgbClr val="000000"/>
                </a:solidFill>
                <a:latin typeface="Courier New" panose="02070309020205020404" pitchFamily="49" charset="0"/>
              </a:rPr>
              <a:t> </a:t>
            </a:r>
            <a:r>
              <a:rPr lang="en-US" sz="1600" b="1" i="0" u="none" strike="noStrike" baseline="0" dirty="0">
                <a:solidFill>
                  <a:srgbClr val="0000FF"/>
                </a:solidFill>
                <a:latin typeface="Courier New" panose="02070309020205020404" pitchFamily="49" charset="0"/>
              </a:rPr>
              <a:t>DISTINCT</a:t>
            </a:r>
          </a:p>
          <a:p>
            <a:r>
              <a:rPr lang="en-US" sz="1600" b="0" i="0" u="none" strike="noStrike" baseline="0" dirty="0">
                <a:solidFill>
                  <a:srgbClr val="808000"/>
                </a:solidFill>
                <a:latin typeface="Courier New" panose="02070309020205020404" pitchFamily="49" charset="0"/>
              </a:rPr>
              <a:t>                u</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user_name</a:t>
            </a:r>
            <a:r>
              <a:rPr lang="en-US" sz="1600" b="0" i="0" u="none" strike="noStrike" baseline="0" dirty="0">
                <a:solidFill>
                  <a:srgbClr val="0000FF"/>
                </a:solidFill>
                <a:latin typeface="Courier New" panose="02070309020205020404" pitchFamily="49" charset="0"/>
              </a:rPr>
              <a:t>,</a:t>
            </a:r>
          </a:p>
          <a:p>
            <a:r>
              <a:rPr lang="en-US" sz="1600" b="0" i="0" u="none" strike="noStrike" baseline="0" dirty="0">
                <a:solidFill>
                  <a:srgbClr val="808000"/>
                </a:solidFill>
                <a:latin typeface="Courier New" panose="02070309020205020404" pitchFamily="49" charset="0"/>
              </a:rPr>
              <a:t>                c</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name</a:t>
            </a:r>
            <a:r>
              <a:rPr lang="en-US" sz="1600" b="0" i="0" u="none" strike="noStrike" baseline="0" dirty="0">
                <a:solidFill>
                  <a:srgbClr val="000000"/>
                </a:solidFill>
                <a:latin typeface="Courier New" panose="02070309020205020404" pitchFamily="49" charset="0"/>
              </a:rPr>
              <a:t> </a:t>
            </a:r>
            <a:r>
              <a:rPr lang="en-US" sz="1600" b="1" i="0" u="none" strike="noStrike" baseline="0" dirty="0">
                <a:solidFill>
                  <a:srgbClr val="0000FF"/>
                </a:solidFill>
                <a:latin typeface="Courier New" panose="02070309020205020404" pitchFamily="49" charset="0"/>
              </a:rPr>
              <a:t>AS</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character_name</a:t>
            </a:r>
            <a:r>
              <a:rPr lang="en-US" sz="1600" b="0" i="0" u="none" strike="noStrike" baseline="0" dirty="0">
                <a:solidFill>
                  <a:srgbClr val="0000FF"/>
                </a:solidFill>
                <a:latin typeface="Courier New" panose="02070309020205020404" pitchFamily="49" charset="0"/>
              </a:rPr>
              <a:t>,</a:t>
            </a:r>
          </a:p>
          <a:p>
            <a:r>
              <a:rPr lang="en-US" sz="1600" b="1" i="0" u="none" strike="noStrike" baseline="0" dirty="0">
                <a:solidFill>
                  <a:srgbClr val="000080"/>
                </a:solidFill>
                <a:latin typeface="Courier New" panose="02070309020205020404" pitchFamily="49" charset="0"/>
              </a:rPr>
              <a:t>                SUM</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cash</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000000"/>
                </a:solidFill>
                <a:latin typeface="Courier New" panose="02070309020205020404" pitchFamily="49" charset="0"/>
              </a:rPr>
              <a:t> </a:t>
            </a:r>
            <a:r>
              <a:rPr lang="en-US" sz="1600" b="1" i="0" u="none" strike="noStrike" baseline="0" dirty="0">
                <a:solidFill>
                  <a:srgbClr val="0000FF"/>
                </a:solidFill>
                <a:latin typeface="Courier New" panose="02070309020205020404" pitchFamily="49" charset="0"/>
              </a:rPr>
              <a:t>AS</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total_cash</a:t>
            </a:r>
          </a:p>
          <a:p>
            <a:r>
              <a:rPr lang="en-US" sz="1600" b="1" i="0" u="none" strike="noStrike" baseline="0" dirty="0">
                <a:solidFill>
                  <a:srgbClr val="0000FF"/>
                </a:solidFill>
                <a:latin typeface="Courier New" panose="02070309020205020404" pitchFamily="49" charset="0"/>
              </a:rPr>
              <a:t>    FROM</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FF00FF"/>
                </a:solidFill>
                <a:latin typeface="Courier New" panose="02070309020205020404" pitchFamily="49" charset="0"/>
              </a:rPr>
              <a:t>users_games</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ug</a:t>
            </a:r>
          </a:p>
          <a:p>
            <a:r>
              <a:rPr lang="en-US" sz="1600" b="1" i="0" u="none" strike="noStrike" baseline="0" dirty="0">
                <a:solidFill>
                  <a:srgbClr val="0000FF"/>
                </a:solidFill>
                <a:latin typeface="Courier New" panose="02070309020205020404" pitchFamily="49" charset="0"/>
              </a:rPr>
              <a:t>   INNER</a:t>
            </a:r>
            <a:r>
              <a:rPr lang="en-US" sz="1600" b="0" i="0" u="none" strike="noStrike" baseline="0" dirty="0">
                <a:solidFill>
                  <a:srgbClr val="000000"/>
                </a:solidFill>
                <a:latin typeface="Courier New" panose="02070309020205020404" pitchFamily="49" charset="0"/>
              </a:rPr>
              <a:t> </a:t>
            </a:r>
            <a:r>
              <a:rPr lang="en-US" sz="1600" b="1" i="0" u="none" strike="noStrike" baseline="0" dirty="0">
                <a:solidFill>
                  <a:srgbClr val="0000FF"/>
                </a:solidFill>
                <a:latin typeface="Courier New" panose="02070309020205020404" pitchFamily="49" charset="0"/>
              </a:rPr>
              <a:t>JOIN</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FF00FF"/>
                </a:solidFill>
                <a:latin typeface="Courier New" panose="02070309020205020404" pitchFamily="49" charset="0"/>
              </a:rPr>
              <a:t>characters</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c</a:t>
            </a:r>
          </a:p>
          <a:p>
            <a:r>
              <a:rPr lang="en-US" sz="1600" b="1" i="0" u="none" strike="noStrike" baseline="0" dirty="0">
                <a:solidFill>
                  <a:srgbClr val="0000FF"/>
                </a:solidFill>
                <a:latin typeface="Courier New" panose="02070309020205020404" pitchFamily="49" charset="0"/>
              </a:rPr>
              <a:t>         ON</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ug</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character_id</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c</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id</a:t>
            </a:r>
          </a:p>
          <a:p>
            <a:r>
              <a:rPr lang="en-US" sz="1600" b="1" i="0" u="none" strike="noStrike" baseline="0" dirty="0">
                <a:solidFill>
                  <a:srgbClr val="0000FF"/>
                </a:solidFill>
                <a:latin typeface="Courier New" panose="02070309020205020404" pitchFamily="49" charset="0"/>
              </a:rPr>
              <a:t>   INNER</a:t>
            </a:r>
            <a:r>
              <a:rPr lang="en-US" sz="1600" b="0" i="0" u="none" strike="noStrike" baseline="0" dirty="0">
                <a:solidFill>
                  <a:srgbClr val="000000"/>
                </a:solidFill>
                <a:latin typeface="Courier New" panose="02070309020205020404" pitchFamily="49" charset="0"/>
              </a:rPr>
              <a:t> </a:t>
            </a:r>
            <a:r>
              <a:rPr lang="en-US" sz="1600" b="1" i="0" u="none" strike="noStrike" baseline="0" dirty="0">
                <a:solidFill>
                  <a:srgbClr val="0000FF"/>
                </a:solidFill>
                <a:latin typeface="Courier New" panose="02070309020205020404" pitchFamily="49" charset="0"/>
              </a:rPr>
              <a:t>JOIN</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FF00FF"/>
                </a:solidFill>
                <a:latin typeface="Courier New" panose="02070309020205020404" pitchFamily="49" charset="0"/>
              </a:rPr>
              <a:t>users</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u</a:t>
            </a:r>
          </a:p>
          <a:p>
            <a:r>
              <a:rPr lang="en-US" sz="1600" b="1" i="0" u="none" strike="noStrike" baseline="0" dirty="0">
                <a:solidFill>
                  <a:srgbClr val="0000FF"/>
                </a:solidFill>
                <a:latin typeface="Courier New" panose="02070309020205020404" pitchFamily="49" charset="0"/>
              </a:rPr>
              <a:t>         ON</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ug</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user_id</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u</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id</a:t>
            </a:r>
            <a:br>
              <a:rPr lang="en-US" sz="1600" b="0" i="0" u="none" strike="noStrike" baseline="0" dirty="0">
                <a:solidFill>
                  <a:srgbClr val="808000"/>
                </a:solidFill>
                <a:latin typeface="Courier New" panose="02070309020205020404" pitchFamily="49" charset="0"/>
              </a:rPr>
            </a:br>
            <a:r>
              <a:rPr lang="en-US" sz="1600" b="0" i="0" u="none" strike="noStrike" baseline="0" dirty="0">
                <a:solidFill>
                  <a:srgbClr val="808000"/>
                </a:solidFill>
                <a:latin typeface="Courier New" panose="02070309020205020404" pitchFamily="49" charset="0"/>
              </a:rPr>
              <a:t>  </a:t>
            </a:r>
            <a:r>
              <a:rPr lang="en-US" sz="1600" b="1" i="0" u="none" strike="noStrike" baseline="0" dirty="0">
                <a:solidFill>
                  <a:srgbClr val="0000FF"/>
                </a:solidFill>
                <a:latin typeface="Courier New" panose="02070309020205020404" pitchFamily="49" charset="0"/>
              </a:rPr>
              <a:t>GROUP</a:t>
            </a:r>
            <a:r>
              <a:rPr lang="en-US" sz="1600" b="0" i="0" u="none" strike="noStrike" baseline="0" dirty="0">
                <a:solidFill>
                  <a:srgbClr val="000000"/>
                </a:solidFill>
                <a:latin typeface="Courier New" panose="02070309020205020404" pitchFamily="49" charset="0"/>
              </a:rPr>
              <a:t> </a:t>
            </a:r>
            <a:r>
              <a:rPr lang="en-US" sz="1600" b="1" i="0" u="none" strike="noStrike" baseline="0" dirty="0">
                <a:solidFill>
                  <a:srgbClr val="0000FF"/>
                </a:solidFill>
                <a:latin typeface="Courier New" panose="02070309020205020404" pitchFamily="49" charset="0"/>
              </a:rPr>
              <a:t>BY</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u</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user_name</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c</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name</a:t>
            </a:r>
          </a:p>
          <a:p>
            <a:r>
              <a:rPr lang="en-US" sz="1600" b="1" i="0" u="none" strike="noStrike" baseline="0" dirty="0">
                <a:solidFill>
                  <a:srgbClr val="0000FF"/>
                </a:solidFill>
                <a:latin typeface="Courier New" panose="02070309020205020404" pitchFamily="49" charset="0"/>
              </a:rPr>
              <a:t>HAVING</a:t>
            </a:r>
            <a:r>
              <a:rPr lang="en-US" sz="1600" b="0" i="0" u="none" strike="noStrike" baseline="0" dirty="0">
                <a:solidFill>
                  <a:srgbClr val="000000"/>
                </a:solidFill>
                <a:latin typeface="Courier New" panose="02070309020205020404" pitchFamily="49" charset="0"/>
              </a:rPr>
              <a:t> </a:t>
            </a:r>
            <a:r>
              <a:rPr lang="en-US" sz="1600" b="1" i="0" u="none" strike="noStrike" baseline="0" dirty="0">
                <a:solidFill>
                  <a:srgbClr val="000080"/>
                </a:solidFill>
                <a:latin typeface="Courier New" panose="02070309020205020404" pitchFamily="49" charset="0"/>
              </a:rPr>
              <a:t>SUM</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808000"/>
                </a:solidFill>
                <a:latin typeface="Courier New" panose="02070309020205020404" pitchFamily="49" charset="0"/>
              </a:rPr>
              <a:t>cash</a:t>
            </a:r>
            <a:r>
              <a:rPr lang="en-US" sz="1600" b="0" i="0" u="none" strike="noStrike" baseline="0" dirty="0">
                <a:solidFill>
                  <a:srgbClr val="0000FF"/>
                </a:solidFill>
                <a:latin typeface="Courier New" panose="02070309020205020404" pitchFamily="49" charset="0"/>
              </a:rPr>
              <a:t>)</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0000FF"/>
                </a:solidFill>
                <a:latin typeface="Courier New" panose="02070309020205020404" pitchFamily="49" charset="0"/>
              </a:rPr>
              <a:t>&gt;</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0080"/>
                </a:solidFill>
                <a:latin typeface="Courier New" panose="02070309020205020404" pitchFamily="49" charset="0"/>
              </a:rPr>
              <a:t>10000</a:t>
            </a:r>
          </a:p>
          <a:p>
            <a:r>
              <a:rPr lang="en-US" sz="1600" b="1" i="0" u="none" strike="noStrike" baseline="0" dirty="0">
                <a:solidFill>
                  <a:srgbClr val="0000FF"/>
                </a:solidFill>
                <a:latin typeface="Courier New" panose="02070309020205020404" pitchFamily="49" charset="0"/>
              </a:rPr>
              <a:t>   ORDER</a:t>
            </a:r>
            <a:r>
              <a:rPr lang="en-US" sz="1600" b="0" i="0" u="none" strike="noStrike" baseline="0" dirty="0">
                <a:solidFill>
                  <a:srgbClr val="000000"/>
                </a:solidFill>
                <a:latin typeface="Courier New" panose="02070309020205020404" pitchFamily="49" charset="0"/>
              </a:rPr>
              <a:t> </a:t>
            </a:r>
            <a:r>
              <a:rPr lang="en-US" sz="1600" b="1" i="0" u="none" strike="noStrike" baseline="0" dirty="0">
                <a:solidFill>
                  <a:srgbClr val="0000FF"/>
                </a:solidFill>
                <a:latin typeface="Courier New" panose="02070309020205020404" pitchFamily="49" charset="0"/>
              </a:rPr>
              <a:t>BY</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8000"/>
                </a:solidFill>
                <a:latin typeface="Courier New" panose="02070309020205020404" pitchFamily="49" charset="0"/>
              </a:rPr>
              <a:t>total_cash</a:t>
            </a:r>
          </a:p>
          <a:p>
            <a:r>
              <a:rPr lang="en-US" sz="1600" b="0" i="0" u="none" strike="noStrike" baseline="0" dirty="0">
                <a:solidFill>
                  <a:srgbClr val="000000"/>
                </a:solidFill>
                <a:latin typeface="Courier New" panose="02070309020205020404" pitchFamily="49" charset="0"/>
              </a:rPr>
              <a:t>     </a:t>
            </a:r>
            <a:r>
              <a:rPr lang="en-US" sz="1600" b="1" i="0" u="none" strike="noStrike" baseline="0" dirty="0">
                <a:solidFill>
                  <a:srgbClr val="0000FF"/>
                </a:solidFill>
                <a:latin typeface="Courier New" panose="02070309020205020404" pitchFamily="49" charset="0"/>
              </a:rPr>
              <a:t>LIMIT</a:t>
            </a:r>
            <a:r>
              <a:rPr lang="en-US" sz="1600" b="0" i="0" u="none" strike="noStrike" baseline="0" dirty="0">
                <a:solidFill>
                  <a:srgbClr val="000000"/>
                </a:solidFill>
                <a:latin typeface="Courier New" panose="02070309020205020404" pitchFamily="49" charset="0"/>
              </a:rPr>
              <a:t> </a:t>
            </a:r>
            <a:r>
              <a:rPr lang="en-US" sz="1600" b="0" i="0" u="none" strike="noStrike" baseline="0" dirty="0">
                <a:solidFill>
                  <a:srgbClr val="800080"/>
                </a:solidFill>
                <a:latin typeface="Courier New" panose="02070309020205020404" pitchFamily="49" charset="0"/>
              </a:rPr>
              <a:t>10</a:t>
            </a:r>
            <a:br>
              <a:rPr lang="en-US" sz="1600" b="0" i="0" u="none" strike="noStrike" baseline="0" dirty="0">
                <a:solidFill>
                  <a:srgbClr val="800080"/>
                </a:solidFill>
                <a:latin typeface="Courier New" panose="02070309020205020404" pitchFamily="49" charset="0"/>
              </a:rPr>
            </a:br>
            <a:br>
              <a:rPr lang="en-US" sz="1600" b="0" i="0" u="none" strike="noStrike" baseline="0" dirty="0">
                <a:solidFill>
                  <a:srgbClr val="800080"/>
                </a:solidFill>
                <a:latin typeface="Courier New" panose="02070309020205020404" pitchFamily="49" charset="0"/>
              </a:rPr>
            </a:br>
            <a:r>
              <a:rPr lang="en-US" sz="1600" b="0" i="0" u="none" strike="noStrike" baseline="0" dirty="0">
                <a:solidFill>
                  <a:srgbClr val="800080"/>
                </a:solidFill>
                <a:latin typeface="Courier New" panose="02070309020205020404" pitchFamily="49" charset="0"/>
              </a:rPr>
              <a:t>The following execution will happen:</a:t>
            </a:r>
            <a:br>
              <a:rPr lang="en-US" sz="1600" b="0" i="0" u="none" strike="noStrike" baseline="0" dirty="0">
                <a:solidFill>
                  <a:srgbClr val="800080"/>
                </a:solidFill>
                <a:latin typeface="Courier New" panose="02070309020205020404" pitchFamily="49" charset="0"/>
              </a:rPr>
            </a:br>
            <a:r>
              <a:rPr lang="en-US" sz="1600" b="0" i="0" u="none" strike="noStrike" baseline="0" dirty="0">
                <a:solidFill>
                  <a:srgbClr val="800080"/>
                </a:solidFill>
                <a:latin typeface="Courier New" panose="02070309020205020404" pitchFamily="49" charset="0"/>
              </a:rPr>
              <a:t>First we are going to read FROM the table. Then we will join tables ON some criteria and do the OUTER joins. Afterwards come the filtering with WHERE. Then we GROUP by the columns. Furthermore, we will filter aggregated data by using HAVING. The next step is to SELECT the data we want. After that we can get DISTINCT records which we can ORDER. At the end we can LIMIT the dataset.</a:t>
            </a:r>
          </a:p>
          <a:p>
            <a:br>
              <a:rPr lang="en-US" baseline="0" dirty="0"/>
            </a:br>
            <a:endParaRPr lang="en-US" dirty="0"/>
          </a:p>
        </p:txBody>
      </p:sp>
      <p:sp>
        <p:nvSpPr>
          <p:cNvPr id="4" name="Footer Placeholder 3"/>
          <p:cNvSpPr>
            <a:spLocks noGrp="1"/>
          </p:cNvSpPr>
          <p:nvPr>
            <p:ph type="ftr" sz="quarter" idx="10"/>
          </p:nvPr>
        </p:nvSpPr>
        <p:spPr/>
        <p:txBody>
          <a:bodyPr/>
          <a:lstStyle/>
          <a:p>
            <a:r>
              <a:rPr lang="en-US" sz="1000" dirty="0"/>
              <a:t>© Software University Foundation – </a:t>
            </a:r>
            <a:r>
              <a:rPr lang="en-US" sz="1000" u="sng" dirty="0">
                <a:hlinkClick r:id="rId3"/>
              </a:rPr>
              <a:t>http://softuni.org</a:t>
            </a:r>
            <a:endParaRPr lang="en-US" sz="1000" dirty="0"/>
          </a:p>
          <a:p>
            <a:r>
              <a:rPr lang="en-US" sz="1000" dirty="0"/>
              <a:t>This work is licensed under the </a:t>
            </a:r>
            <a:r>
              <a:rPr lang="en-US" sz="1000" u="sng" noProof="1">
                <a:hlinkClick r:id="rId4"/>
              </a:rPr>
              <a:t>Creative Commons Attribution-NonCommercial-ShareAlike</a:t>
            </a:r>
            <a:r>
              <a:rPr lang="en-US" sz="1000" noProof="1"/>
              <a:t> </a:t>
            </a:r>
            <a:r>
              <a:rPr lang="en-US" sz="1000" dirty="0"/>
              <a:t>license.</a:t>
            </a:r>
          </a:p>
        </p:txBody>
      </p:sp>
      <p:sp>
        <p:nvSpPr>
          <p:cNvPr id="5" name="Slide Number Placeholder 4"/>
          <p:cNvSpPr>
            <a:spLocks noGrp="1"/>
          </p:cNvSpPr>
          <p:nvPr>
            <p:ph type="sldNum" sz="quarter" idx="11"/>
          </p:nvPr>
        </p:nvSpPr>
        <p:spPr/>
        <p:txBody>
          <a:bodyPr/>
          <a:lstStyle/>
          <a:p>
            <a:fld id="{3EBA5BD7-F043-4D1B-AA17-CD412FC534DE}" type="slidenum">
              <a:rPr lang="en-US" smtClean="0"/>
              <a:pPr/>
              <a:t>26</a:t>
            </a:fld>
            <a:endParaRPr lang="en-US" dirty="0"/>
          </a:p>
        </p:txBody>
      </p:sp>
    </p:spTree>
    <p:extLst>
      <p:ext uri="{BB962C8B-B14F-4D97-AF65-F5344CB8AC3E}">
        <p14:creationId xmlns:p14="http://schemas.microsoft.com/office/powerpoint/2010/main" val="322707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D1290-EB31-431A-858F-F344C3B24A1A}"/>
              </a:ext>
            </a:extLst>
          </p:cNvPr>
          <p:cNvSpPr>
            <a:spLocks noGrp="1"/>
          </p:cNvSpPr>
          <p:nvPr>
            <p:ph type="ctrTitle"/>
          </p:nvPr>
        </p:nvSpPr>
        <p:spPr>
          <a:xfrm>
            <a:off x="1523603" y="1122363"/>
            <a:ext cx="9141619" cy="2387600"/>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A571FF30-7FFA-470B-8A0B-AD9671BDAA57}"/>
              </a:ext>
            </a:extLst>
          </p:cNvPr>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p>
        </p:txBody>
      </p:sp>
    </p:spTree>
    <p:extLst>
      <p:ext uri="{BB962C8B-B14F-4D97-AF65-F5344CB8AC3E}">
        <p14:creationId xmlns:p14="http://schemas.microsoft.com/office/powerpoint/2010/main" val="1718476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B66C8-8D79-4DA5-82B0-5F0461B2F347}"/>
              </a:ext>
            </a:extLst>
          </p:cNvPr>
          <p:cNvSpPr>
            <a:spLocks noGrp="1"/>
          </p:cNvSpPr>
          <p:nvPr>
            <p:ph type="ctrTitle"/>
          </p:nvPr>
        </p:nvSpPr>
        <p:spPr>
          <a:xfrm>
            <a:off x="1523603" y="1122363"/>
            <a:ext cx="9141619" cy="2387600"/>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8B354155-DC3C-495A-AEF1-41C4B5B1DA6C}"/>
              </a:ext>
            </a:extLst>
          </p:cNvPr>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7A1AB0-DDD4-4ABC-ABAE-EFA41A02E337}"/>
              </a:ext>
            </a:extLst>
          </p:cNvPr>
          <p:cNvSpPr>
            <a:spLocks noGrp="1"/>
          </p:cNvSpPr>
          <p:nvPr>
            <p:ph type="dt" sz="half" idx="10"/>
          </p:nvPr>
        </p:nvSpPr>
        <p:spPr/>
        <p:txBody>
          <a:bodyPr/>
          <a:lstStyle/>
          <a:p>
            <a:fld id="{4BDF68E2-58F2-4D09-BE8B-E3BD06533059}" type="datetimeFigureOut">
              <a:rPr lang="en-US" smtClean="0"/>
              <a:t>5/7/2025</a:t>
            </a:fld>
            <a:endParaRPr lang="en-US" dirty="0"/>
          </a:p>
        </p:txBody>
      </p:sp>
      <p:sp>
        <p:nvSpPr>
          <p:cNvPr id="5" name="Footer Placeholder 4">
            <a:extLst>
              <a:ext uri="{FF2B5EF4-FFF2-40B4-BE49-F238E27FC236}">
                <a16:creationId xmlns:a16="http://schemas.microsoft.com/office/drawing/2014/main" id="{0EB0EC83-1FC5-42B0-975A-F8252219801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9948FCF-0DE3-458C-8A3E-9B2736415DBD}"/>
              </a:ext>
            </a:extLst>
          </p:cNvPr>
          <p:cNvSpPr>
            <a:spLocks noGrp="1"/>
          </p:cNvSpPr>
          <p:nvPr>
            <p:ph type="sldNum" sz="quarter" idx="12"/>
          </p:nvPr>
        </p:nvSpPr>
        <p:spPr/>
        <p:txBody>
          <a:bodyPr/>
          <a:lstStyle/>
          <a:p>
            <a:fld id="{4FAB73BC-B049-4115-A692-8D63A059BFB8}" type="slidenum">
              <a:rPr lang="en-US" smtClean="0"/>
              <a:t>‹#›</a:t>
            </a:fld>
            <a:endParaRPr lang="en-US" dirty="0"/>
          </a:p>
        </p:txBody>
      </p:sp>
      <p:pic>
        <p:nvPicPr>
          <p:cNvPr id="7" name="Google Shape;17;p2">
            <a:extLst>
              <a:ext uri="{FF2B5EF4-FFF2-40B4-BE49-F238E27FC236}">
                <a16:creationId xmlns:a16="http://schemas.microsoft.com/office/drawing/2014/main" id="{02DED26D-F7B9-449B-A8DC-26A878C5EB35}"/>
              </a:ext>
            </a:extLst>
          </p:cNvPr>
          <p:cNvPicPr preferRelativeResize="0"/>
          <p:nvPr userDrawn="1"/>
        </p:nvPicPr>
        <p:blipFill rotWithShape="1">
          <a:blip r:embed="rId2">
            <a:alphaModFix/>
          </a:blip>
          <a:srcRect/>
          <a:stretch/>
        </p:blipFill>
        <p:spPr>
          <a:xfrm>
            <a:off x="1" y="0"/>
            <a:ext cx="12195176" cy="6858000"/>
          </a:xfrm>
          <a:prstGeom prst="rect">
            <a:avLst/>
          </a:prstGeom>
          <a:noFill/>
          <a:ln>
            <a:noFill/>
          </a:ln>
        </p:spPr>
      </p:pic>
      <p:pic>
        <p:nvPicPr>
          <p:cNvPr id="8" name="Picture 7" descr="A picture containing drawing&#10;&#10;Description automatically generated">
            <a:extLst>
              <a:ext uri="{FF2B5EF4-FFF2-40B4-BE49-F238E27FC236}">
                <a16:creationId xmlns:a16="http://schemas.microsoft.com/office/drawing/2014/main" id="{DB714CF9-63EE-4493-BAF3-4539A311F944}"/>
              </a:ext>
            </a:extLst>
          </p:cNvPr>
          <p:cNvPicPr>
            <a:picLocks noChangeAspect="1"/>
          </p:cNvPicPr>
          <p:nvPr userDrawn="1"/>
        </p:nvPicPr>
        <p:blipFill>
          <a:blip r:embed="rId3"/>
          <a:stretch>
            <a:fillRect/>
          </a:stretch>
        </p:blipFill>
        <p:spPr>
          <a:xfrm>
            <a:off x="699150" y="514267"/>
            <a:ext cx="2309253" cy="853976"/>
          </a:xfrm>
          <a:prstGeom prst="rect">
            <a:avLst/>
          </a:prstGeom>
        </p:spPr>
      </p:pic>
      <p:sp>
        <p:nvSpPr>
          <p:cNvPr id="9" name="Google Shape;56;p8">
            <a:extLst>
              <a:ext uri="{FF2B5EF4-FFF2-40B4-BE49-F238E27FC236}">
                <a16:creationId xmlns:a16="http://schemas.microsoft.com/office/drawing/2014/main" id="{B6B92D0D-7B28-436F-814D-A195D2D87F99}"/>
              </a:ext>
            </a:extLst>
          </p:cNvPr>
          <p:cNvSpPr txBox="1"/>
          <p:nvPr userDrawn="1"/>
        </p:nvSpPr>
        <p:spPr>
          <a:xfrm>
            <a:off x="658945" y="5853119"/>
            <a:ext cx="6769053" cy="453394"/>
          </a:xfrm>
          <a:prstGeom prst="rect">
            <a:avLst/>
          </a:prstGeom>
          <a:noFill/>
          <a:ln>
            <a:noFill/>
          </a:ln>
        </p:spPr>
        <p:txBody>
          <a:bodyPr spcFirstLastPara="1" wrap="square" lIns="91425" tIns="45700" rIns="91425" bIns="45700" anchor="t" anchorCtr="0">
            <a:noAutofit/>
          </a:bodyPr>
          <a:lstStyle/>
          <a:p>
            <a:pPr>
              <a:lnSpc>
                <a:spcPct val="150000"/>
              </a:lnSpc>
            </a:pPr>
            <a:r>
              <a:rPr lang="en-US" dirty="0">
                <a:solidFill>
                  <a:schemeClr val="lt1"/>
                </a:solidFill>
                <a:latin typeface="Sarabun Light"/>
                <a:ea typeface="Sarabun Light"/>
                <a:cs typeface="Sarabun Light"/>
                <a:sym typeface="Sarabun Light"/>
              </a:rPr>
              <a:t>the leading software outsourcing company in Vietnam. </a:t>
            </a:r>
            <a:endParaRPr sz="1401" dirty="0">
              <a:solidFill>
                <a:schemeClr val="lt1"/>
              </a:solidFill>
              <a:latin typeface="Sarabun Light"/>
              <a:ea typeface="Sarabun Light"/>
              <a:cs typeface="Sarabun Light"/>
              <a:sym typeface="Sarabun Light"/>
            </a:endParaRPr>
          </a:p>
        </p:txBody>
      </p:sp>
    </p:spTree>
    <p:extLst>
      <p:ext uri="{BB962C8B-B14F-4D97-AF65-F5344CB8AC3E}">
        <p14:creationId xmlns:p14="http://schemas.microsoft.com/office/powerpoint/2010/main" val="1771862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F03CD-1385-4490-9AAE-5B982C8FC2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D8BDA2-0B9F-4212-9BFA-60322097F8D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oogle Shape;20;p3">
            <a:extLst>
              <a:ext uri="{FF2B5EF4-FFF2-40B4-BE49-F238E27FC236}">
                <a16:creationId xmlns:a16="http://schemas.microsoft.com/office/drawing/2014/main" id="{DF36035F-1AE1-42BF-922E-C2127DF898AA}"/>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57047D90-7191-4832-B0E5-3B97052D23E7}"/>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425105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2A28F-9A48-47AA-B2B6-16021FCC9CB1}"/>
              </a:ext>
            </a:extLst>
          </p:cNvPr>
          <p:cNvSpPr>
            <a:spLocks noGrp="1"/>
          </p:cNvSpPr>
          <p:nvPr>
            <p:ph type="title"/>
          </p:nvPr>
        </p:nvSpPr>
        <p:spPr>
          <a:xfrm>
            <a:off x="831633" y="1709739"/>
            <a:ext cx="10512862" cy="2852737"/>
          </a:xfrm>
        </p:spPr>
        <p:txBody>
          <a:bodyPr anchor="b"/>
          <a:lstStyle>
            <a:lvl1pPr>
              <a:defRPr sz="5998"/>
            </a:lvl1pPr>
          </a:lstStyle>
          <a:p>
            <a:r>
              <a:rPr lang="en-US"/>
              <a:t>Click to edit Master title style</a:t>
            </a:r>
          </a:p>
        </p:txBody>
      </p:sp>
      <p:sp>
        <p:nvSpPr>
          <p:cNvPr id="3" name="Text Placeholder 2">
            <a:extLst>
              <a:ext uri="{FF2B5EF4-FFF2-40B4-BE49-F238E27FC236}">
                <a16:creationId xmlns:a16="http://schemas.microsoft.com/office/drawing/2014/main" id="{A4A69792-93C5-4548-93B9-BF736FB06436}"/>
              </a:ext>
            </a:extLst>
          </p:cNvPr>
          <p:cNvSpPr>
            <a:spLocks noGrp="1"/>
          </p:cNvSpPr>
          <p:nvPr>
            <p:ph type="body" idx="1"/>
          </p:nvPr>
        </p:nvSpPr>
        <p:spPr>
          <a:xfrm>
            <a:off x="831633" y="4589464"/>
            <a:ext cx="10512862" cy="1500187"/>
          </a:xfr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a:t>Edit Master text styles</a:t>
            </a:r>
          </a:p>
        </p:txBody>
      </p:sp>
      <p:pic>
        <p:nvPicPr>
          <p:cNvPr id="7" name="Google Shape;20;p3">
            <a:extLst>
              <a:ext uri="{FF2B5EF4-FFF2-40B4-BE49-F238E27FC236}">
                <a16:creationId xmlns:a16="http://schemas.microsoft.com/office/drawing/2014/main" id="{3678817C-6175-4BD5-912E-D82E945ADEE3}"/>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8" name="Google Shape;21;p3">
            <a:extLst>
              <a:ext uri="{FF2B5EF4-FFF2-40B4-BE49-F238E27FC236}">
                <a16:creationId xmlns:a16="http://schemas.microsoft.com/office/drawing/2014/main" id="{F97CB3FC-107D-42F8-B959-CDEEC4DABC4F}"/>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410301050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FB248-ED08-48C2-A47E-6A29631701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170F2A-1E05-4E06-AD17-D8C28806038D}"/>
              </a:ext>
            </a:extLst>
          </p:cNvPr>
          <p:cNvSpPr>
            <a:spLocks noGrp="1"/>
          </p:cNvSpPr>
          <p:nvPr>
            <p:ph sz="half" idx="1"/>
          </p:nvPr>
        </p:nvSpPr>
        <p:spPr>
          <a:xfrm>
            <a:off x="837982" y="1825625"/>
            <a:ext cx="5180251"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1F980F-C2CA-400E-B494-2049B1B2DBBA}"/>
              </a:ext>
            </a:extLst>
          </p:cNvPr>
          <p:cNvSpPr>
            <a:spLocks noGrp="1"/>
          </p:cNvSpPr>
          <p:nvPr>
            <p:ph sz="half" idx="2"/>
          </p:nvPr>
        </p:nvSpPr>
        <p:spPr>
          <a:xfrm>
            <a:off x="6170592" y="1825625"/>
            <a:ext cx="5180251"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oogle Shape;20;p3">
            <a:extLst>
              <a:ext uri="{FF2B5EF4-FFF2-40B4-BE49-F238E27FC236}">
                <a16:creationId xmlns:a16="http://schemas.microsoft.com/office/drawing/2014/main" id="{ABA01E6D-7FEF-4572-A7CE-CBB956FD1644}"/>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814D6654-C3C7-40C5-8F31-7EC3AAC8A330}"/>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57788074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CDF10-1D23-4474-9B38-3CA826107835}"/>
              </a:ext>
            </a:extLst>
          </p:cNvPr>
          <p:cNvSpPr>
            <a:spLocks noGrp="1"/>
          </p:cNvSpPr>
          <p:nvPr>
            <p:ph type="title"/>
          </p:nvPr>
        </p:nvSpPr>
        <p:spPr>
          <a:xfrm>
            <a:off x="839569" y="365126"/>
            <a:ext cx="10512862"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46EE0D-E424-4887-BF7E-4FB69F84B72F}"/>
              </a:ext>
            </a:extLst>
          </p:cNvPr>
          <p:cNvSpPr>
            <a:spLocks noGrp="1"/>
          </p:cNvSpPr>
          <p:nvPr>
            <p:ph type="body" idx="1"/>
          </p:nvPr>
        </p:nvSpPr>
        <p:spPr>
          <a:xfrm>
            <a:off x="839570" y="1681163"/>
            <a:ext cx="5156444"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D194496-9096-40B3-AE07-EE6E47DBDCEC}"/>
              </a:ext>
            </a:extLst>
          </p:cNvPr>
          <p:cNvSpPr>
            <a:spLocks noGrp="1"/>
          </p:cNvSpPr>
          <p:nvPr>
            <p:ph sz="half" idx="2"/>
          </p:nvPr>
        </p:nvSpPr>
        <p:spPr>
          <a:xfrm>
            <a:off x="839570" y="2505075"/>
            <a:ext cx="5156444"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334754-6C99-4E9B-B2EF-F27708FD1AFF}"/>
              </a:ext>
            </a:extLst>
          </p:cNvPr>
          <p:cNvSpPr>
            <a:spLocks noGrp="1"/>
          </p:cNvSpPr>
          <p:nvPr>
            <p:ph type="body" sz="quarter" idx="3"/>
          </p:nvPr>
        </p:nvSpPr>
        <p:spPr>
          <a:xfrm>
            <a:off x="6170593" y="1681163"/>
            <a:ext cx="5181838"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DD7BA52-D1F7-4714-B821-C8511E9C3F88}"/>
              </a:ext>
            </a:extLst>
          </p:cNvPr>
          <p:cNvSpPr>
            <a:spLocks noGrp="1"/>
          </p:cNvSpPr>
          <p:nvPr>
            <p:ph sz="quarter" idx="4"/>
          </p:nvPr>
        </p:nvSpPr>
        <p:spPr>
          <a:xfrm>
            <a:off x="6170593" y="2505075"/>
            <a:ext cx="518183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oogle Shape;20;p3">
            <a:extLst>
              <a:ext uri="{FF2B5EF4-FFF2-40B4-BE49-F238E27FC236}">
                <a16:creationId xmlns:a16="http://schemas.microsoft.com/office/drawing/2014/main" id="{18F135E4-F054-4ADD-9CC0-3E56F1A9C584}"/>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11" name="Google Shape;21;p3">
            <a:extLst>
              <a:ext uri="{FF2B5EF4-FFF2-40B4-BE49-F238E27FC236}">
                <a16:creationId xmlns:a16="http://schemas.microsoft.com/office/drawing/2014/main" id="{445221B6-9F03-442D-AB91-2382B1321951}"/>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258875796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26B37-9ED7-4AB6-939C-584CAEC2CE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A3E8C7-3C42-480F-88D0-7F764B575883}"/>
              </a:ext>
            </a:extLst>
          </p:cNvPr>
          <p:cNvSpPr>
            <a:spLocks noGrp="1"/>
          </p:cNvSpPr>
          <p:nvPr>
            <p:ph type="dt" sz="half" idx="10"/>
          </p:nvPr>
        </p:nvSpPr>
        <p:spPr/>
        <p:txBody>
          <a:bodyPr/>
          <a:lstStyle/>
          <a:p>
            <a:fld id="{055373AC-9AA7-423B-BA00-BA1C74164DBD}" type="datetime1">
              <a:rPr lang="en-US" smtClean="0"/>
              <a:pPr/>
              <a:t>5/7/2025</a:t>
            </a:fld>
            <a:endParaRPr lang="en-US" dirty="0"/>
          </a:p>
        </p:txBody>
      </p:sp>
      <p:sp>
        <p:nvSpPr>
          <p:cNvPr id="4" name="Footer Placeholder 3">
            <a:extLst>
              <a:ext uri="{FF2B5EF4-FFF2-40B4-BE49-F238E27FC236}">
                <a16:creationId xmlns:a16="http://schemas.microsoft.com/office/drawing/2014/main" id="{785D9423-05E9-4F9B-ADEB-3AF62A3C77FC}"/>
              </a:ext>
            </a:extLst>
          </p:cNvPr>
          <p:cNvSpPr>
            <a:spLocks noGrp="1"/>
          </p:cNvSpPr>
          <p:nvPr>
            <p:ph type="ftr" sz="quarter" idx="11"/>
          </p:nvPr>
        </p:nvSpPr>
        <p:spPr>
          <a:xfrm>
            <a:off x="4037549" y="6356351"/>
            <a:ext cx="4113728"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67B06290-4F1C-484E-9985-047CCA089218}"/>
              </a:ext>
            </a:extLst>
          </p:cNvPr>
          <p:cNvSpPr>
            <a:spLocks noGrp="1"/>
          </p:cNvSpPr>
          <p:nvPr>
            <p:ph type="sldNum" sz="quarter" idx="12"/>
          </p:nvPr>
        </p:nvSpPr>
        <p:spPr>
          <a:xfrm>
            <a:off x="8608357" y="6356351"/>
            <a:ext cx="2742486" cy="365125"/>
          </a:xfrm>
          <a:prstGeom prst="rect">
            <a:avLst/>
          </a:prstGeom>
        </p:spPr>
        <p:txBody>
          <a:bodyPr/>
          <a:lstStyle/>
          <a:p>
            <a:fld id="{C014DD1E-5D91-48A3-AD6D-45FBA980D106}" type="slidenum">
              <a:rPr lang="en-US" smtClean="0"/>
              <a:pPr/>
              <a:t>‹#›</a:t>
            </a:fld>
            <a:endParaRPr lang="en-US" dirty="0"/>
          </a:p>
        </p:txBody>
      </p:sp>
      <p:pic>
        <p:nvPicPr>
          <p:cNvPr id="6" name="Google Shape;20;p3">
            <a:extLst>
              <a:ext uri="{FF2B5EF4-FFF2-40B4-BE49-F238E27FC236}">
                <a16:creationId xmlns:a16="http://schemas.microsoft.com/office/drawing/2014/main" id="{A2722BEB-1FB0-4481-976B-A37AE18F1D55}"/>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7" name="Google Shape;21;p3">
            <a:extLst>
              <a:ext uri="{FF2B5EF4-FFF2-40B4-BE49-F238E27FC236}">
                <a16:creationId xmlns:a16="http://schemas.microsoft.com/office/drawing/2014/main" id="{174C2999-C597-46F0-8DA7-25428A120C37}"/>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377500349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A7C9D7-7F20-4C06-87A3-88559CB03B45}"/>
              </a:ext>
            </a:extLst>
          </p:cNvPr>
          <p:cNvSpPr>
            <a:spLocks noGrp="1"/>
          </p:cNvSpPr>
          <p:nvPr>
            <p:ph type="dt" sz="half" idx="10"/>
          </p:nvPr>
        </p:nvSpPr>
        <p:spPr/>
        <p:txBody>
          <a:bodyPr/>
          <a:lstStyle/>
          <a:p>
            <a:fld id="{055373AC-9AA7-423B-BA00-BA1C74164DBD}" type="datetime1">
              <a:rPr lang="en-US" smtClean="0"/>
              <a:pPr/>
              <a:t>5/7/2025</a:t>
            </a:fld>
            <a:endParaRPr lang="en-US" dirty="0"/>
          </a:p>
        </p:txBody>
      </p:sp>
      <p:sp>
        <p:nvSpPr>
          <p:cNvPr id="3" name="Footer Placeholder 2">
            <a:extLst>
              <a:ext uri="{FF2B5EF4-FFF2-40B4-BE49-F238E27FC236}">
                <a16:creationId xmlns:a16="http://schemas.microsoft.com/office/drawing/2014/main" id="{325BC1F8-24C8-465A-9F0C-212D5FA8200B}"/>
              </a:ext>
            </a:extLst>
          </p:cNvPr>
          <p:cNvSpPr>
            <a:spLocks noGrp="1"/>
          </p:cNvSpPr>
          <p:nvPr>
            <p:ph type="ftr" sz="quarter" idx="11"/>
          </p:nvPr>
        </p:nvSpPr>
        <p:spPr>
          <a:xfrm>
            <a:off x="4037549" y="6356351"/>
            <a:ext cx="4113728"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903B4D9D-7E01-473A-95E1-47AB91DB20A9}"/>
              </a:ext>
            </a:extLst>
          </p:cNvPr>
          <p:cNvSpPr>
            <a:spLocks noGrp="1"/>
          </p:cNvSpPr>
          <p:nvPr>
            <p:ph type="sldNum" sz="quarter" idx="12"/>
          </p:nvPr>
        </p:nvSpPr>
        <p:spPr>
          <a:xfrm>
            <a:off x="8608357" y="6356351"/>
            <a:ext cx="2742486" cy="365125"/>
          </a:xfrm>
          <a:prstGeom prst="rect">
            <a:avLst/>
          </a:prstGeom>
        </p:spPr>
        <p:txBody>
          <a:bodyPr/>
          <a:lstStyle/>
          <a:p>
            <a:fld id="{C014DD1E-5D91-48A3-AD6D-45FBA980D106}" type="slidenum">
              <a:rPr lang="en-US" smtClean="0"/>
              <a:pPr/>
              <a:t>‹#›</a:t>
            </a:fld>
            <a:endParaRPr lang="en-US" dirty="0"/>
          </a:p>
        </p:txBody>
      </p:sp>
      <p:pic>
        <p:nvPicPr>
          <p:cNvPr id="5" name="Google Shape;20;p3">
            <a:extLst>
              <a:ext uri="{FF2B5EF4-FFF2-40B4-BE49-F238E27FC236}">
                <a16:creationId xmlns:a16="http://schemas.microsoft.com/office/drawing/2014/main" id="{4F2434D4-7460-4DAA-B8E0-04AEF1B83B84}"/>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6" name="Google Shape;21;p3">
            <a:extLst>
              <a:ext uri="{FF2B5EF4-FFF2-40B4-BE49-F238E27FC236}">
                <a16:creationId xmlns:a16="http://schemas.microsoft.com/office/drawing/2014/main" id="{C20395AC-733A-4047-82F6-C5C9E74EBB55}"/>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316947276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0AE72-EA8E-429E-A64E-CD761BCB7B61}"/>
              </a:ext>
            </a:extLst>
          </p:cNvPr>
          <p:cNvSpPr>
            <a:spLocks noGrp="1"/>
          </p:cNvSpPr>
          <p:nvPr>
            <p:ph type="title"/>
          </p:nvPr>
        </p:nvSpPr>
        <p:spPr>
          <a:xfrm>
            <a:off x="839570" y="457200"/>
            <a:ext cx="3931213" cy="1600200"/>
          </a:xfrm>
        </p:spPr>
        <p:txBody>
          <a:bodyPr anchor="b"/>
          <a:lstStyle>
            <a:lvl1pPr>
              <a:defRPr sz="3199"/>
            </a:lvl1pPr>
          </a:lstStyle>
          <a:p>
            <a:r>
              <a:rPr lang="en-US"/>
              <a:t>Click to edit Master title style</a:t>
            </a:r>
          </a:p>
        </p:txBody>
      </p:sp>
      <p:sp>
        <p:nvSpPr>
          <p:cNvPr id="3" name="Content Placeholder 2">
            <a:extLst>
              <a:ext uri="{FF2B5EF4-FFF2-40B4-BE49-F238E27FC236}">
                <a16:creationId xmlns:a16="http://schemas.microsoft.com/office/drawing/2014/main" id="{B2CEAE72-6209-41D1-A177-D60CA79BBEA4}"/>
              </a:ext>
            </a:extLst>
          </p:cNvPr>
          <p:cNvSpPr>
            <a:spLocks noGrp="1"/>
          </p:cNvSpPr>
          <p:nvPr>
            <p:ph idx="1"/>
          </p:nvPr>
        </p:nvSpPr>
        <p:spPr>
          <a:xfrm>
            <a:off x="5181838" y="987426"/>
            <a:ext cx="6170593"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A154DD-2917-4183-A266-C5363C8D4AD4}"/>
              </a:ext>
            </a:extLst>
          </p:cNvPr>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A354319-90FA-4320-8DF9-615BCA1093F1}"/>
              </a:ext>
            </a:extLst>
          </p:cNvPr>
          <p:cNvSpPr>
            <a:spLocks noGrp="1"/>
          </p:cNvSpPr>
          <p:nvPr>
            <p:ph type="dt" sz="half" idx="10"/>
          </p:nvPr>
        </p:nvSpPr>
        <p:spPr/>
        <p:txBody>
          <a:bodyPr/>
          <a:lstStyle/>
          <a:p>
            <a:fld id="{055373AC-9AA7-423B-BA00-BA1C74164DBD}" type="datetime1">
              <a:rPr lang="en-US" smtClean="0"/>
              <a:pPr/>
              <a:t>5/7/2025</a:t>
            </a:fld>
            <a:endParaRPr lang="en-US" dirty="0"/>
          </a:p>
        </p:txBody>
      </p:sp>
      <p:sp>
        <p:nvSpPr>
          <p:cNvPr id="6" name="Footer Placeholder 5">
            <a:extLst>
              <a:ext uri="{FF2B5EF4-FFF2-40B4-BE49-F238E27FC236}">
                <a16:creationId xmlns:a16="http://schemas.microsoft.com/office/drawing/2014/main" id="{B2F7AEDF-8210-4F21-A0DC-53D457E8FA6C}"/>
              </a:ext>
            </a:extLst>
          </p:cNvPr>
          <p:cNvSpPr>
            <a:spLocks noGrp="1"/>
          </p:cNvSpPr>
          <p:nvPr>
            <p:ph type="ftr" sz="quarter" idx="11"/>
          </p:nvPr>
        </p:nvSpPr>
        <p:spPr>
          <a:xfrm>
            <a:off x="4037549" y="6356351"/>
            <a:ext cx="4113728"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BF9A5CF4-D493-4ABB-BB75-56F4C397C932}"/>
              </a:ext>
            </a:extLst>
          </p:cNvPr>
          <p:cNvSpPr>
            <a:spLocks noGrp="1"/>
          </p:cNvSpPr>
          <p:nvPr>
            <p:ph type="sldNum" sz="quarter" idx="12"/>
          </p:nvPr>
        </p:nvSpPr>
        <p:spPr>
          <a:xfrm>
            <a:off x="8608357" y="6356351"/>
            <a:ext cx="2742486" cy="365125"/>
          </a:xfrm>
          <a:prstGeom prst="rect">
            <a:avLst/>
          </a:prstGeom>
        </p:spPr>
        <p:txBody>
          <a:bodyPr/>
          <a:lstStyle/>
          <a:p>
            <a:fld id="{C014DD1E-5D91-48A3-AD6D-45FBA980D106}" type="slidenum">
              <a:rPr lang="en-US" smtClean="0"/>
              <a:pPr/>
              <a:t>‹#›</a:t>
            </a:fld>
            <a:endParaRPr lang="en-US" dirty="0"/>
          </a:p>
        </p:txBody>
      </p:sp>
      <p:pic>
        <p:nvPicPr>
          <p:cNvPr id="8" name="Google Shape;20;p3">
            <a:extLst>
              <a:ext uri="{FF2B5EF4-FFF2-40B4-BE49-F238E27FC236}">
                <a16:creationId xmlns:a16="http://schemas.microsoft.com/office/drawing/2014/main" id="{5D4FB5D8-461F-4FE4-8D63-2F5F3CFADDE7}"/>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5426C93A-36EE-417F-BAA2-BF471E9E560B}"/>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14258793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91F8A-26F3-45A6-A23E-4AB6329433B9}"/>
              </a:ext>
            </a:extLst>
          </p:cNvPr>
          <p:cNvSpPr>
            <a:spLocks noGrp="1"/>
          </p:cNvSpPr>
          <p:nvPr>
            <p:ph type="title"/>
          </p:nvPr>
        </p:nvSpPr>
        <p:spPr>
          <a:xfrm>
            <a:off x="839570" y="457200"/>
            <a:ext cx="3931213" cy="1600200"/>
          </a:xfrm>
        </p:spPr>
        <p:txBody>
          <a:bodyPr anchor="b"/>
          <a:lstStyle>
            <a:lvl1pPr>
              <a:defRPr sz="3199"/>
            </a:lvl1pPr>
          </a:lstStyle>
          <a:p>
            <a:r>
              <a:rPr lang="en-US"/>
              <a:t>Click to edit Master title style</a:t>
            </a:r>
          </a:p>
        </p:txBody>
      </p:sp>
      <p:sp>
        <p:nvSpPr>
          <p:cNvPr id="3" name="Picture Placeholder 2">
            <a:extLst>
              <a:ext uri="{FF2B5EF4-FFF2-40B4-BE49-F238E27FC236}">
                <a16:creationId xmlns:a16="http://schemas.microsoft.com/office/drawing/2014/main" id="{ACC5F21F-ACAD-4557-BD2C-71C69E6BE8F8}"/>
              </a:ext>
            </a:extLst>
          </p:cNvPr>
          <p:cNvSpPr>
            <a:spLocks noGrp="1"/>
          </p:cNvSpPr>
          <p:nvPr>
            <p:ph type="pic" idx="1"/>
          </p:nvPr>
        </p:nvSpPr>
        <p:spPr>
          <a:xfrm>
            <a:off x="5181838" y="987426"/>
            <a:ext cx="6170593" cy="4873625"/>
          </a:xfrm>
        </p:spPr>
        <p:txBody>
          <a:bodyPr/>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endParaRPr lang="en-US"/>
          </a:p>
        </p:txBody>
      </p:sp>
      <p:sp>
        <p:nvSpPr>
          <p:cNvPr id="4" name="Text Placeholder 3">
            <a:extLst>
              <a:ext uri="{FF2B5EF4-FFF2-40B4-BE49-F238E27FC236}">
                <a16:creationId xmlns:a16="http://schemas.microsoft.com/office/drawing/2014/main" id="{637B6925-BD2D-4E39-AF11-3CB9EAA8CB18}"/>
              </a:ext>
            </a:extLst>
          </p:cNvPr>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2C0755C-98C2-45F9-BED2-9CE38313E44C}"/>
              </a:ext>
            </a:extLst>
          </p:cNvPr>
          <p:cNvSpPr>
            <a:spLocks noGrp="1"/>
          </p:cNvSpPr>
          <p:nvPr>
            <p:ph type="dt" sz="half" idx="10"/>
          </p:nvPr>
        </p:nvSpPr>
        <p:spPr/>
        <p:txBody>
          <a:bodyPr/>
          <a:lstStyle/>
          <a:p>
            <a:fld id="{055373AC-9AA7-423B-BA00-BA1C74164DBD}" type="datetime1">
              <a:rPr lang="en-US" smtClean="0"/>
              <a:pPr/>
              <a:t>5/7/2025</a:t>
            </a:fld>
            <a:endParaRPr lang="en-US" dirty="0"/>
          </a:p>
        </p:txBody>
      </p:sp>
      <p:sp>
        <p:nvSpPr>
          <p:cNvPr id="6" name="Footer Placeholder 5">
            <a:extLst>
              <a:ext uri="{FF2B5EF4-FFF2-40B4-BE49-F238E27FC236}">
                <a16:creationId xmlns:a16="http://schemas.microsoft.com/office/drawing/2014/main" id="{D6387A5B-0302-49F6-818C-D92A70079A7E}"/>
              </a:ext>
            </a:extLst>
          </p:cNvPr>
          <p:cNvSpPr>
            <a:spLocks noGrp="1"/>
          </p:cNvSpPr>
          <p:nvPr>
            <p:ph type="ftr" sz="quarter" idx="11"/>
          </p:nvPr>
        </p:nvSpPr>
        <p:spPr>
          <a:xfrm>
            <a:off x="4037549" y="6356351"/>
            <a:ext cx="4113728"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3677A686-A204-455C-8067-869FC56700D7}"/>
              </a:ext>
            </a:extLst>
          </p:cNvPr>
          <p:cNvSpPr>
            <a:spLocks noGrp="1"/>
          </p:cNvSpPr>
          <p:nvPr>
            <p:ph type="sldNum" sz="quarter" idx="12"/>
          </p:nvPr>
        </p:nvSpPr>
        <p:spPr>
          <a:xfrm>
            <a:off x="8608357" y="6356351"/>
            <a:ext cx="2742486" cy="365125"/>
          </a:xfrm>
          <a:prstGeom prst="rect">
            <a:avLst/>
          </a:prstGeom>
        </p:spPr>
        <p:txBody>
          <a:bodyPr/>
          <a:lstStyle/>
          <a:p>
            <a:fld id="{C014DD1E-5D91-48A3-AD6D-45FBA980D106}" type="slidenum">
              <a:rPr lang="en-US" smtClean="0"/>
              <a:pPr/>
              <a:t>‹#›</a:t>
            </a:fld>
            <a:endParaRPr lang="en-US" dirty="0"/>
          </a:p>
        </p:txBody>
      </p:sp>
      <p:pic>
        <p:nvPicPr>
          <p:cNvPr id="8" name="Google Shape;20;p3">
            <a:extLst>
              <a:ext uri="{FF2B5EF4-FFF2-40B4-BE49-F238E27FC236}">
                <a16:creationId xmlns:a16="http://schemas.microsoft.com/office/drawing/2014/main" id="{A2C6DD42-9987-4FA3-B705-F850A50F60C8}"/>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7CCB02A0-2D16-4280-8DD0-455B3A61EB6D}"/>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68124399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317A7-3C1E-4701-8285-09B77965F0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8E15A7-208E-42B0-9488-F0FF5E3B3BF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939E85-2DBD-4F59-BFA0-5BDADE0C76CA}"/>
              </a:ext>
            </a:extLst>
          </p:cNvPr>
          <p:cNvSpPr>
            <a:spLocks noGrp="1"/>
          </p:cNvSpPr>
          <p:nvPr>
            <p:ph type="dt" sz="half" idx="10"/>
          </p:nvPr>
        </p:nvSpPr>
        <p:spPr/>
        <p:txBody>
          <a:bodyPr/>
          <a:lstStyle/>
          <a:p>
            <a:fld id="{055373AC-9AA7-423B-BA00-BA1C74164DBD}" type="datetime1">
              <a:rPr lang="en-US" smtClean="0"/>
              <a:pPr/>
              <a:t>5/7/2025</a:t>
            </a:fld>
            <a:endParaRPr lang="en-US" dirty="0"/>
          </a:p>
        </p:txBody>
      </p:sp>
      <p:sp>
        <p:nvSpPr>
          <p:cNvPr id="5" name="Footer Placeholder 4">
            <a:extLst>
              <a:ext uri="{FF2B5EF4-FFF2-40B4-BE49-F238E27FC236}">
                <a16:creationId xmlns:a16="http://schemas.microsoft.com/office/drawing/2014/main" id="{6DBA6321-59A7-470F-B4C5-7F3EC29AE1B3}"/>
              </a:ext>
            </a:extLst>
          </p:cNvPr>
          <p:cNvSpPr>
            <a:spLocks noGrp="1"/>
          </p:cNvSpPr>
          <p:nvPr>
            <p:ph type="ftr" sz="quarter" idx="11"/>
          </p:nvPr>
        </p:nvSpPr>
        <p:spPr>
          <a:xfrm>
            <a:off x="4037549" y="6356351"/>
            <a:ext cx="4113728"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18F0BA5A-531D-4315-92A0-B5784FE2602E}"/>
              </a:ext>
            </a:extLst>
          </p:cNvPr>
          <p:cNvSpPr>
            <a:spLocks noGrp="1"/>
          </p:cNvSpPr>
          <p:nvPr>
            <p:ph type="sldNum" sz="quarter" idx="12"/>
          </p:nvPr>
        </p:nvSpPr>
        <p:spPr>
          <a:xfrm>
            <a:off x="8608357" y="6356351"/>
            <a:ext cx="2742486" cy="365125"/>
          </a:xfrm>
          <a:prstGeom prst="rect">
            <a:avLst/>
          </a:prstGeom>
        </p:spPr>
        <p:txBody>
          <a:bodyPr/>
          <a:lstStyle/>
          <a:p>
            <a:fld id="{C014DD1E-5D91-48A3-AD6D-45FBA980D106}" type="slidenum">
              <a:rPr lang="en-US" smtClean="0"/>
              <a:pPr/>
              <a:t>‹#›</a:t>
            </a:fld>
            <a:endParaRPr lang="en-US" dirty="0"/>
          </a:p>
        </p:txBody>
      </p:sp>
      <p:pic>
        <p:nvPicPr>
          <p:cNvPr id="7" name="Google Shape;20;p3">
            <a:extLst>
              <a:ext uri="{FF2B5EF4-FFF2-40B4-BE49-F238E27FC236}">
                <a16:creationId xmlns:a16="http://schemas.microsoft.com/office/drawing/2014/main" id="{1ACEA17D-4D43-424B-B0A1-07A9CAC3A30D}"/>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8" name="Google Shape;21;p3">
            <a:extLst>
              <a:ext uri="{FF2B5EF4-FFF2-40B4-BE49-F238E27FC236}">
                <a16:creationId xmlns:a16="http://schemas.microsoft.com/office/drawing/2014/main" id="{C7B21D63-9C6F-4BF1-95CF-0148068156F1}"/>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291942338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FEF137-B39B-4C33-8C7A-ABE3FB4FE817}"/>
              </a:ext>
            </a:extLst>
          </p:cNvPr>
          <p:cNvSpPr>
            <a:spLocks noGrp="1"/>
          </p:cNvSpPr>
          <p:nvPr>
            <p:ph type="title" orient="vert"/>
          </p:nvPr>
        </p:nvSpPr>
        <p:spPr>
          <a:xfrm>
            <a:off x="8722628" y="365125"/>
            <a:ext cx="262821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3AD154-FD42-4916-AF9C-05855DCF0986}"/>
              </a:ext>
            </a:extLst>
          </p:cNvPr>
          <p:cNvSpPr>
            <a:spLocks noGrp="1"/>
          </p:cNvSpPr>
          <p:nvPr>
            <p:ph type="body" orient="vert" idx="1"/>
          </p:nvPr>
        </p:nvSpPr>
        <p:spPr>
          <a:xfrm>
            <a:off x="837982" y="365125"/>
            <a:ext cx="7732286"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4CDAE8-7B44-4C9F-A56F-DACE92782D28}"/>
              </a:ext>
            </a:extLst>
          </p:cNvPr>
          <p:cNvSpPr>
            <a:spLocks noGrp="1"/>
          </p:cNvSpPr>
          <p:nvPr>
            <p:ph type="dt" sz="half" idx="10"/>
          </p:nvPr>
        </p:nvSpPr>
        <p:spPr/>
        <p:txBody>
          <a:bodyPr/>
          <a:lstStyle/>
          <a:p>
            <a:fld id="{055373AC-9AA7-423B-BA00-BA1C74164DBD}" type="datetime1">
              <a:rPr lang="en-US" smtClean="0"/>
              <a:pPr/>
              <a:t>5/7/2025</a:t>
            </a:fld>
            <a:endParaRPr lang="en-US" dirty="0"/>
          </a:p>
        </p:txBody>
      </p:sp>
      <p:sp>
        <p:nvSpPr>
          <p:cNvPr id="5" name="Footer Placeholder 4">
            <a:extLst>
              <a:ext uri="{FF2B5EF4-FFF2-40B4-BE49-F238E27FC236}">
                <a16:creationId xmlns:a16="http://schemas.microsoft.com/office/drawing/2014/main" id="{1FB89871-C436-4FD2-B663-3A1EAF07A392}"/>
              </a:ext>
            </a:extLst>
          </p:cNvPr>
          <p:cNvSpPr>
            <a:spLocks noGrp="1"/>
          </p:cNvSpPr>
          <p:nvPr>
            <p:ph type="ftr" sz="quarter" idx="11"/>
          </p:nvPr>
        </p:nvSpPr>
        <p:spPr>
          <a:xfrm>
            <a:off x="4037549" y="6356351"/>
            <a:ext cx="4113728"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185F11DC-DFEE-42A4-8BA7-80BC6CE0FDD1}"/>
              </a:ext>
            </a:extLst>
          </p:cNvPr>
          <p:cNvSpPr>
            <a:spLocks noGrp="1"/>
          </p:cNvSpPr>
          <p:nvPr>
            <p:ph type="sldNum" sz="quarter" idx="12"/>
          </p:nvPr>
        </p:nvSpPr>
        <p:spPr>
          <a:xfrm>
            <a:off x="8608357" y="6356351"/>
            <a:ext cx="2742486" cy="365125"/>
          </a:xfrm>
          <a:prstGeom prst="rect">
            <a:avLst/>
          </a:prstGeom>
        </p:spPr>
        <p:txBody>
          <a:bodyPr/>
          <a:lstStyle/>
          <a:p>
            <a:fld id="{C014DD1E-5D91-48A3-AD6D-45FBA980D106}" type="slidenum">
              <a:rPr lang="en-US" smtClean="0"/>
              <a:pPr/>
              <a:t>‹#›</a:t>
            </a:fld>
            <a:endParaRPr lang="en-US" dirty="0"/>
          </a:p>
        </p:txBody>
      </p:sp>
      <p:pic>
        <p:nvPicPr>
          <p:cNvPr id="7" name="Google Shape;20;p3">
            <a:extLst>
              <a:ext uri="{FF2B5EF4-FFF2-40B4-BE49-F238E27FC236}">
                <a16:creationId xmlns:a16="http://schemas.microsoft.com/office/drawing/2014/main" id="{965D74E7-C167-4B3B-8D6C-8589698FF9E5}"/>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8" name="Google Shape;21;p3">
            <a:extLst>
              <a:ext uri="{FF2B5EF4-FFF2-40B4-BE49-F238E27FC236}">
                <a16:creationId xmlns:a16="http://schemas.microsoft.com/office/drawing/2014/main" id="{70591D66-CFA1-448A-9BA7-0B51F3923005}"/>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198841628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resentation Title Slide">
    <p:spTree>
      <p:nvGrpSpPr>
        <p:cNvPr id="1" name=""/>
        <p:cNvGrpSpPr/>
        <p:nvPr/>
      </p:nvGrpSpPr>
      <p:grpSpPr>
        <a:xfrm>
          <a:off x="0" y="0"/>
          <a:ext cx="0" cy="0"/>
          <a:chOff x="0" y="0"/>
          <a:chExt cx="0" cy="0"/>
        </a:xfrm>
      </p:grpSpPr>
      <p:pic>
        <p:nvPicPr>
          <p:cNvPr id="10" name="Google Shape;20;p3">
            <a:extLst>
              <a:ext uri="{FF2B5EF4-FFF2-40B4-BE49-F238E27FC236}">
                <a16:creationId xmlns:a16="http://schemas.microsoft.com/office/drawing/2014/main" id="{1D70BAD8-430A-410F-A115-DFD2CFAEFE63}"/>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11" name="Google Shape;21;p3">
            <a:extLst>
              <a:ext uri="{FF2B5EF4-FFF2-40B4-BE49-F238E27FC236}">
                <a16:creationId xmlns:a16="http://schemas.microsoft.com/office/drawing/2014/main" id="{B8951E20-2F2D-4F6A-906A-2D1D454B5141}"/>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2358282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8" name="Date Placeholder 3"/>
          <p:cNvSpPr>
            <a:spLocks noGrp="1"/>
          </p:cNvSpPr>
          <p:nvPr>
            <p:ph type="dt" sz="half" idx="2"/>
          </p:nvPr>
        </p:nvSpPr>
        <p:spPr>
          <a:xfrm>
            <a:off x="188814" y="6525002"/>
            <a:ext cx="1223999" cy="196477"/>
          </a:xfrm>
          <a:prstGeom prst="rect">
            <a:avLst/>
          </a:prstGeom>
        </p:spPr>
        <p:txBody>
          <a:bodyPr vert="horz" lIns="36000" tIns="36000" rIns="36000" bIns="36000" rtlCol="0" anchor="ctr"/>
          <a:lstStyle>
            <a:lvl1pPr algn="l">
              <a:defRPr sz="1000">
                <a:solidFill>
                  <a:schemeClr val="tx1">
                    <a:tint val="75000"/>
                  </a:schemeClr>
                </a:solidFill>
              </a:defRPr>
            </a:lvl1pPr>
          </a:lstStyle>
          <a:p>
            <a:fld id="{055373AC-9AA7-423B-BA00-BA1C74164DBD}" type="datetime1">
              <a:rPr lang="en-US" smtClean="0"/>
              <a:pPr/>
              <a:t>5/7/2025</a:t>
            </a:fld>
            <a:endParaRPr lang="en-US" dirty="0"/>
          </a:p>
        </p:txBody>
      </p:sp>
      <p:sp>
        <p:nvSpPr>
          <p:cNvPr id="19" name="Footer Placeholder 4"/>
          <p:cNvSpPr>
            <a:spLocks noGrp="1"/>
          </p:cNvSpPr>
          <p:nvPr>
            <p:ph type="ftr" sz="quarter" idx="3"/>
          </p:nvPr>
        </p:nvSpPr>
        <p:spPr>
          <a:xfrm>
            <a:off x="1414412" y="6525002"/>
            <a:ext cx="10150400" cy="196477"/>
          </a:xfrm>
          <a:prstGeom prst="rect">
            <a:avLst/>
          </a:prstGeom>
        </p:spPr>
        <p:txBody>
          <a:bodyPr vert="horz" lIns="36000" tIns="36000" rIns="36000" bIns="36000" rtlCol="0" anchor="ctr"/>
          <a:lstStyle>
            <a:lvl1pPr algn="ctr">
              <a:defRPr sz="1000">
                <a:solidFill>
                  <a:schemeClr val="tx1">
                    <a:tint val="75000"/>
                  </a:schemeClr>
                </a:solidFill>
              </a:defRPr>
            </a:lvl1pPr>
          </a:lstStyle>
          <a:p>
            <a:endParaRPr lang="en-US" dirty="0"/>
          </a:p>
        </p:txBody>
      </p:sp>
      <p:sp>
        <p:nvSpPr>
          <p:cNvPr id="20" name="Slide Number Placeholder 5"/>
          <p:cNvSpPr>
            <a:spLocks noGrp="1"/>
          </p:cNvSpPr>
          <p:nvPr>
            <p:ph type="sldNum" sz="quarter" idx="4"/>
          </p:nvPr>
        </p:nvSpPr>
        <p:spPr>
          <a:xfrm>
            <a:off x="11566412" y="6525002"/>
            <a:ext cx="428822" cy="196477"/>
          </a:xfrm>
          <a:prstGeom prst="rect">
            <a:avLst/>
          </a:prstGeom>
        </p:spPr>
        <p:txBody>
          <a:bodyPr vert="horz" lIns="36000" tIns="36000" rIns="36000" bIns="36000" rtlCol="0" anchor="ctr"/>
          <a:lstStyle>
            <a:lvl1pPr algn="r">
              <a:defRPr sz="1000">
                <a:solidFill>
                  <a:schemeClr val="tx1">
                    <a:tint val="75000"/>
                  </a:schemeClr>
                </a:solidFill>
              </a:defRPr>
            </a:lvl1pPr>
          </a:lstStyle>
          <a:p>
            <a:fld id="{C014DD1E-5D91-48A3-AD6D-45FBA980D106}" type="slidenum">
              <a:rPr lang="en-US" smtClean="0"/>
              <a:pPr/>
              <a:t>‹#›</a:t>
            </a:fld>
            <a:endParaRPr lang="en-US" dirty="0"/>
          </a:p>
        </p:txBody>
      </p:sp>
      <p:sp>
        <p:nvSpPr>
          <p:cNvPr id="22" name="Content Placeholder 2"/>
          <p:cNvSpPr>
            <a:spLocks noGrp="1"/>
          </p:cNvSpPr>
          <p:nvPr>
            <p:ph idx="1" hasCustomPrompt="1"/>
          </p:nvPr>
        </p:nvSpPr>
        <p:spPr>
          <a:xfrm>
            <a:off x="190413" y="1151121"/>
            <a:ext cx="11804822" cy="5570355"/>
          </a:xfrm>
        </p:spPr>
        <p:txBody>
          <a:bodyPr/>
          <a:lstStyle>
            <a:lvl1pPr>
              <a:defRPr sz="3400"/>
            </a:lvl1pPr>
            <a:lvl2pPr>
              <a:defRPr sz="3200"/>
            </a:lvl2pPr>
            <a:lvl3pPr>
              <a:defRPr sz="3000"/>
            </a:lvl3pPr>
            <a:lvl4pPr>
              <a:defRPr sz="2800"/>
            </a:lvl4pPr>
            <a:lvl5pPr>
              <a:defRPr sz="2600"/>
            </a:lvl5pPr>
            <a:lvl6pPr>
              <a:defRPr/>
            </a:lvl6pPr>
            <a:lvl7pPr>
              <a:defRPr/>
            </a:lvl7pPr>
            <a:lvl8pPr>
              <a:defRPr/>
            </a:lvl8pPr>
            <a:lvl9pPr>
              <a:defRPr/>
            </a:lvl9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2" name="Title 1"/>
          <p:cNvSpPr>
            <a:spLocks noGrp="1"/>
          </p:cNvSpPr>
          <p:nvPr>
            <p:ph type="title" hasCustomPrompt="1"/>
          </p:nvPr>
        </p:nvSpPr>
        <p:spPr>
          <a:xfrm>
            <a:off x="188815" y="40341"/>
            <a:ext cx="9577597" cy="1110780"/>
          </a:xfrm>
        </p:spPr>
        <p:txBody>
          <a:bodyPr/>
          <a:lstStyle>
            <a:lvl1pPr>
              <a:defRPr>
                <a:solidFill>
                  <a:srgbClr val="F3BE60"/>
                </a:solidFill>
                <a:effectLst/>
              </a:defRPr>
            </a:lvl1pPr>
          </a:lstStyle>
          <a:p>
            <a:r>
              <a:rPr lang="en-US" dirty="0"/>
              <a:t>Slide Title</a:t>
            </a:r>
            <a:endParaRPr dirty="0"/>
          </a:p>
        </p:txBody>
      </p:sp>
      <p:pic>
        <p:nvPicPr>
          <p:cNvPr id="8" name="Google Shape;20;p3">
            <a:extLst>
              <a:ext uri="{FF2B5EF4-FFF2-40B4-BE49-F238E27FC236}">
                <a16:creationId xmlns:a16="http://schemas.microsoft.com/office/drawing/2014/main" id="{4D32DB81-1CD6-4AC6-B113-67899DB13572}"/>
              </a:ext>
            </a:extLst>
          </p:cNvPr>
          <p:cNvPicPr preferRelativeResize="0"/>
          <p:nvPr userDrawn="1"/>
        </p:nvPicPr>
        <p:blipFill rotWithShape="1">
          <a:blip r:embed="rId2">
            <a:alphaModFix/>
          </a:blip>
          <a:srcRect/>
          <a:stretch/>
        </p:blipFill>
        <p:spPr>
          <a:xfrm>
            <a:off x="10876779" y="6450791"/>
            <a:ext cx="1118300" cy="254729"/>
          </a:xfrm>
          <a:prstGeom prst="rect">
            <a:avLst/>
          </a:prstGeom>
          <a:noFill/>
          <a:ln>
            <a:noFill/>
          </a:ln>
        </p:spPr>
      </p:pic>
      <p:cxnSp>
        <p:nvCxnSpPr>
          <p:cNvPr id="9" name="Google Shape;21;p3">
            <a:extLst>
              <a:ext uri="{FF2B5EF4-FFF2-40B4-BE49-F238E27FC236}">
                <a16:creationId xmlns:a16="http://schemas.microsoft.com/office/drawing/2014/main" id="{202BA8C6-5BCF-44B7-8548-3708FDF77DC6}"/>
              </a:ext>
            </a:extLst>
          </p:cNvPr>
          <p:cNvCxnSpPr/>
          <p:nvPr userDrawn="1"/>
        </p:nvCxnSpPr>
        <p:spPr>
          <a:xfrm>
            <a:off x="1" y="6845643"/>
            <a:ext cx="12192000" cy="0"/>
          </a:xfrm>
          <a:prstGeom prst="straightConnector1">
            <a:avLst/>
          </a:prstGeom>
          <a:noFill/>
          <a:ln w="66675" cap="flat" cmpd="sng">
            <a:solidFill>
              <a:srgbClr val="EC1F27"/>
            </a:solidFill>
            <a:prstDash val="solid"/>
            <a:miter lim="800000"/>
            <a:headEnd type="none" w="sm" len="sm"/>
            <a:tailEnd type="none" w="sm" len="sm"/>
          </a:ln>
        </p:spPr>
      </p:cxnSp>
    </p:spTree>
    <p:extLst>
      <p:ext uri="{BB962C8B-B14F-4D97-AF65-F5344CB8AC3E}">
        <p14:creationId xmlns:p14="http://schemas.microsoft.com/office/powerpoint/2010/main" val="1406769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40620E-9FF0-4B18-B500-33FCF5F561A6}"/>
              </a:ext>
            </a:extLst>
          </p:cNvPr>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097BD0-29D6-4F5B-B281-6DCBABD4EFCC}"/>
              </a:ext>
            </a:extLst>
          </p:cNvPr>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75F4F9-94DA-46BF-98E5-5799A345B163}"/>
              </a:ext>
            </a:extLst>
          </p:cNvPr>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5373AC-9AA7-423B-BA00-BA1C74164DBD}" type="datetime1">
              <a:rPr lang="en-US" smtClean="0"/>
              <a:pPr/>
              <a:t>5/7/2025</a:t>
            </a:fld>
            <a:endParaRPr lang="en-US" dirty="0"/>
          </a:p>
        </p:txBody>
      </p:sp>
    </p:spTree>
    <p:extLst>
      <p:ext uri="{BB962C8B-B14F-4D97-AF65-F5344CB8AC3E}">
        <p14:creationId xmlns:p14="http://schemas.microsoft.com/office/powerpoint/2010/main" val="4072990392"/>
      </p:ext>
    </p:extLst>
  </p:cSld>
  <p:clrMap bg1="lt1" tx1="dk1" bg2="lt2" tx2="dk2" accent1="accent1" accent2="accent2" accent3="accent3" accent4="accent4" accent5="accent5" accent6="accent6" hlink="hlink" folHlink="folHlink"/>
  <p:sldLayoutIdLst>
    <p:sldLayoutId id="2147483674" r:id="rId1"/>
    <p:sldLayoutId id="2147483686"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62" r:id="rId14"/>
  </p:sldLayoutIdLst>
  <p:hf hdr="0" ftr="0" dt="0"/>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184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picture containing red, sitting, umbrella, holding&#10;&#10;Description automatically generated">
            <a:extLst>
              <a:ext uri="{FF2B5EF4-FFF2-40B4-BE49-F238E27FC236}">
                <a16:creationId xmlns:a16="http://schemas.microsoft.com/office/drawing/2014/main" id="{6F3F5D58-20FB-4F3B-9AA2-1383709F8756}"/>
              </a:ext>
            </a:extLst>
          </p:cNvPr>
          <p:cNvPicPr>
            <a:picLocks noChangeAspect="1"/>
          </p:cNvPicPr>
          <p:nvPr/>
        </p:nvPicPr>
        <p:blipFill>
          <a:blip r:embed="rId3"/>
          <a:stretch>
            <a:fillRect/>
          </a:stretch>
        </p:blipFill>
        <p:spPr>
          <a:xfrm>
            <a:off x="150812" y="0"/>
            <a:ext cx="12188825" cy="6856214"/>
          </a:xfrm>
          <a:prstGeom prst="rect">
            <a:avLst/>
          </a:prstGeom>
        </p:spPr>
      </p:pic>
      <p:sp>
        <p:nvSpPr>
          <p:cNvPr id="5" name="Title 4"/>
          <p:cNvSpPr>
            <a:spLocks noGrp="1"/>
          </p:cNvSpPr>
          <p:nvPr>
            <p:ph type="ctrTitle" idx="4294967295"/>
          </p:nvPr>
        </p:nvSpPr>
        <p:spPr>
          <a:xfrm>
            <a:off x="2513012" y="1900798"/>
            <a:ext cx="7910299" cy="1311301"/>
          </a:xfrm>
        </p:spPr>
        <p:txBody>
          <a:bodyPr/>
          <a:lstStyle/>
          <a:p>
            <a:pPr algn="ctr"/>
            <a:r>
              <a:rPr lang="en-US" b="1" dirty="0">
                <a:solidFill>
                  <a:schemeClr val="bg1"/>
                </a:solidFill>
                <a:latin typeface="Segoe UI" panose="020B0502040204020203" pitchFamily="34" charset="0"/>
                <a:cs typeface="Segoe UI" panose="020B0502040204020203" pitchFamily="34" charset="0"/>
              </a:rPr>
              <a:t>DATA AGGREGATION</a:t>
            </a:r>
          </a:p>
        </p:txBody>
      </p:sp>
      <p:sp>
        <p:nvSpPr>
          <p:cNvPr id="6" name="Subtitle 5"/>
          <p:cNvSpPr>
            <a:spLocks noGrp="1"/>
          </p:cNvSpPr>
          <p:nvPr>
            <p:ph type="subTitle" idx="4294967295"/>
          </p:nvPr>
        </p:nvSpPr>
        <p:spPr>
          <a:xfrm>
            <a:off x="2513011" y="2882823"/>
            <a:ext cx="7910299" cy="546178"/>
          </a:xfrm>
        </p:spPr>
        <p:txBody>
          <a:bodyPr>
            <a:normAutofit/>
          </a:bodyPr>
          <a:lstStyle/>
          <a:p>
            <a:pPr marL="0" indent="0" algn="ctr">
              <a:buNone/>
            </a:pPr>
            <a:r>
              <a:rPr lang="en-US" dirty="0">
                <a:solidFill>
                  <a:schemeClr val="bg1"/>
                </a:solidFill>
                <a:latin typeface="Segoe UI" panose="020B0502040204020203" pitchFamily="34" charset="0"/>
                <a:cs typeface="Segoe UI" panose="020B0502040204020203" pitchFamily="34" charset="0"/>
              </a:rPr>
              <a:t>How to get data insights?</a:t>
            </a:r>
          </a:p>
          <a:p>
            <a:endParaRPr lang="en-US"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15379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Rectangle 3"/>
          <p:cNvSpPr>
            <a:spLocks noGrp="1" noChangeArrowheads="1"/>
          </p:cNvSpPr>
          <p:nvPr>
            <p:ph idx="1"/>
          </p:nvPr>
        </p:nvSpPr>
        <p:spPr>
          <a:xfrm>
            <a:off x="303212" y="1143000"/>
            <a:ext cx="9942599" cy="4371133"/>
          </a:xfrm>
        </p:spPr>
        <p:txBody>
          <a:bodyPr>
            <a:normAutofit/>
          </a:bodyPr>
          <a:lstStyle/>
          <a:p>
            <a:pPr marL="444500" indent="-444500">
              <a:lnSpc>
                <a:spcPct val="100000"/>
              </a:lnSpc>
              <a:buFontTx/>
              <a:buAutoNum type="arabicPeriod"/>
            </a:pPr>
            <a:r>
              <a:rPr lang="en-US" sz="2800" dirty="0">
                <a:latin typeface="Segoe UI" panose="020B0502040204020203" pitchFamily="34" charset="0"/>
                <a:cs typeface="Segoe UI" panose="020B0502040204020203" pitchFamily="34" charset="0"/>
              </a:rPr>
              <a:t>Grouping</a:t>
            </a:r>
          </a:p>
          <a:p>
            <a:pPr marL="444500" indent="-444500">
              <a:lnSpc>
                <a:spcPct val="100000"/>
              </a:lnSpc>
              <a:buFontTx/>
              <a:buAutoNum type="arabicPeriod"/>
            </a:pPr>
            <a:r>
              <a:rPr lang="en-US" sz="2800" dirty="0">
                <a:latin typeface="Segoe UI" panose="020B0502040204020203" pitchFamily="34" charset="0"/>
                <a:cs typeface="Segoe UI" panose="020B0502040204020203" pitchFamily="34" charset="0"/>
              </a:rPr>
              <a:t>Aggregate Functions</a:t>
            </a:r>
          </a:p>
          <a:p>
            <a:pPr marL="444500" indent="-444500">
              <a:lnSpc>
                <a:spcPct val="100000"/>
              </a:lnSpc>
              <a:buFontTx/>
              <a:buAutoNum type="arabicPeriod"/>
            </a:pPr>
            <a:r>
              <a:rPr lang="en-US" sz="2800" dirty="0">
                <a:latin typeface="Segoe UI" panose="020B0502040204020203" pitchFamily="34" charset="0"/>
                <a:cs typeface="Segoe UI" panose="020B0502040204020203" pitchFamily="34" charset="0"/>
              </a:rPr>
              <a:t>Having Clause</a:t>
            </a:r>
          </a:p>
        </p:txBody>
      </p:sp>
      <p:sp>
        <p:nvSpPr>
          <p:cNvPr id="8" name="TextBox 7">
            <a:extLst>
              <a:ext uri="{FF2B5EF4-FFF2-40B4-BE49-F238E27FC236}">
                <a16:creationId xmlns:a16="http://schemas.microsoft.com/office/drawing/2014/main" id="{CF439F8F-D8E1-414F-9F61-F3AEB3F79FA4}"/>
              </a:ext>
            </a:extLst>
          </p:cNvPr>
          <p:cNvSpPr txBox="1"/>
          <p:nvPr/>
        </p:nvSpPr>
        <p:spPr>
          <a:xfrm>
            <a:off x="424263" y="364878"/>
            <a:ext cx="6112274"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Table of contents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216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4419">
                                            <p:txEl>
                                              <p:pRg st="1" end="1"/>
                                            </p:txEl>
                                          </p:spTgt>
                                        </p:tgtEl>
                                        <p:attrNameLst>
                                          <p:attrName>style.visibility</p:attrName>
                                        </p:attrNameLst>
                                      </p:cBhvr>
                                      <p:to>
                                        <p:strVal val="visible"/>
                                      </p:to>
                                    </p:set>
                                    <p:animEffect transition="in" filter="fade">
                                      <p:cBhvr>
                                        <p:cTn id="7" dur="500"/>
                                        <p:tgtEl>
                                          <p:spTgt spid="4444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4419">
                                            <p:txEl>
                                              <p:pRg st="2" end="2"/>
                                            </p:txEl>
                                          </p:spTgt>
                                        </p:tgtEl>
                                        <p:attrNameLst>
                                          <p:attrName>style.visibility</p:attrName>
                                        </p:attrNameLst>
                                      </p:cBhvr>
                                      <p:to>
                                        <p:strVal val="visible"/>
                                      </p:to>
                                    </p:set>
                                    <p:animEffect transition="in" filter="fade">
                                      <p:cBhvr>
                                        <p:cTn id="12" dur="500"/>
                                        <p:tgtEl>
                                          <p:spTgt spid="4444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picture containing red, sitting, umbrella, holding&#10;&#10;Description automatically generated">
            <a:extLst>
              <a:ext uri="{FF2B5EF4-FFF2-40B4-BE49-F238E27FC236}">
                <a16:creationId xmlns:a16="http://schemas.microsoft.com/office/drawing/2014/main" id="{9E4521D2-5B02-4F1D-ABF6-02C17E80548F}"/>
              </a:ext>
            </a:extLst>
          </p:cNvPr>
          <p:cNvPicPr>
            <a:picLocks noChangeAspect="1"/>
          </p:cNvPicPr>
          <p:nvPr/>
        </p:nvPicPr>
        <p:blipFill>
          <a:blip r:embed="rId3"/>
          <a:stretch>
            <a:fillRect/>
          </a:stretch>
        </p:blipFill>
        <p:spPr>
          <a:xfrm>
            <a:off x="150812" y="0"/>
            <a:ext cx="12188825" cy="6856214"/>
          </a:xfrm>
          <a:prstGeom prst="rect">
            <a:avLst/>
          </a:prstGeom>
        </p:spPr>
      </p:pic>
      <p:sp>
        <p:nvSpPr>
          <p:cNvPr id="5" name="Title 4"/>
          <p:cNvSpPr>
            <a:spLocks noGrp="1"/>
          </p:cNvSpPr>
          <p:nvPr>
            <p:ph type="ctrTitle"/>
          </p:nvPr>
        </p:nvSpPr>
        <p:spPr>
          <a:xfrm>
            <a:off x="1751012" y="2133600"/>
            <a:ext cx="8938472" cy="820600"/>
          </a:xfrm>
        </p:spPr>
        <p:txBody>
          <a:bodyPr>
            <a:normAutofit fontScale="90000"/>
          </a:bodyPr>
          <a:lstStyle/>
          <a:p>
            <a:r>
              <a:rPr lang="en-US" b="1" dirty="0">
                <a:solidFill>
                  <a:schemeClr val="bg1"/>
                </a:solidFill>
                <a:latin typeface="Segoe UI" panose="020B0502040204020203" pitchFamily="34" charset="0"/>
                <a:cs typeface="Segoe UI" panose="020B0502040204020203" pitchFamily="34" charset="0"/>
              </a:rPr>
              <a:t>Grouping</a:t>
            </a:r>
          </a:p>
        </p:txBody>
      </p:sp>
      <p:sp>
        <p:nvSpPr>
          <p:cNvPr id="6" name="Text Placeholder 5"/>
          <p:cNvSpPr>
            <a:spLocks noGrp="1"/>
          </p:cNvSpPr>
          <p:nvPr>
            <p:ph type="subTitle" idx="1"/>
          </p:nvPr>
        </p:nvSpPr>
        <p:spPr>
          <a:xfrm>
            <a:off x="1751012" y="2954200"/>
            <a:ext cx="8938472" cy="719034"/>
          </a:xfrm>
        </p:spPr>
        <p:txBody>
          <a:bodyPr/>
          <a:lstStyle/>
          <a:p>
            <a:r>
              <a:rPr lang="en-US" dirty="0">
                <a:solidFill>
                  <a:schemeClr val="bg1"/>
                </a:solidFill>
                <a:latin typeface="Segoe UI" panose="020B0502040204020203" pitchFamily="34" charset="0"/>
                <a:cs typeface="Segoe UI" panose="020B0502040204020203" pitchFamily="34" charset="0"/>
              </a:rPr>
              <a:t>Consolidating data based on criteria</a:t>
            </a:r>
          </a:p>
        </p:txBody>
      </p:sp>
    </p:spTree>
    <p:extLst>
      <p:ext uri="{BB962C8B-B14F-4D97-AF65-F5344CB8AC3E}">
        <p14:creationId xmlns:p14="http://schemas.microsoft.com/office/powerpoint/2010/main" val="2070578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9174" y="2392890"/>
            <a:ext cx="3322637" cy="1128714"/>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 name="Rectangle 12"/>
          <p:cNvSpPr/>
          <p:nvPr/>
        </p:nvSpPr>
        <p:spPr>
          <a:xfrm>
            <a:off x="4829174" y="3521602"/>
            <a:ext cx="3322637" cy="1685925"/>
          </a:xfrm>
          <a:prstGeom prst="rect">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4" name="Rectangle 13"/>
          <p:cNvSpPr/>
          <p:nvPr/>
        </p:nvSpPr>
        <p:spPr>
          <a:xfrm>
            <a:off x="4829174" y="5202766"/>
            <a:ext cx="3322637" cy="5715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8" name="Content Placeholder 2"/>
          <p:cNvSpPr>
            <a:spLocks noGrp="1"/>
          </p:cNvSpPr>
          <p:nvPr>
            <p:ph idx="1"/>
          </p:nvPr>
        </p:nvSpPr>
        <p:spPr>
          <a:xfrm>
            <a:off x="303212" y="931911"/>
            <a:ext cx="11804822" cy="5570355"/>
          </a:xfrm>
        </p:spPr>
        <p:txBody>
          <a:bodyPr>
            <a:normAutofit/>
          </a:bodyPr>
          <a:lstStyle/>
          <a:p>
            <a:pPr>
              <a:lnSpc>
                <a:spcPct val="100000"/>
              </a:lnSpc>
            </a:pPr>
            <a:r>
              <a:rPr lang="en-US" sz="2800" dirty="0">
                <a:latin typeface="Segoe UI" panose="020B0502040204020203" pitchFamily="34" charset="0"/>
                <a:cs typeface="Segoe UI" panose="020B0502040204020203" pitchFamily="34" charset="0"/>
              </a:rPr>
              <a:t>Grouping allows taking data into separate groups based on a common property.</a:t>
            </a:r>
          </a:p>
        </p:txBody>
      </p:sp>
      <p:graphicFrame>
        <p:nvGraphicFramePr>
          <p:cNvPr id="11" name="Table 10"/>
          <p:cNvGraphicFramePr>
            <a:graphicFrameLocks noGrp="1"/>
          </p:cNvGraphicFramePr>
          <p:nvPr>
            <p:extLst>
              <p:ext uri="{D42A27DB-BD31-4B8C-83A1-F6EECF244321}">
                <p14:modId xmlns:p14="http://schemas.microsoft.com/office/powerpoint/2010/main" val="1379437823"/>
              </p:ext>
            </p:extLst>
          </p:nvPr>
        </p:nvGraphicFramePr>
        <p:xfrm>
          <a:off x="3046412" y="1812361"/>
          <a:ext cx="6477000" cy="564066"/>
        </p:xfrm>
        <a:graphic>
          <a:graphicData uri="http://schemas.openxmlformats.org/drawingml/2006/table">
            <a:tbl>
              <a:tblPr firstRow="1" bandRow="1">
                <a:tableStyleId>{7DF18680-E054-41AD-8BC1-D1AEF772440D}</a:tableStyleId>
              </a:tblPr>
              <a:tblGrid>
                <a:gridCol w="1785687">
                  <a:extLst>
                    <a:ext uri="{9D8B030D-6E8A-4147-A177-3AD203B41FA5}">
                      <a16:colId xmlns:a16="http://schemas.microsoft.com/office/drawing/2014/main" val="3180040124"/>
                    </a:ext>
                  </a:extLst>
                </a:gridCol>
                <a:gridCol w="3319713">
                  <a:extLst>
                    <a:ext uri="{9D8B030D-6E8A-4147-A177-3AD203B41FA5}">
                      <a16:colId xmlns:a16="http://schemas.microsoft.com/office/drawing/2014/main" val="3141524875"/>
                    </a:ext>
                  </a:extLst>
                </a:gridCol>
                <a:gridCol w="1371600">
                  <a:extLst>
                    <a:ext uri="{9D8B030D-6E8A-4147-A177-3AD203B41FA5}">
                      <a16:colId xmlns:a16="http://schemas.microsoft.com/office/drawing/2014/main" val="1915661299"/>
                    </a:ext>
                  </a:extLst>
                </a:gridCol>
              </a:tblGrid>
              <a:tr h="564066">
                <a:tc>
                  <a:txBody>
                    <a:bodyPr/>
                    <a:lstStyle/>
                    <a:p>
                      <a:r>
                        <a:rPr lang="en-US" sz="2800" dirty="0"/>
                        <a:t>Employee</a:t>
                      </a:r>
                    </a:p>
                  </a:txBody>
                  <a:tcPr marL="137345" marR="137345" marT="68673" marB="68673"/>
                </a:tc>
                <a:tc>
                  <a:txBody>
                    <a:bodyPr/>
                    <a:lstStyle/>
                    <a:p>
                      <a:r>
                        <a:rPr lang="en-US" sz="2800" dirty="0"/>
                        <a:t>DepartmentName</a:t>
                      </a:r>
                    </a:p>
                  </a:txBody>
                  <a:tcPr marL="137345" marR="137345" marT="68673" marB="68673"/>
                </a:tc>
                <a:tc>
                  <a:txBody>
                    <a:bodyPr/>
                    <a:lstStyle/>
                    <a:p>
                      <a:r>
                        <a:rPr lang="en-US" sz="2800" dirty="0"/>
                        <a:t>Salary</a:t>
                      </a:r>
                    </a:p>
                  </a:txBody>
                  <a:tcPr marL="137345" marR="137345" marT="68673" marB="68673"/>
                </a:tc>
                <a:extLst>
                  <a:ext uri="{0D108BD9-81ED-4DB2-BD59-A6C34878D82A}">
                    <a16:rowId xmlns:a16="http://schemas.microsoft.com/office/drawing/2014/main" val="247495740"/>
                  </a:ext>
                </a:extLst>
              </a:tr>
            </a:tbl>
          </a:graphicData>
        </a:graphic>
      </p:graphicFrame>
      <p:grpSp>
        <p:nvGrpSpPr>
          <p:cNvPr id="24" name="Group 23"/>
          <p:cNvGrpSpPr/>
          <p:nvPr/>
        </p:nvGrpSpPr>
        <p:grpSpPr>
          <a:xfrm>
            <a:off x="3046412" y="2385740"/>
            <a:ext cx="1785600" cy="3386990"/>
            <a:chOff x="3351212" y="1493042"/>
            <a:chExt cx="1785600" cy="3386990"/>
          </a:xfrm>
          <a:solidFill>
            <a:schemeClr val="accent2">
              <a:lumMod val="40000"/>
              <a:lumOff val="60000"/>
            </a:schemeClr>
          </a:solidFill>
        </p:grpSpPr>
        <p:sp>
          <p:nvSpPr>
            <p:cNvPr id="25" name="Rectangle 24"/>
            <p:cNvSpPr/>
            <p:nvPr/>
          </p:nvSpPr>
          <p:spPr>
            <a:xfrm>
              <a:off x="3351212" y="1493042"/>
              <a:ext cx="1785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Adam</a:t>
              </a:r>
            </a:p>
          </p:txBody>
        </p:sp>
        <p:sp>
          <p:nvSpPr>
            <p:cNvPr id="26" name="Rectangle 25"/>
            <p:cNvSpPr/>
            <p:nvPr/>
          </p:nvSpPr>
          <p:spPr>
            <a:xfrm>
              <a:off x="3351212" y="2057400"/>
              <a:ext cx="1785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John</a:t>
              </a:r>
            </a:p>
          </p:txBody>
        </p:sp>
        <p:sp>
          <p:nvSpPr>
            <p:cNvPr id="27" name="Rectangle 26"/>
            <p:cNvSpPr/>
            <p:nvPr/>
          </p:nvSpPr>
          <p:spPr>
            <a:xfrm>
              <a:off x="3351212" y="2621758"/>
              <a:ext cx="1785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Jane</a:t>
              </a:r>
            </a:p>
          </p:txBody>
        </p:sp>
        <p:sp>
          <p:nvSpPr>
            <p:cNvPr id="28" name="Rectangle 27"/>
            <p:cNvSpPr/>
            <p:nvPr/>
          </p:nvSpPr>
          <p:spPr>
            <a:xfrm>
              <a:off x="3351212" y="3186116"/>
              <a:ext cx="1785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George</a:t>
              </a:r>
            </a:p>
          </p:txBody>
        </p:sp>
        <p:sp>
          <p:nvSpPr>
            <p:cNvPr id="29" name="Rectangle 28"/>
            <p:cNvSpPr/>
            <p:nvPr/>
          </p:nvSpPr>
          <p:spPr>
            <a:xfrm>
              <a:off x="3351212" y="3750474"/>
              <a:ext cx="1785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Lila</a:t>
              </a:r>
            </a:p>
          </p:txBody>
        </p:sp>
        <p:sp>
          <p:nvSpPr>
            <p:cNvPr id="30" name="Rectangle 29"/>
            <p:cNvSpPr/>
            <p:nvPr/>
          </p:nvSpPr>
          <p:spPr>
            <a:xfrm>
              <a:off x="3351212" y="4314832"/>
              <a:ext cx="1785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Fred</a:t>
              </a:r>
            </a:p>
          </p:txBody>
        </p:sp>
      </p:grpSp>
      <p:grpSp>
        <p:nvGrpSpPr>
          <p:cNvPr id="31" name="Group 30"/>
          <p:cNvGrpSpPr/>
          <p:nvPr/>
        </p:nvGrpSpPr>
        <p:grpSpPr>
          <a:xfrm>
            <a:off x="8151212" y="2385740"/>
            <a:ext cx="1371600" cy="3386990"/>
            <a:chOff x="9304412" y="1493042"/>
            <a:chExt cx="1371600" cy="3386990"/>
          </a:xfrm>
          <a:solidFill>
            <a:schemeClr val="accent2">
              <a:lumMod val="40000"/>
              <a:lumOff val="60000"/>
            </a:schemeClr>
          </a:solidFill>
        </p:grpSpPr>
        <p:sp>
          <p:nvSpPr>
            <p:cNvPr id="32" name="Rectangle 31"/>
            <p:cNvSpPr/>
            <p:nvPr/>
          </p:nvSpPr>
          <p:spPr>
            <a:xfrm>
              <a:off x="9304412" y="1493042"/>
              <a:ext cx="1371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5,000</a:t>
              </a:r>
            </a:p>
          </p:txBody>
        </p:sp>
        <p:sp>
          <p:nvSpPr>
            <p:cNvPr id="33" name="Rectangle 32"/>
            <p:cNvSpPr/>
            <p:nvPr/>
          </p:nvSpPr>
          <p:spPr>
            <a:xfrm>
              <a:off x="9304412" y="2057400"/>
              <a:ext cx="1371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15,000</a:t>
              </a:r>
            </a:p>
          </p:txBody>
        </p:sp>
        <p:sp>
          <p:nvSpPr>
            <p:cNvPr id="34" name="Rectangle 33"/>
            <p:cNvSpPr/>
            <p:nvPr/>
          </p:nvSpPr>
          <p:spPr>
            <a:xfrm>
              <a:off x="9304412" y="2621758"/>
              <a:ext cx="1371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10,000</a:t>
              </a:r>
            </a:p>
          </p:txBody>
        </p:sp>
        <p:sp>
          <p:nvSpPr>
            <p:cNvPr id="35" name="Rectangle 34"/>
            <p:cNvSpPr/>
            <p:nvPr/>
          </p:nvSpPr>
          <p:spPr>
            <a:xfrm>
              <a:off x="9304412" y="3186116"/>
              <a:ext cx="1371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15,000</a:t>
              </a:r>
            </a:p>
          </p:txBody>
        </p:sp>
        <p:sp>
          <p:nvSpPr>
            <p:cNvPr id="36" name="Rectangle 35"/>
            <p:cNvSpPr/>
            <p:nvPr/>
          </p:nvSpPr>
          <p:spPr>
            <a:xfrm>
              <a:off x="9304412" y="3750474"/>
              <a:ext cx="1371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5,000</a:t>
              </a:r>
            </a:p>
          </p:txBody>
        </p:sp>
        <p:sp>
          <p:nvSpPr>
            <p:cNvPr id="37" name="Rectangle 36"/>
            <p:cNvSpPr/>
            <p:nvPr/>
          </p:nvSpPr>
          <p:spPr>
            <a:xfrm>
              <a:off x="9304412" y="4314832"/>
              <a:ext cx="1371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15,000</a:t>
              </a:r>
            </a:p>
          </p:txBody>
        </p:sp>
      </p:grpSp>
      <p:grpSp>
        <p:nvGrpSpPr>
          <p:cNvPr id="38" name="Group 37"/>
          <p:cNvGrpSpPr/>
          <p:nvPr/>
        </p:nvGrpSpPr>
        <p:grpSpPr>
          <a:xfrm>
            <a:off x="4832012" y="2385740"/>
            <a:ext cx="3319200" cy="3386990"/>
            <a:chOff x="5561012" y="1493042"/>
            <a:chExt cx="3319200" cy="3386990"/>
          </a:xfrm>
        </p:grpSpPr>
        <p:sp>
          <p:nvSpPr>
            <p:cNvPr id="39" name="Rectangle 38"/>
            <p:cNvSpPr/>
            <p:nvPr/>
          </p:nvSpPr>
          <p:spPr>
            <a:xfrm>
              <a:off x="5561012" y="1493042"/>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Database Support</a:t>
              </a:r>
            </a:p>
          </p:txBody>
        </p:sp>
        <p:sp>
          <p:nvSpPr>
            <p:cNvPr id="40" name="Rectangle 39"/>
            <p:cNvSpPr/>
            <p:nvPr/>
          </p:nvSpPr>
          <p:spPr>
            <a:xfrm>
              <a:off x="5561012" y="2057400"/>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Database Support</a:t>
              </a:r>
            </a:p>
          </p:txBody>
        </p:sp>
        <p:sp>
          <p:nvSpPr>
            <p:cNvPr id="41" name="Rectangle 40"/>
            <p:cNvSpPr/>
            <p:nvPr/>
          </p:nvSpPr>
          <p:spPr>
            <a:xfrm>
              <a:off x="5561012" y="2621758"/>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Application Support</a:t>
              </a:r>
            </a:p>
          </p:txBody>
        </p:sp>
        <p:sp>
          <p:nvSpPr>
            <p:cNvPr id="42" name="Rectangle 41"/>
            <p:cNvSpPr/>
            <p:nvPr/>
          </p:nvSpPr>
          <p:spPr>
            <a:xfrm>
              <a:off x="5561012" y="3186116"/>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Application Support</a:t>
              </a:r>
            </a:p>
          </p:txBody>
        </p:sp>
        <p:sp>
          <p:nvSpPr>
            <p:cNvPr id="43" name="Rectangle 42"/>
            <p:cNvSpPr/>
            <p:nvPr/>
          </p:nvSpPr>
          <p:spPr>
            <a:xfrm>
              <a:off x="5561012" y="3750474"/>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Application Support</a:t>
              </a:r>
            </a:p>
          </p:txBody>
        </p:sp>
        <p:sp>
          <p:nvSpPr>
            <p:cNvPr id="44" name="Rectangle 43"/>
            <p:cNvSpPr/>
            <p:nvPr/>
          </p:nvSpPr>
          <p:spPr>
            <a:xfrm>
              <a:off x="5561012" y="4314832"/>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Software Support</a:t>
              </a:r>
            </a:p>
          </p:txBody>
        </p:sp>
      </p:grpSp>
      <p:sp>
        <p:nvSpPr>
          <p:cNvPr id="45" name="TextBox 44">
            <a:extLst>
              <a:ext uri="{FF2B5EF4-FFF2-40B4-BE49-F238E27FC236}">
                <a16:creationId xmlns:a16="http://schemas.microsoft.com/office/drawing/2014/main" id="{80F45EB9-D34F-4296-B82D-81BD2B4221FE}"/>
              </a:ext>
            </a:extLst>
          </p:cNvPr>
          <p:cNvSpPr txBox="1"/>
          <p:nvPr/>
        </p:nvSpPr>
        <p:spPr>
          <a:xfrm>
            <a:off x="424263" y="364878"/>
            <a:ext cx="6112274"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Grouping</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3120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4676774" y="5215734"/>
            <a:ext cx="3322637" cy="5715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7" name="Group 6"/>
          <p:cNvGrpSpPr/>
          <p:nvPr/>
        </p:nvGrpSpPr>
        <p:grpSpPr>
          <a:xfrm>
            <a:off x="2894012" y="5223931"/>
            <a:ext cx="6476400" cy="565200"/>
            <a:chOff x="2894012" y="5847507"/>
            <a:chExt cx="6476400" cy="565200"/>
          </a:xfrm>
          <a:solidFill>
            <a:schemeClr val="accent2">
              <a:lumMod val="40000"/>
              <a:lumOff val="60000"/>
            </a:schemeClr>
          </a:solidFill>
        </p:grpSpPr>
        <p:sp>
          <p:nvSpPr>
            <p:cNvPr id="30" name="Rectangle 29"/>
            <p:cNvSpPr/>
            <p:nvPr/>
          </p:nvSpPr>
          <p:spPr>
            <a:xfrm>
              <a:off x="2894012" y="5847507"/>
              <a:ext cx="1785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Fred</a:t>
              </a:r>
            </a:p>
          </p:txBody>
        </p:sp>
        <p:sp>
          <p:nvSpPr>
            <p:cNvPr id="37" name="Rectangle 36"/>
            <p:cNvSpPr/>
            <p:nvPr/>
          </p:nvSpPr>
          <p:spPr>
            <a:xfrm>
              <a:off x="7998812" y="5847507"/>
              <a:ext cx="1371600" cy="5652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15,000</a:t>
              </a:r>
            </a:p>
          </p:txBody>
        </p:sp>
        <p:sp>
          <p:nvSpPr>
            <p:cNvPr id="44" name="Rectangle 43"/>
            <p:cNvSpPr/>
            <p:nvPr/>
          </p:nvSpPr>
          <p:spPr>
            <a:xfrm>
              <a:off x="4679612" y="5847507"/>
              <a:ext cx="3319200" cy="565200"/>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Software Support</a:t>
              </a:r>
            </a:p>
          </p:txBody>
        </p:sp>
      </p:grpSp>
      <p:sp>
        <p:nvSpPr>
          <p:cNvPr id="2" name="Rectangle 1"/>
          <p:cNvSpPr/>
          <p:nvPr/>
        </p:nvSpPr>
        <p:spPr>
          <a:xfrm>
            <a:off x="4676774" y="2409291"/>
            <a:ext cx="3322637" cy="1128714"/>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 name="Rectangle 12"/>
          <p:cNvSpPr/>
          <p:nvPr/>
        </p:nvSpPr>
        <p:spPr>
          <a:xfrm>
            <a:off x="4676774" y="3538003"/>
            <a:ext cx="3322637" cy="1685925"/>
          </a:xfrm>
          <a:prstGeom prst="rect">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aphicFrame>
        <p:nvGraphicFramePr>
          <p:cNvPr id="11" name="Table 10"/>
          <p:cNvGraphicFramePr>
            <a:graphicFrameLocks noGrp="1"/>
          </p:cNvGraphicFramePr>
          <p:nvPr>
            <p:extLst>
              <p:ext uri="{D42A27DB-BD31-4B8C-83A1-F6EECF244321}">
                <p14:modId xmlns:p14="http://schemas.microsoft.com/office/powerpoint/2010/main" val="1188565106"/>
              </p:ext>
            </p:extLst>
          </p:nvPr>
        </p:nvGraphicFramePr>
        <p:xfrm>
          <a:off x="2894012" y="1828762"/>
          <a:ext cx="6477000" cy="564066"/>
        </p:xfrm>
        <a:graphic>
          <a:graphicData uri="http://schemas.openxmlformats.org/drawingml/2006/table">
            <a:tbl>
              <a:tblPr firstRow="1" bandRow="1">
                <a:tableStyleId>{7DF18680-E054-41AD-8BC1-D1AEF772440D}</a:tableStyleId>
              </a:tblPr>
              <a:tblGrid>
                <a:gridCol w="1785687">
                  <a:extLst>
                    <a:ext uri="{9D8B030D-6E8A-4147-A177-3AD203B41FA5}">
                      <a16:colId xmlns:a16="http://schemas.microsoft.com/office/drawing/2014/main" val="3180040124"/>
                    </a:ext>
                  </a:extLst>
                </a:gridCol>
                <a:gridCol w="3319713">
                  <a:extLst>
                    <a:ext uri="{9D8B030D-6E8A-4147-A177-3AD203B41FA5}">
                      <a16:colId xmlns:a16="http://schemas.microsoft.com/office/drawing/2014/main" val="3141524875"/>
                    </a:ext>
                  </a:extLst>
                </a:gridCol>
                <a:gridCol w="1371600">
                  <a:extLst>
                    <a:ext uri="{9D8B030D-6E8A-4147-A177-3AD203B41FA5}">
                      <a16:colId xmlns:a16="http://schemas.microsoft.com/office/drawing/2014/main" val="1915661299"/>
                    </a:ext>
                  </a:extLst>
                </a:gridCol>
              </a:tblGrid>
              <a:tr h="564066">
                <a:tc>
                  <a:txBody>
                    <a:bodyPr/>
                    <a:lstStyle/>
                    <a:p>
                      <a:r>
                        <a:rPr lang="en-US" sz="2800" dirty="0"/>
                        <a:t>Employee</a:t>
                      </a:r>
                    </a:p>
                  </a:txBody>
                  <a:tcPr marL="137345" marR="137345" marT="68673" marB="68673"/>
                </a:tc>
                <a:tc>
                  <a:txBody>
                    <a:bodyPr/>
                    <a:lstStyle/>
                    <a:p>
                      <a:r>
                        <a:rPr lang="en-US" sz="2800" dirty="0"/>
                        <a:t>DepartmentName</a:t>
                      </a:r>
                    </a:p>
                  </a:txBody>
                  <a:tcPr marL="137345" marR="137345" marT="68673" marB="68673"/>
                </a:tc>
                <a:tc>
                  <a:txBody>
                    <a:bodyPr/>
                    <a:lstStyle/>
                    <a:p>
                      <a:r>
                        <a:rPr lang="en-US" sz="2800" dirty="0"/>
                        <a:t>Salary</a:t>
                      </a:r>
                    </a:p>
                  </a:txBody>
                  <a:tcPr marL="137345" marR="137345" marT="68673" marB="68673"/>
                </a:tc>
                <a:extLst>
                  <a:ext uri="{0D108BD9-81ED-4DB2-BD59-A6C34878D82A}">
                    <a16:rowId xmlns:a16="http://schemas.microsoft.com/office/drawing/2014/main" val="247495740"/>
                  </a:ext>
                </a:extLst>
              </a:tr>
            </a:tbl>
          </a:graphicData>
        </a:graphic>
      </p:graphicFrame>
      <p:sp>
        <p:nvSpPr>
          <p:cNvPr id="25" name="Rectangle 24"/>
          <p:cNvSpPr/>
          <p:nvPr/>
        </p:nvSpPr>
        <p:spPr>
          <a:xfrm>
            <a:off x="2894012" y="2402141"/>
            <a:ext cx="1785600" cy="565200"/>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Adam</a:t>
            </a:r>
          </a:p>
        </p:txBody>
      </p:sp>
      <p:sp>
        <p:nvSpPr>
          <p:cNvPr id="27" name="Rectangle 26"/>
          <p:cNvSpPr/>
          <p:nvPr/>
        </p:nvSpPr>
        <p:spPr>
          <a:xfrm>
            <a:off x="2894012" y="3530857"/>
            <a:ext cx="1785600" cy="565200"/>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Jane</a:t>
            </a:r>
          </a:p>
        </p:txBody>
      </p:sp>
      <p:sp>
        <p:nvSpPr>
          <p:cNvPr id="32" name="Rectangle 31"/>
          <p:cNvSpPr/>
          <p:nvPr/>
        </p:nvSpPr>
        <p:spPr>
          <a:xfrm>
            <a:off x="7998812" y="2402141"/>
            <a:ext cx="1371600" cy="565200"/>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5,000</a:t>
            </a:r>
          </a:p>
        </p:txBody>
      </p:sp>
      <p:sp>
        <p:nvSpPr>
          <p:cNvPr id="34" name="Rectangle 33"/>
          <p:cNvSpPr/>
          <p:nvPr/>
        </p:nvSpPr>
        <p:spPr>
          <a:xfrm>
            <a:off x="7998812" y="3530857"/>
            <a:ext cx="1371600" cy="565200"/>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10,000</a:t>
            </a:r>
          </a:p>
        </p:txBody>
      </p:sp>
      <p:sp>
        <p:nvSpPr>
          <p:cNvPr id="39" name="Rectangle 38"/>
          <p:cNvSpPr/>
          <p:nvPr/>
        </p:nvSpPr>
        <p:spPr>
          <a:xfrm>
            <a:off x="4679612" y="2402141"/>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Database Support</a:t>
            </a:r>
          </a:p>
        </p:txBody>
      </p:sp>
      <p:sp>
        <p:nvSpPr>
          <p:cNvPr id="40" name="Rectangle 39"/>
          <p:cNvSpPr/>
          <p:nvPr/>
        </p:nvSpPr>
        <p:spPr>
          <a:xfrm>
            <a:off x="4679612" y="2966499"/>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Database Support</a:t>
            </a:r>
          </a:p>
        </p:txBody>
      </p:sp>
      <p:sp>
        <p:nvSpPr>
          <p:cNvPr id="41" name="Rectangle 40"/>
          <p:cNvSpPr/>
          <p:nvPr/>
        </p:nvSpPr>
        <p:spPr>
          <a:xfrm>
            <a:off x="4679612" y="3530857"/>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Application Support</a:t>
            </a:r>
          </a:p>
        </p:txBody>
      </p:sp>
      <p:sp>
        <p:nvSpPr>
          <p:cNvPr id="42" name="Rectangle 41"/>
          <p:cNvSpPr/>
          <p:nvPr/>
        </p:nvSpPr>
        <p:spPr>
          <a:xfrm>
            <a:off x="4679612" y="4095215"/>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Application Support</a:t>
            </a:r>
          </a:p>
        </p:txBody>
      </p:sp>
      <p:sp>
        <p:nvSpPr>
          <p:cNvPr id="43" name="Rectangle 42"/>
          <p:cNvSpPr/>
          <p:nvPr/>
        </p:nvSpPr>
        <p:spPr>
          <a:xfrm>
            <a:off x="4679612" y="4659573"/>
            <a:ext cx="3319200" cy="565200"/>
          </a:xfrm>
          <a:prstGeom prst="rect">
            <a:avLst/>
          </a:prstGeom>
          <a:solidFill>
            <a:schemeClr val="accent5">
              <a:lumMod val="75000"/>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Application Support</a:t>
            </a:r>
          </a:p>
        </p:txBody>
      </p:sp>
      <p:grpSp>
        <p:nvGrpSpPr>
          <p:cNvPr id="3" name="Group 2"/>
          <p:cNvGrpSpPr/>
          <p:nvPr/>
        </p:nvGrpSpPr>
        <p:grpSpPr>
          <a:xfrm>
            <a:off x="2894012" y="2966499"/>
            <a:ext cx="6476400" cy="565200"/>
            <a:chOff x="2894012" y="3590075"/>
            <a:chExt cx="6476400" cy="565200"/>
          </a:xfrm>
        </p:grpSpPr>
        <p:sp>
          <p:nvSpPr>
            <p:cNvPr id="26" name="Rectangle 25"/>
            <p:cNvSpPr/>
            <p:nvPr/>
          </p:nvSpPr>
          <p:spPr>
            <a:xfrm>
              <a:off x="2894012" y="3590075"/>
              <a:ext cx="1785600" cy="565200"/>
            </a:xfrm>
            <a:prstGeom prst="rect">
              <a:avLst/>
            </a:prstGeom>
            <a:solidFill>
              <a:srgbClr val="19171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John</a:t>
              </a:r>
            </a:p>
          </p:txBody>
        </p:sp>
        <p:sp>
          <p:nvSpPr>
            <p:cNvPr id="33" name="Rectangle 32"/>
            <p:cNvSpPr/>
            <p:nvPr/>
          </p:nvSpPr>
          <p:spPr>
            <a:xfrm>
              <a:off x="7998812" y="3590075"/>
              <a:ext cx="1371600" cy="565200"/>
            </a:xfrm>
            <a:prstGeom prst="rect">
              <a:avLst/>
            </a:prstGeom>
            <a:solidFill>
              <a:srgbClr val="19171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15,000</a:t>
              </a:r>
            </a:p>
          </p:txBody>
        </p:sp>
      </p:grpSp>
      <p:grpSp>
        <p:nvGrpSpPr>
          <p:cNvPr id="4" name="Group 3"/>
          <p:cNvGrpSpPr/>
          <p:nvPr/>
        </p:nvGrpSpPr>
        <p:grpSpPr>
          <a:xfrm>
            <a:off x="2894012" y="4095215"/>
            <a:ext cx="6476400" cy="565200"/>
            <a:chOff x="2894012" y="4718791"/>
            <a:chExt cx="6476400" cy="565200"/>
          </a:xfrm>
        </p:grpSpPr>
        <p:sp>
          <p:nvSpPr>
            <p:cNvPr id="28" name="Rectangle 27"/>
            <p:cNvSpPr/>
            <p:nvPr/>
          </p:nvSpPr>
          <p:spPr>
            <a:xfrm>
              <a:off x="2894012" y="4718791"/>
              <a:ext cx="1785600" cy="565200"/>
            </a:xfrm>
            <a:prstGeom prst="rect">
              <a:avLst/>
            </a:prstGeom>
            <a:solidFill>
              <a:srgbClr val="19171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George</a:t>
              </a:r>
            </a:p>
          </p:txBody>
        </p:sp>
        <p:sp>
          <p:nvSpPr>
            <p:cNvPr id="35" name="Rectangle 34"/>
            <p:cNvSpPr/>
            <p:nvPr/>
          </p:nvSpPr>
          <p:spPr>
            <a:xfrm>
              <a:off x="7998812" y="4718791"/>
              <a:ext cx="1371600" cy="565200"/>
            </a:xfrm>
            <a:prstGeom prst="rect">
              <a:avLst/>
            </a:prstGeom>
            <a:solidFill>
              <a:srgbClr val="19171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15,000</a:t>
              </a:r>
            </a:p>
          </p:txBody>
        </p:sp>
      </p:grpSp>
      <p:grpSp>
        <p:nvGrpSpPr>
          <p:cNvPr id="6" name="Group 5"/>
          <p:cNvGrpSpPr/>
          <p:nvPr/>
        </p:nvGrpSpPr>
        <p:grpSpPr>
          <a:xfrm>
            <a:off x="2894012" y="4659573"/>
            <a:ext cx="6476400" cy="565200"/>
            <a:chOff x="2894012" y="5283149"/>
            <a:chExt cx="6476400" cy="565200"/>
          </a:xfrm>
        </p:grpSpPr>
        <p:sp>
          <p:nvSpPr>
            <p:cNvPr id="29" name="Rectangle 28"/>
            <p:cNvSpPr/>
            <p:nvPr/>
          </p:nvSpPr>
          <p:spPr>
            <a:xfrm>
              <a:off x="2894012" y="5283149"/>
              <a:ext cx="1785600" cy="565200"/>
            </a:xfrm>
            <a:prstGeom prst="rect">
              <a:avLst/>
            </a:prstGeom>
            <a:solidFill>
              <a:srgbClr val="19171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Lila</a:t>
              </a:r>
            </a:p>
          </p:txBody>
        </p:sp>
        <p:sp>
          <p:nvSpPr>
            <p:cNvPr id="36" name="Rectangle 35"/>
            <p:cNvSpPr/>
            <p:nvPr/>
          </p:nvSpPr>
          <p:spPr>
            <a:xfrm>
              <a:off x="7998812" y="5283149"/>
              <a:ext cx="1371600" cy="565200"/>
            </a:xfrm>
            <a:prstGeom prst="rect">
              <a:avLst/>
            </a:prstGeom>
            <a:solidFill>
              <a:srgbClr val="19171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5,000</a:t>
              </a:r>
            </a:p>
          </p:txBody>
        </p:sp>
      </p:grpSp>
      <p:sp>
        <p:nvSpPr>
          <p:cNvPr id="51" name="AutoShape 7"/>
          <p:cNvSpPr>
            <a:spLocks noChangeArrowheads="1"/>
          </p:cNvSpPr>
          <p:nvPr/>
        </p:nvSpPr>
        <p:spPr bwMode="auto">
          <a:xfrm>
            <a:off x="5637212" y="838200"/>
            <a:ext cx="3538622" cy="548478"/>
          </a:xfrm>
          <a:prstGeom prst="wedgeRoundRectCallout">
            <a:avLst>
              <a:gd name="adj1" fmla="val -34259"/>
              <a:gd name="adj2" fmla="val 153943"/>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a:t>
            </a:r>
          </a:p>
        </p:txBody>
      </p:sp>
      <p:sp>
        <p:nvSpPr>
          <p:cNvPr id="52" name="AutoShape 7"/>
          <p:cNvSpPr>
            <a:spLocks noChangeArrowheads="1"/>
          </p:cNvSpPr>
          <p:nvPr/>
        </p:nvSpPr>
        <p:spPr bwMode="auto">
          <a:xfrm>
            <a:off x="290023" y="3066387"/>
            <a:ext cx="2067095" cy="548478"/>
          </a:xfrm>
          <a:prstGeom prst="wedgeRoundRectCallout">
            <a:avLst>
              <a:gd name="adj1" fmla="val 67724"/>
              <a:gd name="adj2" fmla="val 90543"/>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Single row</a:t>
            </a:r>
          </a:p>
        </p:txBody>
      </p:sp>
      <p:sp>
        <p:nvSpPr>
          <p:cNvPr id="53" name="AutoShape 7"/>
          <p:cNvSpPr>
            <a:spLocks noChangeArrowheads="1"/>
          </p:cNvSpPr>
          <p:nvPr/>
        </p:nvSpPr>
        <p:spPr bwMode="auto">
          <a:xfrm>
            <a:off x="9740139" y="2684741"/>
            <a:ext cx="2266598" cy="1037531"/>
          </a:xfrm>
          <a:prstGeom prst="wedgeRoundRectCallout">
            <a:avLst>
              <a:gd name="adj1" fmla="val -63531"/>
              <a:gd name="adj2" fmla="val 81854"/>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Can be aggregated</a:t>
            </a:r>
          </a:p>
        </p:txBody>
      </p:sp>
      <p:sp>
        <p:nvSpPr>
          <p:cNvPr id="38" name="TextBox 37">
            <a:extLst>
              <a:ext uri="{FF2B5EF4-FFF2-40B4-BE49-F238E27FC236}">
                <a16:creationId xmlns:a16="http://schemas.microsoft.com/office/drawing/2014/main" id="{635642DA-3166-4C5B-B2F5-8B7054DDE52D}"/>
              </a:ext>
            </a:extLst>
          </p:cNvPr>
          <p:cNvSpPr txBox="1"/>
          <p:nvPr/>
        </p:nvSpPr>
        <p:spPr>
          <a:xfrm>
            <a:off x="424263" y="364878"/>
            <a:ext cx="6112274"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Grouping</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702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3"/>
                                        </p:tgtEl>
                                      </p:cBhvr>
                                    </p:animEffect>
                                    <p:set>
                                      <p:cBhvr>
                                        <p:cTn id="10" dur="1" fill="hold">
                                          <p:stCondLst>
                                            <p:cond delay="499"/>
                                          </p:stCondLst>
                                        </p:cTn>
                                        <p:tgtEl>
                                          <p:spTgt spid="13"/>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par>
                                <p:cTn id="14" presetID="10" presetClass="exit" presetSubtype="0" fill="hold" grpId="1" nodeType="withEffect">
                                  <p:stCondLst>
                                    <p:cond delay="0"/>
                                  </p:stCondLst>
                                  <p:childTnLst>
                                    <p:animEffect transition="out" filter="fade">
                                      <p:cBhvr>
                                        <p:cTn id="15" dur="3000"/>
                                        <p:tgtEl>
                                          <p:spTgt spid="40"/>
                                        </p:tgtEl>
                                      </p:cBhvr>
                                    </p:animEffect>
                                    <p:set>
                                      <p:cBhvr>
                                        <p:cTn id="16" dur="1" fill="hold">
                                          <p:stCondLst>
                                            <p:cond delay="2999"/>
                                          </p:stCondLst>
                                        </p:cTn>
                                        <p:tgtEl>
                                          <p:spTgt spid="40"/>
                                        </p:tgtEl>
                                        <p:attrNameLst>
                                          <p:attrName>style.visibility</p:attrName>
                                        </p:attrNameLst>
                                      </p:cBhvr>
                                      <p:to>
                                        <p:strVal val="hidden"/>
                                      </p:to>
                                    </p:set>
                                  </p:childTnLst>
                                </p:cTn>
                              </p:par>
                              <p:par>
                                <p:cTn id="17" presetID="10" presetClass="exit" presetSubtype="0" fill="hold" grpId="1" nodeType="withEffect">
                                  <p:stCondLst>
                                    <p:cond delay="0"/>
                                  </p:stCondLst>
                                  <p:childTnLst>
                                    <p:animEffect transition="out" filter="fade">
                                      <p:cBhvr>
                                        <p:cTn id="18" dur="3000"/>
                                        <p:tgtEl>
                                          <p:spTgt spid="42"/>
                                        </p:tgtEl>
                                      </p:cBhvr>
                                    </p:animEffect>
                                    <p:set>
                                      <p:cBhvr>
                                        <p:cTn id="19" dur="1" fill="hold">
                                          <p:stCondLst>
                                            <p:cond delay="2999"/>
                                          </p:stCondLst>
                                        </p:cTn>
                                        <p:tgtEl>
                                          <p:spTgt spid="42"/>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3000"/>
                                        <p:tgtEl>
                                          <p:spTgt spid="43"/>
                                        </p:tgtEl>
                                      </p:cBhvr>
                                    </p:animEffect>
                                    <p:set>
                                      <p:cBhvr>
                                        <p:cTn id="22" dur="1" fill="hold">
                                          <p:stCondLst>
                                            <p:cond delay="2999"/>
                                          </p:stCondLst>
                                        </p:cTn>
                                        <p:tgtEl>
                                          <p:spTgt spid="43"/>
                                        </p:tgtEl>
                                        <p:attrNameLst>
                                          <p:attrName>style.visibility</p:attrName>
                                        </p:attrNameLst>
                                      </p:cBhvr>
                                      <p:to>
                                        <p:strVal val="hidden"/>
                                      </p:to>
                                    </p:set>
                                  </p:childTnLst>
                                </p:cTn>
                              </p:par>
                              <p:par>
                                <p:cTn id="23" presetID="42" presetClass="path" presetSubtype="0" accel="50000" decel="50000" fill="hold" grpId="0" nodeType="withEffect">
                                  <p:stCondLst>
                                    <p:cond delay="0"/>
                                  </p:stCondLst>
                                  <p:childTnLst>
                                    <p:animMotion origin="layout" path="M 2.69341E-6 -3.33333E-6 L 2.69341E-6 -0.08217 " pathEditMode="relative" rAng="0" ptsTypes="AA">
                                      <p:cBhvr>
                                        <p:cTn id="24" dur="2000" fill="hold"/>
                                        <p:tgtEl>
                                          <p:spTgt spid="40"/>
                                        </p:tgtEl>
                                        <p:attrNameLst>
                                          <p:attrName>ppt_x</p:attrName>
                                          <p:attrName>ppt_y</p:attrName>
                                        </p:attrNameLst>
                                      </p:cBhvr>
                                      <p:rCtr x="0" y="-4120"/>
                                    </p:animMotion>
                                  </p:childTnLst>
                                </p:cTn>
                              </p:par>
                              <p:par>
                                <p:cTn id="25" presetID="42" presetClass="path" presetSubtype="0" accel="50000" decel="50000" fill="hold" grpId="0" nodeType="withEffect">
                                  <p:stCondLst>
                                    <p:cond delay="0"/>
                                  </p:stCondLst>
                                  <p:childTnLst>
                                    <p:animMotion origin="layout" path="M 2.69341E-6 3.33333E-6 L 2.69341E-6 -0.08334 " pathEditMode="relative" rAng="0" ptsTypes="AA">
                                      <p:cBhvr>
                                        <p:cTn id="26" dur="2000" fill="hold"/>
                                        <p:tgtEl>
                                          <p:spTgt spid="42"/>
                                        </p:tgtEl>
                                        <p:attrNameLst>
                                          <p:attrName>ppt_x</p:attrName>
                                          <p:attrName>ppt_y</p:attrName>
                                        </p:attrNameLst>
                                      </p:cBhvr>
                                      <p:rCtr x="0" y="-4167"/>
                                    </p:animMotion>
                                  </p:childTnLst>
                                </p:cTn>
                              </p:par>
                              <p:par>
                                <p:cTn id="27" presetID="42" presetClass="path" presetSubtype="0" accel="50000" decel="50000" fill="hold" grpId="0" nodeType="withEffect">
                                  <p:stCondLst>
                                    <p:cond delay="0"/>
                                  </p:stCondLst>
                                  <p:childTnLst>
                                    <p:animMotion origin="layout" path="M 2.69341E-6 -4.07407E-6 L 2.69341E-6 -0.16435 " pathEditMode="relative" rAng="0" ptsTypes="AA">
                                      <p:cBhvr>
                                        <p:cTn id="28" dur="2000" fill="hold"/>
                                        <p:tgtEl>
                                          <p:spTgt spid="43"/>
                                        </p:tgtEl>
                                        <p:attrNameLst>
                                          <p:attrName>ppt_x</p:attrName>
                                          <p:attrName>ppt_y</p:attrName>
                                        </p:attrNameLst>
                                      </p:cBhvr>
                                      <p:rCtr x="0" y="-8218"/>
                                    </p:animMotion>
                                  </p:childTnLst>
                                </p:cTn>
                              </p:par>
                              <p:par>
                                <p:cTn id="29" presetID="42" presetClass="path" presetSubtype="0" accel="50000" decel="50000" fill="hold" nodeType="withEffect">
                                  <p:stCondLst>
                                    <p:cond delay="0"/>
                                  </p:stCondLst>
                                  <p:childTnLst>
                                    <p:animMotion origin="layout" path="M 4.18599E-6 -3.33333E-6 L 0.0151 -0.05671 " pathEditMode="relative" rAng="0" ptsTypes="AA">
                                      <p:cBhvr>
                                        <p:cTn id="30" dur="2000" fill="hold"/>
                                        <p:tgtEl>
                                          <p:spTgt spid="3"/>
                                        </p:tgtEl>
                                        <p:attrNameLst>
                                          <p:attrName>ppt_x</p:attrName>
                                          <p:attrName>ppt_y</p:attrName>
                                        </p:attrNameLst>
                                      </p:cBhvr>
                                      <p:rCtr x="755" y="-2847"/>
                                    </p:animMotion>
                                  </p:childTnLst>
                                </p:cTn>
                              </p:par>
                              <p:par>
                                <p:cTn id="31" presetID="42" presetClass="path" presetSubtype="0" accel="50000" decel="50000" fill="hold" nodeType="withEffect">
                                  <p:stCondLst>
                                    <p:cond delay="0"/>
                                  </p:stCondLst>
                                  <p:childTnLst>
                                    <p:animMotion origin="layout" path="M 4.18599E-6 3.33333E-6 L 0.01211 -0.05787 " pathEditMode="relative" rAng="0" ptsTypes="AA">
                                      <p:cBhvr>
                                        <p:cTn id="32" dur="2000" fill="hold"/>
                                        <p:tgtEl>
                                          <p:spTgt spid="4"/>
                                        </p:tgtEl>
                                        <p:attrNameLst>
                                          <p:attrName>ppt_x</p:attrName>
                                          <p:attrName>ppt_y</p:attrName>
                                        </p:attrNameLst>
                                      </p:cBhvr>
                                      <p:rCtr x="599" y="-2894"/>
                                    </p:animMotion>
                                  </p:childTnLst>
                                </p:cTn>
                              </p:par>
                              <p:par>
                                <p:cTn id="33" presetID="42" presetClass="path" presetSubtype="0" accel="50000" decel="50000" fill="hold" nodeType="withEffect">
                                  <p:stCondLst>
                                    <p:cond delay="0"/>
                                  </p:stCondLst>
                                  <p:childTnLst>
                                    <p:animMotion origin="layout" path="M 4.18599E-6 -4.07407E-6 L 0.02565 -0.1162 " pathEditMode="relative" rAng="0" ptsTypes="AA">
                                      <p:cBhvr>
                                        <p:cTn id="34" dur="2000" fill="hold"/>
                                        <p:tgtEl>
                                          <p:spTgt spid="6"/>
                                        </p:tgtEl>
                                        <p:attrNameLst>
                                          <p:attrName>ppt_x</p:attrName>
                                          <p:attrName>ppt_y</p:attrName>
                                        </p:attrNameLst>
                                      </p:cBhvr>
                                      <p:rCtr x="1276" y="-5810"/>
                                    </p:animMotion>
                                  </p:childTnLst>
                                </p:cTn>
                              </p:par>
                              <p:par>
                                <p:cTn id="35" presetID="42" presetClass="path" presetSubtype="0" accel="50000" decel="50000" fill="hold" nodeType="withEffect">
                                  <p:stCondLst>
                                    <p:cond delay="0"/>
                                  </p:stCondLst>
                                  <p:childTnLst>
                                    <p:animMotion origin="layout" path="M 4.18599E-6 1.11022E-16 L 0.00013 -0.08171 " pathEditMode="relative" rAng="0" ptsTypes="AA">
                                      <p:cBhvr>
                                        <p:cTn id="36" dur="2000" fill="hold"/>
                                        <p:tgtEl>
                                          <p:spTgt spid="7"/>
                                        </p:tgtEl>
                                        <p:attrNameLst>
                                          <p:attrName>ppt_x</p:attrName>
                                          <p:attrName>ppt_y</p:attrName>
                                        </p:attrNameLst>
                                      </p:cBhvr>
                                      <p:rCtr x="0" y="-4097"/>
                                    </p:animMotion>
                                  </p:childTnLst>
                                </p:cTn>
                              </p:par>
                              <p:par>
                                <p:cTn id="37" presetID="10" presetClass="entr" presetSubtype="0" fill="hold" grpId="0" nodeType="withEffect">
                                  <p:stCondLst>
                                    <p:cond delay="2000"/>
                                  </p:stCondLst>
                                  <p:childTnLst>
                                    <p:set>
                                      <p:cBhvr>
                                        <p:cTn id="38" dur="1" fill="hold">
                                          <p:stCondLst>
                                            <p:cond delay="0"/>
                                          </p:stCondLst>
                                        </p:cTn>
                                        <p:tgtEl>
                                          <p:spTgt spid="52"/>
                                        </p:tgtEl>
                                        <p:attrNameLst>
                                          <p:attrName>style.visibility</p:attrName>
                                        </p:attrNameLst>
                                      </p:cBhvr>
                                      <p:to>
                                        <p:strVal val="visible"/>
                                      </p:to>
                                    </p:set>
                                    <p:animEffect transition="in" filter="fade">
                                      <p:cBhvr>
                                        <p:cTn id="39" dur="500"/>
                                        <p:tgtEl>
                                          <p:spTgt spid="52"/>
                                        </p:tgtEl>
                                      </p:cBhvr>
                                    </p:animEffect>
                                  </p:childTnLst>
                                </p:cTn>
                              </p:par>
                              <p:par>
                                <p:cTn id="40" presetID="10" presetClass="entr" presetSubtype="0" fill="hold" grpId="0" nodeType="withEffect">
                                  <p:stCondLst>
                                    <p:cond delay="200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animBg="1"/>
      <p:bldP spid="13" grpId="0" animBg="1"/>
      <p:bldP spid="40" grpId="0" animBg="1"/>
      <p:bldP spid="40" grpId="1" animBg="1"/>
      <p:bldP spid="42" grpId="0" animBg="1"/>
      <p:bldP spid="42" grpId="1" animBg="1"/>
      <p:bldP spid="43" grpId="0" animBg="1"/>
      <p:bldP spid="43" grpId="1" animBg="1"/>
      <p:bldP spid="52" grpId="0" animBg="1"/>
      <p:bldP spid="5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p:cNvSpPr>
            <a:spLocks noGrp="1"/>
          </p:cNvSpPr>
          <p:nvPr>
            <p:ph idx="1"/>
          </p:nvPr>
        </p:nvSpPr>
        <p:spPr>
          <a:xfrm>
            <a:off x="303212" y="922767"/>
            <a:ext cx="11804822" cy="5570355"/>
          </a:xfrm>
        </p:spPr>
        <p:txBody>
          <a:bodyPr>
            <a:normAutofit/>
          </a:bodyPr>
          <a:lstStyle/>
          <a:p>
            <a:pPr>
              <a:lnSpc>
                <a:spcPct val="100000"/>
              </a:lnSpc>
            </a:pPr>
            <a:r>
              <a:rPr lang="en-US" sz="2800" dirty="0">
                <a:latin typeface="Segoe UI" panose="020B0502040204020203" pitchFamily="34" charset="0"/>
                <a:cs typeface="Segoe UI" panose="020B0502040204020203" pitchFamily="34" charset="0"/>
              </a:rPr>
              <a:t>With</a:t>
            </a:r>
            <a:r>
              <a:rPr lang="en-US" sz="2800" b="1" dirty="0">
                <a:solidFill>
                  <a:schemeClr val="tx2">
                    <a:lumMod val="75000"/>
                  </a:schemeClr>
                </a:solidFill>
                <a:latin typeface="Segoe UI" panose="020B0502040204020203" pitchFamily="34" charset="0"/>
                <a:cs typeface="Segoe UI" panose="020B0502040204020203" pitchFamily="34" charset="0"/>
              </a:rPr>
              <a:t> GROUP BY </a:t>
            </a:r>
            <a:r>
              <a:rPr lang="en-US" sz="2800" dirty="0">
                <a:latin typeface="Segoe UI" panose="020B0502040204020203" pitchFamily="34" charset="0"/>
                <a:cs typeface="Segoe UI" panose="020B0502040204020203" pitchFamily="34" charset="0"/>
              </a:rPr>
              <a:t>you can get each separate group and use an "aggregate" function over it (like Average, Min or Max):</a:t>
            </a:r>
          </a:p>
          <a:p>
            <a:pPr>
              <a:lnSpc>
                <a:spcPct val="100000"/>
              </a:lnSpc>
            </a:pPr>
            <a:endParaRPr lang="en-US" sz="2800" dirty="0">
              <a:latin typeface="Segoe UI" panose="020B0502040204020203" pitchFamily="34" charset="0"/>
              <a:cs typeface="Segoe UI" panose="020B0502040204020203" pitchFamily="34" charset="0"/>
            </a:endParaRPr>
          </a:p>
          <a:p>
            <a:pPr>
              <a:lnSpc>
                <a:spcPct val="100000"/>
              </a:lnSpc>
            </a:pPr>
            <a:endParaRPr lang="en-US" sz="2800" dirty="0">
              <a:latin typeface="Segoe UI" panose="020B0502040204020203" pitchFamily="34" charset="0"/>
              <a:cs typeface="Segoe UI" panose="020B0502040204020203" pitchFamily="34" charset="0"/>
            </a:endParaRPr>
          </a:p>
          <a:p>
            <a:pPr marL="0" indent="0">
              <a:lnSpc>
                <a:spcPct val="100000"/>
              </a:lnSpc>
              <a:buNone/>
            </a:pPr>
            <a:endParaRPr lang="en-US" sz="2800" dirty="0">
              <a:latin typeface="Segoe UI" panose="020B0502040204020203" pitchFamily="34" charset="0"/>
              <a:cs typeface="Segoe UI" panose="020B0502040204020203" pitchFamily="34" charset="0"/>
            </a:endParaRPr>
          </a:p>
          <a:p>
            <a:pPr>
              <a:lnSpc>
                <a:spcPct val="100000"/>
              </a:lnSpc>
            </a:pPr>
            <a:endParaRPr lang="en-US" sz="2800" dirty="0">
              <a:latin typeface="Segoe UI" panose="020B0502040204020203" pitchFamily="34" charset="0"/>
              <a:cs typeface="Segoe UI" panose="020B0502040204020203" pitchFamily="34" charset="0"/>
            </a:endParaRPr>
          </a:p>
          <a:p>
            <a:pPr>
              <a:lnSpc>
                <a:spcPct val="100000"/>
              </a:lnSpc>
            </a:pPr>
            <a:r>
              <a:rPr lang="en-US" sz="2800" dirty="0">
                <a:latin typeface="Segoe UI" panose="020B0502040204020203" pitchFamily="34" charset="0"/>
                <a:cs typeface="Segoe UI" panose="020B0502040204020203" pitchFamily="34" charset="0"/>
              </a:rPr>
              <a:t>With </a:t>
            </a:r>
            <a:r>
              <a:rPr lang="en-US" sz="2800" b="1" dirty="0">
                <a:solidFill>
                  <a:schemeClr val="tx2">
                    <a:lumMod val="75000"/>
                  </a:schemeClr>
                </a:solidFill>
                <a:latin typeface="Segoe UI" panose="020B0502040204020203" pitchFamily="34" charset="0"/>
                <a:cs typeface="Segoe UI" panose="020B0502040204020203" pitchFamily="34" charset="0"/>
              </a:rPr>
              <a:t>DISTINCT </a:t>
            </a:r>
            <a:r>
              <a:rPr lang="en-US" sz="2800" dirty="0">
                <a:latin typeface="Segoe UI" panose="020B0502040204020203" pitchFamily="34" charset="0"/>
                <a:cs typeface="Segoe UI" panose="020B0502040204020203" pitchFamily="34" charset="0"/>
              </a:rPr>
              <a:t>you will get all unique values</a:t>
            </a:r>
            <a:r>
              <a:rPr lang="en-US" sz="2800" b="1" dirty="0">
                <a:latin typeface="Segoe UI" panose="020B0502040204020203" pitchFamily="34" charset="0"/>
                <a:cs typeface="Segoe UI" panose="020B0502040204020203" pitchFamily="34" charset="0"/>
              </a:rPr>
              <a:t>:</a:t>
            </a:r>
          </a:p>
        </p:txBody>
      </p:sp>
      <p:sp>
        <p:nvSpPr>
          <p:cNvPr id="10" name="Rectangle 9"/>
          <p:cNvSpPr>
            <a:spLocks noChangeArrowheads="1"/>
          </p:cNvSpPr>
          <p:nvPr/>
        </p:nvSpPr>
        <p:spPr bwMode="auto">
          <a:xfrm>
            <a:off x="928804" y="2140753"/>
            <a:ext cx="10556816" cy="188010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3600" b="1" dirty="0">
                <a:solidFill>
                  <a:schemeClr val="tx2"/>
                </a:solidFill>
                <a:latin typeface="Consolas" panose="020B0609020204030204" pitchFamily="49" charset="0"/>
              </a:rPr>
              <a:t>SELECT</a:t>
            </a:r>
            <a:r>
              <a:rPr lang="en-US" sz="3600" dirty="0">
                <a:solidFill>
                  <a:schemeClr val="tx2"/>
                </a:solidFill>
                <a:latin typeface="Consolas" panose="020B0609020204030204" pitchFamily="49" charset="0"/>
              </a:rPr>
              <a:t> e.</a:t>
            </a:r>
            <a:r>
              <a:rPr lang="en-US" sz="3600" noProof="1">
                <a:solidFill>
                  <a:schemeClr val="tx2"/>
                </a:solidFill>
                <a:latin typeface="Consolas" panose="020B0609020204030204" pitchFamily="49" charset="0"/>
              </a:rPr>
              <a:t>DepartmentID</a:t>
            </a:r>
            <a:r>
              <a:rPr lang="en-US" sz="3600" b="1" dirty="0">
                <a:solidFill>
                  <a:schemeClr val="tx2"/>
                </a:solidFill>
                <a:latin typeface="Consolas" panose="020B0609020204030204" pitchFamily="49" charset="0"/>
              </a:rPr>
              <a:t> </a:t>
            </a:r>
          </a:p>
          <a:p>
            <a:r>
              <a:rPr lang="en-US" sz="3600" b="1" dirty="0">
                <a:solidFill>
                  <a:schemeClr val="tx2"/>
                </a:solidFill>
                <a:latin typeface="Consolas" panose="020B0609020204030204" pitchFamily="49" charset="0"/>
              </a:rPr>
              <a:t>  </a:t>
            </a:r>
            <a:r>
              <a:rPr lang="en-GB" sz="3600" b="1" dirty="0">
                <a:solidFill>
                  <a:schemeClr val="tx2"/>
                </a:solidFill>
                <a:latin typeface="Consolas" panose="020B0609020204030204" pitchFamily="49" charset="0"/>
              </a:rPr>
              <a:t>FROM</a:t>
            </a:r>
            <a:r>
              <a:rPr lang="en-GB" sz="3600" dirty="0">
                <a:solidFill>
                  <a:schemeClr val="tx2"/>
                </a:solidFill>
                <a:latin typeface="Consolas" panose="020B0609020204030204" pitchFamily="49" charset="0"/>
              </a:rPr>
              <a:t> Employees </a:t>
            </a:r>
            <a:r>
              <a:rPr lang="en-GB" sz="3600" b="1" dirty="0">
                <a:solidFill>
                  <a:schemeClr val="tx2"/>
                </a:solidFill>
                <a:latin typeface="Consolas" panose="020B0609020204030204" pitchFamily="49" charset="0"/>
              </a:rPr>
              <a:t>AS</a:t>
            </a:r>
            <a:r>
              <a:rPr lang="en-GB" sz="3600" dirty="0">
                <a:solidFill>
                  <a:schemeClr val="tx2"/>
                </a:solidFill>
                <a:latin typeface="Consolas" panose="020B0609020204030204" pitchFamily="49" charset="0"/>
              </a:rPr>
              <a:t> e</a:t>
            </a:r>
          </a:p>
          <a:p>
            <a:r>
              <a:rPr lang="en-GB" sz="3600" b="1" dirty="0">
                <a:solidFill>
                  <a:srgbClr val="F3BE60"/>
                </a:solidFill>
                <a:latin typeface="Consolas" panose="020B0609020204030204" pitchFamily="49" charset="0"/>
              </a:rPr>
              <a:t>GROUP</a:t>
            </a:r>
            <a:r>
              <a:rPr lang="en-GB" sz="3600" dirty="0">
                <a:solidFill>
                  <a:srgbClr val="F3BE60"/>
                </a:solidFill>
                <a:latin typeface="Consolas" panose="020B0609020204030204" pitchFamily="49" charset="0"/>
              </a:rPr>
              <a:t> </a:t>
            </a:r>
            <a:r>
              <a:rPr lang="en-GB" sz="3600" b="1" dirty="0">
                <a:solidFill>
                  <a:srgbClr val="F3BE60"/>
                </a:solidFill>
                <a:latin typeface="Consolas" panose="020B0609020204030204" pitchFamily="49" charset="0"/>
              </a:rPr>
              <a:t>BY</a:t>
            </a:r>
            <a:r>
              <a:rPr lang="en-GB" sz="3600" dirty="0">
                <a:solidFill>
                  <a:srgbClr val="F3BE60"/>
                </a:solidFill>
                <a:latin typeface="Consolas" panose="020B0609020204030204" pitchFamily="49" charset="0"/>
              </a:rPr>
              <a:t> </a:t>
            </a:r>
            <a:r>
              <a:rPr lang="en-GB" sz="3600" dirty="0">
                <a:solidFill>
                  <a:schemeClr val="tx2"/>
                </a:solidFill>
                <a:latin typeface="Consolas" panose="020B0609020204030204" pitchFamily="49" charset="0"/>
              </a:rPr>
              <a:t>e.</a:t>
            </a:r>
            <a:r>
              <a:rPr lang="en-US" sz="3600" noProof="1">
                <a:solidFill>
                  <a:schemeClr val="tx2"/>
                </a:solidFill>
                <a:latin typeface="Consolas" panose="020B0609020204030204" pitchFamily="49" charset="0"/>
              </a:rPr>
              <a:t>DepartmentID</a:t>
            </a:r>
          </a:p>
        </p:txBody>
      </p:sp>
      <p:sp>
        <p:nvSpPr>
          <p:cNvPr id="9" name="AutoShape 7"/>
          <p:cNvSpPr>
            <a:spLocks noChangeArrowheads="1"/>
          </p:cNvSpPr>
          <p:nvPr/>
        </p:nvSpPr>
        <p:spPr bwMode="auto">
          <a:xfrm>
            <a:off x="8452492" y="2603901"/>
            <a:ext cx="2229557" cy="953805"/>
          </a:xfrm>
          <a:prstGeom prst="wedgeRoundRectCallout">
            <a:avLst>
              <a:gd name="adj1" fmla="val -95403"/>
              <a:gd name="adj2" fmla="val 57670"/>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a:t>
            </a:r>
          </a:p>
          <a:p>
            <a:pPr algn="ctr"/>
            <a:r>
              <a:rPr lang="en-US" sz="2800" noProof="1">
                <a:solidFill>
                  <a:srgbClr val="FFFFFF"/>
                </a:solidFill>
              </a:rPr>
              <a:t>Columns</a:t>
            </a:r>
          </a:p>
        </p:txBody>
      </p:sp>
      <p:sp>
        <p:nvSpPr>
          <p:cNvPr id="13" name="Rectangle 9"/>
          <p:cNvSpPr>
            <a:spLocks noChangeArrowheads="1"/>
          </p:cNvSpPr>
          <p:nvPr/>
        </p:nvSpPr>
        <p:spPr bwMode="auto">
          <a:xfrm>
            <a:off x="927215" y="4806485"/>
            <a:ext cx="10556816" cy="1326105"/>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3600" b="1" dirty="0">
                <a:solidFill>
                  <a:schemeClr val="tx2"/>
                </a:solidFill>
                <a:latin typeface="Consolas" panose="020B0609020204030204" pitchFamily="49" charset="0"/>
              </a:rPr>
              <a:t>SELECT</a:t>
            </a:r>
            <a:r>
              <a:rPr lang="en-US" sz="3600" dirty="0">
                <a:solidFill>
                  <a:schemeClr val="tx2"/>
                </a:solidFill>
                <a:latin typeface="Consolas" panose="020B0609020204030204" pitchFamily="49" charset="0"/>
              </a:rPr>
              <a:t> </a:t>
            </a:r>
            <a:r>
              <a:rPr lang="en-US" sz="3600" b="1" dirty="0">
                <a:solidFill>
                  <a:srgbClr val="F3BE60"/>
                </a:solidFill>
                <a:latin typeface="Consolas" panose="020B0609020204030204" pitchFamily="49" charset="0"/>
              </a:rPr>
              <a:t>DISTINCT</a:t>
            </a:r>
            <a:r>
              <a:rPr lang="en-US" sz="3600" dirty="0">
                <a:solidFill>
                  <a:schemeClr val="tx2"/>
                </a:solidFill>
                <a:latin typeface="Consolas" panose="020B0609020204030204" pitchFamily="49" charset="0"/>
              </a:rPr>
              <a:t> e.</a:t>
            </a:r>
            <a:r>
              <a:rPr lang="en-US" sz="3600" noProof="1">
                <a:solidFill>
                  <a:schemeClr val="tx2"/>
                </a:solidFill>
                <a:latin typeface="Consolas" panose="020B0609020204030204" pitchFamily="49" charset="0"/>
              </a:rPr>
              <a:t>DepartmentID</a:t>
            </a:r>
            <a:r>
              <a:rPr lang="en-US" sz="3600" dirty="0">
                <a:solidFill>
                  <a:schemeClr val="tx2"/>
                </a:solidFill>
                <a:latin typeface="Consolas" panose="020B0609020204030204" pitchFamily="49" charset="0"/>
              </a:rPr>
              <a:t> </a:t>
            </a:r>
            <a:br>
              <a:rPr lang="en-US" sz="3600" dirty="0">
                <a:solidFill>
                  <a:schemeClr val="tx2"/>
                </a:solidFill>
                <a:latin typeface="Consolas" panose="020B0609020204030204" pitchFamily="49" charset="0"/>
              </a:rPr>
            </a:br>
            <a:r>
              <a:rPr lang="en-US" sz="3600" dirty="0">
                <a:solidFill>
                  <a:schemeClr val="tx2"/>
                </a:solidFill>
                <a:latin typeface="Consolas" panose="020B0609020204030204" pitchFamily="49" charset="0"/>
              </a:rPr>
              <a:t>  </a:t>
            </a:r>
            <a:r>
              <a:rPr lang="en-GB" sz="3600" b="1" dirty="0">
                <a:solidFill>
                  <a:schemeClr val="tx2"/>
                </a:solidFill>
                <a:latin typeface="Consolas" panose="020B0609020204030204" pitchFamily="49" charset="0"/>
              </a:rPr>
              <a:t>FROM</a:t>
            </a:r>
            <a:r>
              <a:rPr lang="en-GB" sz="3600" dirty="0">
                <a:solidFill>
                  <a:schemeClr val="tx2"/>
                </a:solidFill>
                <a:latin typeface="Consolas" panose="020B0609020204030204" pitchFamily="49" charset="0"/>
              </a:rPr>
              <a:t> Employees </a:t>
            </a:r>
            <a:r>
              <a:rPr lang="en-GB" sz="3600" b="1" dirty="0">
                <a:solidFill>
                  <a:schemeClr val="tx2"/>
                </a:solidFill>
                <a:latin typeface="Consolas" panose="020B0609020204030204" pitchFamily="49" charset="0"/>
              </a:rPr>
              <a:t>AS</a:t>
            </a:r>
            <a:r>
              <a:rPr lang="en-GB" sz="3600" dirty="0">
                <a:solidFill>
                  <a:schemeClr val="tx2"/>
                </a:solidFill>
                <a:latin typeface="Consolas" panose="020B0609020204030204" pitchFamily="49" charset="0"/>
              </a:rPr>
              <a:t> e</a:t>
            </a:r>
          </a:p>
        </p:txBody>
      </p:sp>
      <p:sp>
        <p:nvSpPr>
          <p:cNvPr id="14" name="AutoShape 7"/>
          <p:cNvSpPr>
            <a:spLocks noChangeArrowheads="1"/>
          </p:cNvSpPr>
          <p:nvPr/>
        </p:nvSpPr>
        <p:spPr bwMode="auto">
          <a:xfrm>
            <a:off x="9222406" y="5359051"/>
            <a:ext cx="2229557" cy="953805"/>
          </a:xfrm>
          <a:prstGeom prst="wedgeRoundRectCallout">
            <a:avLst>
              <a:gd name="adj1" fmla="val -74518"/>
              <a:gd name="adj2" fmla="val -31581"/>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Unique Values</a:t>
            </a:r>
          </a:p>
        </p:txBody>
      </p:sp>
      <p:sp>
        <p:nvSpPr>
          <p:cNvPr id="11" name="TextBox 10">
            <a:extLst>
              <a:ext uri="{FF2B5EF4-FFF2-40B4-BE49-F238E27FC236}">
                <a16:creationId xmlns:a16="http://schemas.microsoft.com/office/drawing/2014/main" id="{E472D5D7-329E-48A8-A42C-6F798C69C46A}"/>
              </a:ext>
            </a:extLst>
          </p:cNvPr>
          <p:cNvSpPr txBox="1"/>
          <p:nvPr/>
        </p:nvSpPr>
        <p:spPr>
          <a:xfrm>
            <a:off x="424263" y="364878"/>
            <a:ext cx="6112274"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Grouping (1)</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55482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xEl>
                                              <p:pRg st="5" end="5"/>
                                            </p:txEl>
                                          </p:spTgt>
                                        </p:tgtEl>
                                        <p:attrNameLst>
                                          <p:attrName>style.visibility</p:attrName>
                                        </p:attrNameLst>
                                      </p:cBhvr>
                                      <p:to>
                                        <p:strVal val="visible"/>
                                      </p:to>
                                    </p:set>
                                    <p:animEffect transition="in" filter="fade">
                                      <p:cBhvr>
                                        <p:cTn id="16" dur="500"/>
                                        <p:tgtEl>
                                          <p:spTgt spid="12">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192001" y="922767"/>
            <a:ext cx="11804822" cy="5570355"/>
          </a:xfrm>
        </p:spPr>
        <p:txBody>
          <a:bodyPr>
            <a:normAutofit/>
          </a:bodyPr>
          <a:lstStyle/>
          <a:p>
            <a:pPr>
              <a:lnSpc>
                <a:spcPct val="100000"/>
              </a:lnSpc>
            </a:pPr>
            <a:r>
              <a:rPr lang="en-US" sz="2800" dirty="0">
                <a:latin typeface="Segoe UI" panose="020B0502040204020203" pitchFamily="34" charset="0"/>
                <a:cs typeface="Segoe UI" panose="020B0502040204020203" pitchFamily="34" charset="0"/>
              </a:rPr>
              <a:t>Create a query which prints the total </a:t>
            </a:r>
            <a:r>
              <a:rPr lang="en-US" sz="2800" dirty="0">
                <a:solidFill>
                  <a:schemeClr val="tx2">
                    <a:lumMod val="75000"/>
                  </a:schemeClr>
                </a:solidFill>
                <a:latin typeface="Segoe UI" panose="020B0502040204020203" pitchFamily="34" charset="0"/>
                <a:cs typeface="Segoe UI" panose="020B0502040204020203" pitchFamily="34" charset="0"/>
              </a:rPr>
              <a:t>sum</a:t>
            </a:r>
            <a:r>
              <a:rPr lang="en-US" sz="2800" dirty="0">
                <a:latin typeface="Segoe UI" panose="020B0502040204020203" pitchFamily="34" charset="0"/>
                <a:cs typeface="Segoe UI" panose="020B0502040204020203" pitchFamily="34" charset="0"/>
              </a:rPr>
              <a:t> of salaries for each </a:t>
            </a:r>
            <a:r>
              <a:rPr lang="en-US" sz="2800" dirty="0">
                <a:solidFill>
                  <a:schemeClr val="tx2">
                    <a:lumMod val="75000"/>
                  </a:schemeClr>
                </a:solidFill>
                <a:latin typeface="Segoe UI" panose="020B0502040204020203" pitchFamily="34" charset="0"/>
                <a:cs typeface="Segoe UI" panose="020B0502040204020203" pitchFamily="34" charset="0"/>
              </a:rPr>
              <a:t>department</a:t>
            </a:r>
            <a:r>
              <a:rPr lang="en-US" sz="2800" dirty="0">
                <a:latin typeface="Segoe UI" panose="020B0502040204020203" pitchFamily="34" charset="0"/>
                <a:cs typeface="Segoe UI" panose="020B0502040204020203" pitchFamily="34" charset="0"/>
              </a:rPr>
              <a:t>. </a:t>
            </a:r>
          </a:p>
          <a:p>
            <a:pPr>
              <a:lnSpc>
                <a:spcPct val="100000"/>
              </a:lnSpc>
            </a:pPr>
            <a:r>
              <a:rPr lang="en-US" sz="2800" dirty="0">
                <a:latin typeface="Segoe UI" panose="020B0502040204020203" pitchFamily="34" charset="0"/>
                <a:cs typeface="Segoe UI" panose="020B0502040204020203" pitchFamily="34" charset="0"/>
              </a:rPr>
              <a:t>Order them by </a:t>
            </a:r>
            <a:r>
              <a:rPr lang="en-US" sz="2800" noProof="1">
                <a:latin typeface="Segoe UI" panose="020B0502040204020203" pitchFamily="34" charset="0"/>
                <a:cs typeface="Segoe UI" panose="020B0502040204020203" pitchFamily="34" charset="0"/>
              </a:rPr>
              <a:t>DepartmentID (ascending).</a:t>
            </a:r>
          </a:p>
        </p:txBody>
      </p:sp>
      <p:graphicFrame>
        <p:nvGraphicFramePr>
          <p:cNvPr id="11" name="Table 2"/>
          <p:cNvGraphicFramePr>
            <a:graphicFrameLocks noGrp="1"/>
          </p:cNvGraphicFramePr>
          <p:nvPr>
            <p:extLst>
              <p:ext uri="{D42A27DB-BD31-4B8C-83A1-F6EECF244321}">
                <p14:modId xmlns:p14="http://schemas.microsoft.com/office/powerpoint/2010/main" val="3933014732"/>
              </p:ext>
            </p:extLst>
          </p:nvPr>
        </p:nvGraphicFramePr>
        <p:xfrm>
          <a:off x="401338" y="2590800"/>
          <a:ext cx="5867399" cy="3200400"/>
        </p:xfrm>
        <a:graphic>
          <a:graphicData uri="http://schemas.openxmlformats.org/drawingml/2006/table">
            <a:tbl>
              <a:tblPr firstRow="1" bandRow="1">
                <a:tableStyleId>{7DF18680-E054-41AD-8BC1-D1AEF772440D}</a:tableStyleId>
              </a:tblPr>
              <a:tblGrid>
                <a:gridCol w="1466850">
                  <a:extLst>
                    <a:ext uri="{9D8B030D-6E8A-4147-A177-3AD203B41FA5}">
                      <a16:colId xmlns:a16="http://schemas.microsoft.com/office/drawing/2014/main" val="3180040124"/>
                    </a:ext>
                  </a:extLst>
                </a:gridCol>
                <a:gridCol w="2566988">
                  <a:extLst>
                    <a:ext uri="{9D8B030D-6E8A-4147-A177-3AD203B41FA5}">
                      <a16:colId xmlns:a16="http://schemas.microsoft.com/office/drawing/2014/main" val="3141524875"/>
                    </a:ext>
                  </a:extLst>
                </a:gridCol>
                <a:gridCol w="1833561">
                  <a:extLst>
                    <a:ext uri="{9D8B030D-6E8A-4147-A177-3AD203B41FA5}">
                      <a16:colId xmlns:a16="http://schemas.microsoft.com/office/drawing/2014/main" val="1915661299"/>
                    </a:ext>
                  </a:extLst>
                </a:gridCol>
              </a:tblGrid>
              <a:tr h="457200">
                <a:tc>
                  <a:txBody>
                    <a:bodyPr/>
                    <a:lstStyle/>
                    <a:p>
                      <a:r>
                        <a:rPr lang="en-US" dirty="0"/>
                        <a:t>Employee</a:t>
                      </a:r>
                    </a:p>
                  </a:txBody>
                  <a:tcPr/>
                </a:tc>
                <a:tc>
                  <a:txBody>
                    <a:bodyPr/>
                    <a:lstStyle/>
                    <a:p>
                      <a:r>
                        <a:rPr lang="en-US" noProof="1"/>
                        <a:t>DepartmentID</a:t>
                      </a:r>
                    </a:p>
                  </a:txBody>
                  <a:tcPr/>
                </a:tc>
                <a:tc>
                  <a:txBody>
                    <a:bodyPr/>
                    <a:lstStyle/>
                    <a:p>
                      <a:r>
                        <a:rPr lang="en-US" dirty="0"/>
                        <a:t>Salary</a:t>
                      </a:r>
                    </a:p>
                  </a:txBody>
                  <a:tcPr/>
                </a:tc>
                <a:extLst>
                  <a:ext uri="{0D108BD9-81ED-4DB2-BD59-A6C34878D82A}">
                    <a16:rowId xmlns:a16="http://schemas.microsoft.com/office/drawing/2014/main" val="247495740"/>
                  </a:ext>
                </a:extLst>
              </a:tr>
              <a:tr h="457200">
                <a:tc>
                  <a:txBody>
                    <a:bodyPr/>
                    <a:lstStyle/>
                    <a:p>
                      <a:r>
                        <a:rPr lang="en-US" dirty="0">
                          <a:solidFill>
                            <a:schemeClr val="tx1"/>
                          </a:solidFill>
                        </a:rPr>
                        <a:t>Adam</a:t>
                      </a:r>
                    </a:p>
                  </a:txBody>
                  <a:tcPr>
                    <a:solidFill>
                      <a:srgbClr val="00B050">
                        <a:alpha val="50000"/>
                      </a:srgbClr>
                    </a:solidFill>
                  </a:tcPr>
                </a:tc>
                <a:tc>
                  <a:txBody>
                    <a:bodyPr/>
                    <a:lstStyle/>
                    <a:p>
                      <a:r>
                        <a:rPr lang="en-US" dirty="0">
                          <a:solidFill>
                            <a:schemeClr val="tx1"/>
                          </a:solidFill>
                        </a:rPr>
                        <a:t>1</a:t>
                      </a:r>
                    </a:p>
                  </a:txBody>
                  <a:tcPr>
                    <a:solidFill>
                      <a:srgbClr val="00B050">
                        <a:alpha val="50000"/>
                      </a:srgbClr>
                    </a:solidFill>
                  </a:tcPr>
                </a:tc>
                <a:tc>
                  <a:txBody>
                    <a:bodyPr/>
                    <a:lstStyle/>
                    <a:p>
                      <a:r>
                        <a:rPr lang="en-US" dirty="0">
                          <a:solidFill>
                            <a:schemeClr val="tx1"/>
                          </a:solidFill>
                        </a:rPr>
                        <a:t>5,000</a:t>
                      </a:r>
                    </a:p>
                  </a:txBody>
                  <a:tcPr>
                    <a:solidFill>
                      <a:srgbClr val="00B050">
                        <a:alpha val="50000"/>
                      </a:srgbClr>
                    </a:solidFill>
                  </a:tcPr>
                </a:tc>
                <a:extLst>
                  <a:ext uri="{0D108BD9-81ED-4DB2-BD59-A6C34878D82A}">
                    <a16:rowId xmlns:a16="http://schemas.microsoft.com/office/drawing/2014/main" val="3609066432"/>
                  </a:ext>
                </a:extLst>
              </a:tr>
              <a:tr h="457200">
                <a:tc>
                  <a:txBody>
                    <a:bodyPr/>
                    <a:lstStyle/>
                    <a:p>
                      <a:r>
                        <a:rPr lang="en-US" dirty="0">
                          <a:solidFill>
                            <a:schemeClr val="tx1"/>
                          </a:solidFill>
                        </a:rPr>
                        <a:t>John</a:t>
                      </a:r>
                    </a:p>
                  </a:txBody>
                  <a:tcPr>
                    <a:solidFill>
                      <a:srgbClr val="00B05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1</a:t>
                      </a:r>
                    </a:p>
                  </a:txBody>
                  <a:tcPr>
                    <a:solidFill>
                      <a:srgbClr val="00B050">
                        <a:alpha val="50000"/>
                      </a:srgbClr>
                    </a:solidFill>
                  </a:tcPr>
                </a:tc>
                <a:tc>
                  <a:txBody>
                    <a:bodyPr/>
                    <a:lstStyle/>
                    <a:p>
                      <a:r>
                        <a:rPr lang="en-US" dirty="0">
                          <a:solidFill>
                            <a:schemeClr val="tx1"/>
                          </a:solidFill>
                        </a:rPr>
                        <a:t>15,000</a:t>
                      </a:r>
                    </a:p>
                  </a:txBody>
                  <a:tcPr>
                    <a:solidFill>
                      <a:srgbClr val="00B050">
                        <a:alpha val="50000"/>
                      </a:srgbClr>
                    </a:solidFill>
                  </a:tcPr>
                </a:tc>
                <a:extLst>
                  <a:ext uri="{0D108BD9-81ED-4DB2-BD59-A6C34878D82A}">
                    <a16:rowId xmlns:a16="http://schemas.microsoft.com/office/drawing/2014/main" val="1287682195"/>
                  </a:ext>
                </a:extLst>
              </a:tr>
              <a:tr h="457200">
                <a:tc>
                  <a:txBody>
                    <a:bodyPr/>
                    <a:lstStyle/>
                    <a:p>
                      <a:r>
                        <a:rPr lang="en-US" dirty="0">
                          <a:solidFill>
                            <a:schemeClr val="tx1"/>
                          </a:solidFill>
                        </a:rPr>
                        <a:t>Jane</a:t>
                      </a:r>
                    </a:p>
                  </a:txBody>
                  <a:tcPr>
                    <a:solidFill>
                      <a:srgbClr val="3BABFF">
                        <a:alpha val="50000"/>
                      </a:srgbClr>
                    </a:solidFill>
                  </a:tcPr>
                </a:tc>
                <a:tc>
                  <a:txBody>
                    <a:bodyPr/>
                    <a:lstStyle/>
                    <a:p>
                      <a:r>
                        <a:rPr lang="en-US" dirty="0">
                          <a:solidFill>
                            <a:schemeClr val="tx1"/>
                          </a:solidFill>
                        </a:rPr>
                        <a:t>2</a:t>
                      </a:r>
                    </a:p>
                  </a:txBody>
                  <a:tcPr>
                    <a:solidFill>
                      <a:srgbClr val="3BABFF">
                        <a:alpha val="50000"/>
                      </a:srgbClr>
                    </a:solidFill>
                  </a:tcPr>
                </a:tc>
                <a:tc>
                  <a:txBody>
                    <a:bodyPr/>
                    <a:lstStyle/>
                    <a:p>
                      <a:r>
                        <a:rPr lang="en-US" dirty="0">
                          <a:solidFill>
                            <a:schemeClr val="tx1"/>
                          </a:solidFill>
                        </a:rPr>
                        <a:t>10,000</a:t>
                      </a:r>
                    </a:p>
                  </a:txBody>
                  <a:tcPr>
                    <a:solidFill>
                      <a:srgbClr val="3BABFF">
                        <a:alpha val="50000"/>
                      </a:srgbClr>
                    </a:solidFill>
                  </a:tcPr>
                </a:tc>
                <a:extLst>
                  <a:ext uri="{0D108BD9-81ED-4DB2-BD59-A6C34878D82A}">
                    <a16:rowId xmlns:a16="http://schemas.microsoft.com/office/drawing/2014/main" val="1053813033"/>
                  </a:ext>
                </a:extLst>
              </a:tr>
              <a:tr h="457200">
                <a:tc>
                  <a:txBody>
                    <a:bodyPr/>
                    <a:lstStyle/>
                    <a:p>
                      <a:r>
                        <a:rPr lang="en-US" dirty="0">
                          <a:solidFill>
                            <a:schemeClr val="tx1"/>
                          </a:solidFill>
                        </a:rPr>
                        <a:t>George</a:t>
                      </a:r>
                    </a:p>
                  </a:txBody>
                  <a:tcPr>
                    <a:solidFill>
                      <a:srgbClr val="3BABFF">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2</a:t>
                      </a:r>
                    </a:p>
                  </a:txBody>
                  <a:tcPr>
                    <a:solidFill>
                      <a:srgbClr val="3BABFF">
                        <a:alpha val="50000"/>
                      </a:srgbClr>
                    </a:solidFill>
                  </a:tcPr>
                </a:tc>
                <a:tc>
                  <a:txBody>
                    <a:bodyPr/>
                    <a:lstStyle/>
                    <a:p>
                      <a:r>
                        <a:rPr lang="en-US" dirty="0">
                          <a:solidFill>
                            <a:schemeClr val="tx1"/>
                          </a:solidFill>
                        </a:rPr>
                        <a:t>15,000</a:t>
                      </a:r>
                    </a:p>
                  </a:txBody>
                  <a:tcPr>
                    <a:solidFill>
                      <a:srgbClr val="3BABFF">
                        <a:alpha val="50000"/>
                      </a:srgbClr>
                    </a:solidFill>
                  </a:tcPr>
                </a:tc>
                <a:extLst>
                  <a:ext uri="{0D108BD9-81ED-4DB2-BD59-A6C34878D82A}">
                    <a16:rowId xmlns:a16="http://schemas.microsoft.com/office/drawing/2014/main" val="2640231826"/>
                  </a:ext>
                </a:extLst>
              </a:tr>
              <a:tr h="457200">
                <a:tc>
                  <a:txBody>
                    <a:bodyPr/>
                    <a:lstStyle/>
                    <a:p>
                      <a:r>
                        <a:rPr lang="en-US" dirty="0">
                          <a:solidFill>
                            <a:schemeClr val="tx1"/>
                          </a:solidFill>
                        </a:rPr>
                        <a:t>Lila</a:t>
                      </a:r>
                    </a:p>
                  </a:txBody>
                  <a:tcPr>
                    <a:solidFill>
                      <a:srgbClr val="3BABFF">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2</a:t>
                      </a:r>
                    </a:p>
                  </a:txBody>
                  <a:tcPr>
                    <a:solidFill>
                      <a:srgbClr val="3BABFF">
                        <a:alpha val="50000"/>
                      </a:srgbClr>
                    </a:solidFill>
                  </a:tcPr>
                </a:tc>
                <a:tc>
                  <a:txBody>
                    <a:bodyPr/>
                    <a:lstStyle/>
                    <a:p>
                      <a:r>
                        <a:rPr lang="en-US" dirty="0">
                          <a:solidFill>
                            <a:schemeClr val="tx1"/>
                          </a:solidFill>
                        </a:rPr>
                        <a:t>5,000</a:t>
                      </a:r>
                    </a:p>
                  </a:txBody>
                  <a:tcPr>
                    <a:solidFill>
                      <a:srgbClr val="3BABFF">
                        <a:alpha val="50000"/>
                      </a:srgbClr>
                    </a:solidFill>
                  </a:tcPr>
                </a:tc>
                <a:extLst>
                  <a:ext uri="{0D108BD9-81ED-4DB2-BD59-A6C34878D82A}">
                    <a16:rowId xmlns:a16="http://schemas.microsoft.com/office/drawing/2014/main" val="1267294716"/>
                  </a:ext>
                </a:extLst>
              </a:tr>
              <a:tr h="457200">
                <a:tc>
                  <a:txBody>
                    <a:bodyPr/>
                    <a:lstStyle/>
                    <a:p>
                      <a:r>
                        <a:rPr lang="en-US" dirty="0">
                          <a:solidFill>
                            <a:schemeClr val="tx1"/>
                          </a:solidFill>
                        </a:rPr>
                        <a:t>Fred</a:t>
                      </a:r>
                    </a:p>
                  </a:txBody>
                  <a:tcPr>
                    <a:solidFill>
                      <a:srgbClr val="F3BE6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3</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934848964"/>
                  </a:ext>
                </a:extLst>
              </a:tr>
            </a:tbl>
          </a:graphicData>
        </a:graphic>
      </p:graphicFrame>
      <p:graphicFrame>
        <p:nvGraphicFramePr>
          <p:cNvPr id="12" name="Table 3"/>
          <p:cNvGraphicFramePr>
            <a:graphicFrameLocks noGrp="1"/>
          </p:cNvGraphicFramePr>
          <p:nvPr>
            <p:extLst>
              <p:ext uri="{D42A27DB-BD31-4B8C-83A1-F6EECF244321}">
                <p14:modId xmlns:p14="http://schemas.microsoft.com/office/powerpoint/2010/main" val="1514769810"/>
              </p:ext>
            </p:extLst>
          </p:nvPr>
        </p:nvGraphicFramePr>
        <p:xfrm>
          <a:off x="7438732" y="3276600"/>
          <a:ext cx="4267200" cy="1828800"/>
        </p:xfrm>
        <a:graphic>
          <a:graphicData uri="http://schemas.openxmlformats.org/drawingml/2006/table">
            <a:tbl>
              <a:tblPr firstRow="1" bandRow="1">
                <a:tableStyleId>{7DF18680-E054-41AD-8BC1-D1AEF772440D}</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noProof="1"/>
                        <a:t>DepartmentID</a:t>
                      </a:r>
                    </a:p>
                  </a:txBody>
                  <a:tcPr/>
                </a:tc>
                <a:tc>
                  <a:txBody>
                    <a:bodyPr/>
                    <a:lstStyle/>
                    <a:p>
                      <a:r>
                        <a:rPr lang="en-US" dirty="0"/>
                        <a:t>TotalSalary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1</a:t>
                      </a:r>
                    </a:p>
                  </a:txBody>
                  <a:tcPr>
                    <a:solidFill>
                      <a:srgbClr val="00B050">
                        <a:alpha val="50000"/>
                      </a:srgbClr>
                    </a:solidFill>
                  </a:tcPr>
                </a:tc>
                <a:tc>
                  <a:txBody>
                    <a:bodyPr/>
                    <a:lstStyle/>
                    <a:p>
                      <a:r>
                        <a:rPr lang="en-US" dirty="0">
                          <a:solidFill>
                            <a:schemeClr val="tx1"/>
                          </a:solidFill>
                        </a:rPr>
                        <a:t>20,000</a:t>
                      </a:r>
                    </a:p>
                  </a:txBody>
                  <a:tcPr>
                    <a:solidFill>
                      <a:srgbClr val="00B050">
                        <a:alpha val="50000"/>
                      </a:srgbClr>
                    </a:solidFill>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2</a:t>
                      </a:r>
                    </a:p>
                  </a:txBody>
                  <a:tcPr>
                    <a:solidFill>
                      <a:srgbClr val="00B0F0">
                        <a:alpha val="50000"/>
                      </a:srgbClr>
                    </a:solidFill>
                  </a:tcPr>
                </a:tc>
                <a:tc>
                  <a:txBody>
                    <a:bodyPr/>
                    <a:lstStyle/>
                    <a:p>
                      <a:r>
                        <a:rPr lang="en-US" dirty="0">
                          <a:solidFill>
                            <a:schemeClr val="tx1"/>
                          </a:solidFill>
                        </a:rPr>
                        <a:t>30,000</a:t>
                      </a:r>
                    </a:p>
                  </a:txBody>
                  <a:tcPr>
                    <a:solidFill>
                      <a:srgbClr val="00B0F0">
                        <a:alpha val="50000"/>
                      </a:srgbClr>
                    </a:solidFill>
                  </a:tcPr>
                </a:tc>
                <a:extLst>
                  <a:ext uri="{0D108BD9-81ED-4DB2-BD59-A6C34878D82A}">
                    <a16:rowId xmlns:a16="http://schemas.microsoft.com/office/drawing/2014/main" val="412535321"/>
                  </a:ext>
                </a:extLst>
              </a:tr>
              <a:tr h="457200">
                <a:tc>
                  <a:txBody>
                    <a:bodyPr/>
                    <a:lstStyle/>
                    <a:p>
                      <a:r>
                        <a:rPr lang="en-US" dirty="0">
                          <a:solidFill>
                            <a:schemeClr val="tx1"/>
                          </a:solidFill>
                        </a:rPr>
                        <a:t>3</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3347448364"/>
                  </a:ext>
                </a:extLst>
              </a:tr>
            </a:tbl>
          </a:graphicData>
        </a:graphic>
      </p:graphicFrame>
      <p:sp>
        <p:nvSpPr>
          <p:cNvPr id="13" name="Right Arrow 15"/>
          <p:cNvSpPr/>
          <p:nvPr/>
        </p:nvSpPr>
        <p:spPr>
          <a:xfrm rot="1884745">
            <a:off x="6528205" y="3598192"/>
            <a:ext cx="717577" cy="242987"/>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4" name="Right Arrow 17"/>
          <p:cNvSpPr/>
          <p:nvPr/>
        </p:nvSpPr>
        <p:spPr>
          <a:xfrm rot="20185644">
            <a:off x="6515985" y="4419128"/>
            <a:ext cx="717577" cy="242987"/>
          </a:xfrm>
          <a:prstGeom prst="rightArrow">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5" name="Right Arrow 18"/>
          <p:cNvSpPr/>
          <p:nvPr/>
        </p:nvSpPr>
        <p:spPr>
          <a:xfrm rot="19000881">
            <a:off x="6560837" y="5255697"/>
            <a:ext cx="717577" cy="242987"/>
          </a:xfrm>
          <a:prstGeom prst="rightArrow">
            <a:avLst/>
          </a:prstGeom>
          <a:solidFill>
            <a:srgbClr val="F3BE6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6" name="TextBox 15">
            <a:extLst>
              <a:ext uri="{FF2B5EF4-FFF2-40B4-BE49-F238E27FC236}">
                <a16:creationId xmlns:a16="http://schemas.microsoft.com/office/drawing/2014/main" id="{3C78D5AA-8849-4B61-8123-1FB89CC68506}"/>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Problem: Departments Total Salaries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8000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left)">
                                      <p:cBhvr>
                                        <p:cTn id="14" dur="500"/>
                                        <p:tgtEl>
                                          <p:spTgt spid="1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
          </p:nvPr>
        </p:nvSpPr>
        <p:spPr>
          <a:xfrm>
            <a:off x="192001" y="1053478"/>
            <a:ext cx="11804822" cy="5570355"/>
          </a:xfrm>
        </p:spPr>
        <p:txBody>
          <a:bodyPr>
            <a:normAutofit/>
          </a:bodyPr>
          <a:lstStyle/>
          <a:p>
            <a:pPr>
              <a:lnSpc>
                <a:spcPct val="100000"/>
              </a:lnSpc>
            </a:pPr>
            <a:r>
              <a:rPr lang="en-US" sz="2800" dirty="0">
                <a:latin typeface="Segoe UI" panose="020B0502040204020203" pitchFamily="34" charset="0"/>
                <a:cs typeface="Segoe UI" panose="020B0502040204020203" pitchFamily="34" charset="0"/>
              </a:rPr>
              <a:t>After grouping every employee by it's department we can use aggregate function to calculate total amount of money per group.</a:t>
            </a:r>
          </a:p>
        </p:txBody>
      </p:sp>
      <p:sp>
        <p:nvSpPr>
          <p:cNvPr id="10" name="Rectangle 9"/>
          <p:cNvSpPr>
            <a:spLocks noChangeArrowheads="1"/>
          </p:cNvSpPr>
          <p:nvPr/>
        </p:nvSpPr>
        <p:spPr bwMode="auto">
          <a:xfrm>
            <a:off x="912812" y="3124200"/>
            <a:ext cx="10556816" cy="2680322"/>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3200" b="1" dirty="0">
                <a:solidFill>
                  <a:schemeClr val="tx2"/>
                </a:solidFill>
                <a:latin typeface="Consolas" panose="020B0609020204030204" pitchFamily="49" charset="0"/>
              </a:rPr>
              <a:t>SELECT</a:t>
            </a:r>
            <a:r>
              <a:rPr lang="en-US" sz="3200" dirty="0">
                <a:solidFill>
                  <a:schemeClr val="tx2"/>
                </a:solidFill>
                <a:latin typeface="Consolas" panose="020B0609020204030204" pitchFamily="49" charset="0"/>
              </a:rPr>
              <a:t> </a:t>
            </a:r>
            <a:r>
              <a:rPr lang="en-US" sz="3200" noProof="1">
                <a:solidFill>
                  <a:schemeClr val="tx2"/>
                </a:solidFill>
                <a:latin typeface="Consolas" panose="020B0609020204030204" pitchFamily="49" charset="0"/>
              </a:rPr>
              <a:t>e.DepartmentID</a:t>
            </a:r>
            <a:r>
              <a:rPr lang="en-US" sz="3200" dirty="0">
                <a:solidFill>
                  <a:schemeClr val="tx2"/>
                </a:solidFill>
                <a:latin typeface="Consolas" panose="020B0609020204030204" pitchFamily="49" charset="0"/>
              </a:rPr>
              <a:t>, </a:t>
            </a:r>
          </a:p>
          <a:p>
            <a:r>
              <a:rPr lang="en-US" sz="3200" b="1" dirty="0">
                <a:solidFill>
                  <a:schemeClr val="tx2"/>
                </a:solidFill>
                <a:latin typeface="Consolas" panose="020B0609020204030204" pitchFamily="49" charset="0"/>
              </a:rPr>
              <a:t>  </a:t>
            </a:r>
            <a:r>
              <a:rPr lang="en-US" sz="3200" b="1" dirty="0">
                <a:solidFill>
                  <a:srgbClr val="F3BE60"/>
                </a:solidFill>
                <a:latin typeface="Consolas" panose="020B0609020204030204" pitchFamily="49" charset="0"/>
              </a:rPr>
              <a:t>SUM</a:t>
            </a:r>
            <a:r>
              <a:rPr lang="en-US" sz="3200" dirty="0">
                <a:solidFill>
                  <a:schemeClr val="tx2"/>
                </a:solidFill>
                <a:latin typeface="Consolas" panose="020B0609020204030204" pitchFamily="49" charset="0"/>
              </a:rPr>
              <a:t>(</a:t>
            </a:r>
            <a:r>
              <a:rPr lang="en-US" sz="3200" noProof="1">
                <a:solidFill>
                  <a:schemeClr val="tx2"/>
                </a:solidFill>
                <a:latin typeface="Consolas" panose="020B0609020204030204" pitchFamily="49" charset="0"/>
              </a:rPr>
              <a:t>e.Salary</a:t>
            </a:r>
            <a:r>
              <a:rPr lang="en-US" sz="3200" dirty="0">
                <a:solidFill>
                  <a:schemeClr val="tx2"/>
                </a:solidFill>
                <a:latin typeface="Consolas" panose="020B0609020204030204" pitchFamily="49" charset="0"/>
              </a:rPr>
              <a:t>) </a:t>
            </a:r>
            <a:r>
              <a:rPr lang="en-US" sz="3200" b="1" dirty="0">
                <a:solidFill>
                  <a:schemeClr val="tx2"/>
                </a:solidFill>
                <a:latin typeface="Consolas" panose="020B0609020204030204" pitchFamily="49" charset="0"/>
              </a:rPr>
              <a:t>AS</a:t>
            </a:r>
            <a:r>
              <a:rPr lang="en-US" sz="3200" dirty="0">
                <a:solidFill>
                  <a:schemeClr val="tx2"/>
                </a:solidFill>
                <a:latin typeface="Consolas" panose="020B0609020204030204" pitchFamily="49" charset="0"/>
              </a:rPr>
              <a:t> 'TotalSalary'</a:t>
            </a:r>
          </a:p>
          <a:p>
            <a:r>
              <a:rPr lang="en-GB" sz="3200" b="1" dirty="0">
                <a:solidFill>
                  <a:schemeClr val="tx2"/>
                </a:solidFill>
                <a:latin typeface="Consolas" panose="020B0609020204030204" pitchFamily="49" charset="0"/>
              </a:rPr>
              <a:t>FROM</a:t>
            </a:r>
            <a:r>
              <a:rPr lang="en-GB" sz="3200" dirty="0">
                <a:solidFill>
                  <a:schemeClr val="tx2"/>
                </a:solidFill>
                <a:latin typeface="Consolas" panose="020B0609020204030204" pitchFamily="49" charset="0"/>
              </a:rPr>
              <a:t> Employees </a:t>
            </a:r>
            <a:r>
              <a:rPr lang="en-GB" sz="3200" b="1" dirty="0">
                <a:solidFill>
                  <a:schemeClr val="tx2"/>
                </a:solidFill>
                <a:latin typeface="Consolas" panose="020B0609020204030204" pitchFamily="49" charset="0"/>
              </a:rPr>
              <a:t>AS</a:t>
            </a:r>
            <a:r>
              <a:rPr lang="en-GB" sz="3200" dirty="0">
                <a:solidFill>
                  <a:schemeClr val="tx2"/>
                </a:solidFill>
                <a:latin typeface="Consolas" panose="020B0609020204030204" pitchFamily="49" charset="0"/>
              </a:rPr>
              <a:t> e</a:t>
            </a:r>
          </a:p>
          <a:p>
            <a:r>
              <a:rPr lang="en-GB" sz="3200" b="1" dirty="0">
                <a:solidFill>
                  <a:schemeClr val="tx2"/>
                </a:solidFill>
                <a:latin typeface="Consolas" panose="020B0609020204030204" pitchFamily="49" charset="0"/>
              </a:rPr>
              <a:t>GROUP</a:t>
            </a:r>
            <a:r>
              <a:rPr lang="en-GB" sz="3200" dirty="0">
                <a:solidFill>
                  <a:schemeClr val="tx2"/>
                </a:solidFill>
                <a:latin typeface="Consolas" panose="020B0609020204030204" pitchFamily="49" charset="0"/>
              </a:rPr>
              <a:t> </a:t>
            </a:r>
            <a:r>
              <a:rPr lang="en-GB" sz="3200" b="1" dirty="0">
                <a:solidFill>
                  <a:schemeClr val="tx2"/>
                </a:solidFill>
                <a:latin typeface="Consolas" panose="020B0609020204030204" pitchFamily="49" charset="0"/>
              </a:rPr>
              <a:t>BY</a:t>
            </a:r>
            <a:r>
              <a:rPr lang="en-GB" sz="3200" dirty="0">
                <a:solidFill>
                  <a:schemeClr val="tx2"/>
                </a:solidFill>
                <a:latin typeface="Consolas" panose="020B0609020204030204" pitchFamily="49" charset="0"/>
              </a:rPr>
              <a:t> </a:t>
            </a:r>
            <a:r>
              <a:rPr lang="en-US" sz="3200" noProof="1">
                <a:solidFill>
                  <a:schemeClr val="tx2"/>
                </a:solidFill>
                <a:latin typeface="Consolas" panose="020B0609020204030204" pitchFamily="49" charset="0"/>
              </a:rPr>
              <a:t>e.DepartmentID</a:t>
            </a:r>
          </a:p>
          <a:p>
            <a:r>
              <a:rPr lang="en-US" sz="3200" b="1" noProof="1">
                <a:solidFill>
                  <a:schemeClr val="tx2"/>
                </a:solidFill>
                <a:latin typeface="Consolas" panose="020B0609020204030204" pitchFamily="49" charset="0"/>
              </a:rPr>
              <a:t>ORDER BY </a:t>
            </a:r>
            <a:r>
              <a:rPr lang="en-US" sz="3200" noProof="1">
                <a:solidFill>
                  <a:schemeClr val="tx2"/>
                </a:solidFill>
                <a:latin typeface="Consolas" panose="020B0609020204030204" pitchFamily="49" charset="0"/>
              </a:rPr>
              <a:t>e.DepartmentID</a:t>
            </a:r>
          </a:p>
        </p:txBody>
      </p:sp>
      <p:sp>
        <p:nvSpPr>
          <p:cNvPr id="8" name="AutoShape 7"/>
          <p:cNvSpPr>
            <a:spLocks noChangeArrowheads="1"/>
          </p:cNvSpPr>
          <p:nvPr/>
        </p:nvSpPr>
        <p:spPr bwMode="auto">
          <a:xfrm>
            <a:off x="3752819" y="2015061"/>
            <a:ext cx="2229557" cy="953805"/>
          </a:xfrm>
          <a:prstGeom prst="wedgeRoundRectCallout">
            <a:avLst>
              <a:gd name="adj1" fmla="val -41727"/>
              <a:gd name="adj2" fmla="val 78491"/>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a:t>
            </a:r>
          </a:p>
        </p:txBody>
      </p:sp>
      <p:sp>
        <p:nvSpPr>
          <p:cNvPr id="12" name="AutoShape 7"/>
          <p:cNvSpPr>
            <a:spLocks noChangeArrowheads="1"/>
          </p:cNvSpPr>
          <p:nvPr/>
        </p:nvSpPr>
        <p:spPr bwMode="auto">
          <a:xfrm>
            <a:off x="6903652" y="5060214"/>
            <a:ext cx="2229557" cy="782408"/>
          </a:xfrm>
          <a:prstGeom prst="wedgeRoundRectCallout">
            <a:avLst>
              <a:gd name="adj1" fmla="val -75720"/>
              <a:gd name="adj2" fmla="val -20088"/>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Columns</a:t>
            </a:r>
          </a:p>
        </p:txBody>
      </p:sp>
      <p:sp>
        <p:nvSpPr>
          <p:cNvPr id="11" name="AutoShape 7"/>
          <p:cNvSpPr>
            <a:spLocks noChangeArrowheads="1"/>
          </p:cNvSpPr>
          <p:nvPr/>
        </p:nvSpPr>
        <p:spPr bwMode="auto">
          <a:xfrm>
            <a:off x="6532531" y="4218139"/>
            <a:ext cx="2971800" cy="520807"/>
          </a:xfrm>
          <a:prstGeom prst="wedgeRoundRectCallout">
            <a:avLst>
              <a:gd name="adj1" fmla="val -63156"/>
              <a:gd name="adj2" fmla="val 16905"/>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Table Alias</a:t>
            </a:r>
          </a:p>
        </p:txBody>
      </p:sp>
      <p:sp>
        <p:nvSpPr>
          <p:cNvPr id="13" name="AutoShape 7"/>
          <p:cNvSpPr>
            <a:spLocks noChangeArrowheads="1"/>
          </p:cNvSpPr>
          <p:nvPr/>
        </p:nvSpPr>
        <p:spPr bwMode="auto">
          <a:xfrm>
            <a:off x="8020019" y="3041271"/>
            <a:ext cx="2971800" cy="558485"/>
          </a:xfrm>
          <a:prstGeom prst="wedgeRoundRectCallout">
            <a:avLst>
              <a:gd name="adj1" fmla="val -36683"/>
              <a:gd name="adj2" fmla="val 82337"/>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New Column Alias</a:t>
            </a:r>
          </a:p>
        </p:txBody>
      </p:sp>
      <p:sp>
        <p:nvSpPr>
          <p:cNvPr id="15" name="TextBox 14">
            <a:extLst>
              <a:ext uri="{FF2B5EF4-FFF2-40B4-BE49-F238E27FC236}">
                <a16:creationId xmlns:a16="http://schemas.microsoft.com/office/drawing/2014/main" id="{122BD484-ED78-4C91-8B82-6C86FAB67A6D}"/>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Solution: Departments Total Salaries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7940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1"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picture containing red, sitting, umbrella, holding&#10;&#10;Description automatically generated">
            <a:extLst>
              <a:ext uri="{FF2B5EF4-FFF2-40B4-BE49-F238E27FC236}">
                <a16:creationId xmlns:a16="http://schemas.microsoft.com/office/drawing/2014/main" id="{6652EB49-F830-4CB1-9B3A-F604D8D21D63}"/>
              </a:ext>
            </a:extLst>
          </p:cNvPr>
          <p:cNvPicPr>
            <a:picLocks noChangeAspect="1"/>
          </p:cNvPicPr>
          <p:nvPr/>
        </p:nvPicPr>
        <p:blipFill>
          <a:blip r:embed="rId2"/>
          <a:stretch>
            <a:fillRect/>
          </a:stretch>
        </p:blipFill>
        <p:spPr>
          <a:xfrm>
            <a:off x="1589" y="1786"/>
            <a:ext cx="12188825" cy="6856214"/>
          </a:xfrm>
          <a:prstGeom prst="rect">
            <a:avLst/>
          </a:prstGeom>
        </p:spPr>
      </p:pic>
      <p:sp>
        <p:nvSpPr>
          <p:cNvPr id="5" name="Title 4"/>
          <p:cNvSpPr>
            <a:spLocks noGrp="1"/>
          </p:cNvSpPr>
          <p:nvPr>
            <p:ph type="ctrTitle"/>
          </p:nvPr>
        </p:nvSpPr>
        <p:spPr>
          <a:xfrm>
            <a:off x="1751012" y="2073816"/>
            <a:ext cx="8938472" cy="820600"/>
          </a:xfrm>
        </p:spPr>
        <p:txBody>
          <a:bodyPr>
            <a:normAutofit fontScale="90000"/>
          </a:bodyPr>
          <a:lstStyle/>
          <a:p>
            <a:r>
              <a:rPr lang="en-US" b="1" dirty="0">
                <a:solidFill>
                  <a:schemeClr val="bg1"/>
                </a:solidFill>
                <a:latin typeface="Segoe UI" panose="020B0502040204020203" pitchFamily="34" charset="0"/>
                <a:cs typeface="Segoe UI" panose="020B0502040204020203" pitchFamily="34" charset="0"/>
              </a:rPr>
              <a:t>Aggregate Functions</a:t>
            </a:r>
          </a:p>
        </p:txBody>
      </p:sp>
      <p:sp>
        <p:nvSpPr>
          <p:cNvPr id="6" name="Text Placeholder 5"/>
          <p:cNvSpPr>
            <a:spLocks noGrp="1"/>
          </p:cNvSpPr>
          <p:nvPr>
            <p:ph type="subTitle" idx="1"/>
          </p:nvPr>
        </p:nvSpPr>
        <p:spPr>
          <a:xfrm>
            <a:off x="1789048" y="3062056"/>
            <a:ext cx="8938472" cy="719034"/>
          </a:xfrm>
        </p:spPr>
        <p:txBody>
          <a:bodyPr/>
          <a:lstStyle/>
          <a:p>
            <a:r>
              <a:rPr lang="en-US" dirty="0">
                <a:solidFill>
                  <a:schemeClr val="bg1"/>
                </a:solidFill>
                <a:latin typeface="Segoe UI" panose="020B0502040204020203" pitchFamily="34" charset="0"/>
                <a:cs typeface="Segoe UI" panose="020B0502040204020203" pitchFamily="34" charset="0"/>
              </a:rPr>
              <a:t>COUNT, SUM, MAX, MIN, AVG…</a:t>
            </a:r>
          </a:p>
        </p:txBody>
      </p:sp>
    </p:spTree>
    <p:extLst>
      <p:ext uri="{BB962C8B-B14F-4D97-AF65-F5344CB8AC3E}">
        <p14:creationId xmlns:p14="http://schemas.microsoft.com/office/powerpoint/2010/main" val="2779870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Контейнер за съдържание 4"/>
          <p:cNvSpPr>
            <a:spLocks noGrp="1"/>
          </p:cNvSpPr>
          <p:nvPr>
            <p:ph idx="1"/>
          </p:nvPr>
        </p:nvSpPr>
        <p:spPr>
          <a:xfrm>
            <a:off x="190413" y="1151121"/>
            <a:ext cx="11804822" cy="4584332"/>
          </a:xfrm>
        </p:spPr>
        <p:txBody>
          <a:bodyPr bIns="0">
            <a:spAutoFit/>
          </a:bodyPr>
          <a:lstStyle/>
          <a:p>
            <a:r>
              <a:rPr lang="en-US" sz="2400" dirty="0">
                <a:latin typeface="Segoe UI" panose="020B0502040204020203" pitchFamily="34" charset="0"/>
                <a:cs typeface="Segoe UI" panose="020B0502040204020203" pitchFamily="34" charset="0"/>
              </a:rPr>
              <a:t>Aggregate functions are used to operate over one or more groups (with some elements in them), performing data analysis on every one.</a:t>
            </a:r>
          </a:p>
          <a:p>
            <a:pPr lvl="1"/>
            <a:r>
              <a:rPr lang="en-US" sz="2400" dirty="0">
                <a:latin typeface="Segoe UI" panose="020B0502040204020203" pitchFamily="34" charset="0"/>
                <a:cs typeface="Segoe UI" panose="020B0502040204020203" pitchFamily="34" charset="0"/>
              </a:rPr>
              <a:t>MIN, MAX, AVG, COUNT etc.</a:t>
            </a:r>
            <a:br>
              <a:rPr lang="en-US" sz="2400" dirty="0">
                <a:latin typeface="Segoe UI" panose="020B0502040204020203" pitchFamily="34" charset="0"/>
                <a:cs typeface="Segoe UI" panose="020B0502040204020203" pitchFamily="34" charset="0"/>
              </a:rPr>
            </a:br>
            <a:br>
              <a:rPr lang="en-US" sz="2400" dirty="0">
                <a:latin typeface="Segoe UI" panose="020B0502040204020203" pitchFamily="34" charset="0"/>
                <a:cs typeface="Segoe UI" panose="020B0502040204020203" pitchFamily="34" charset="0"/>
              </a:rPr>
            </a:br>
            <a:br>
              <a:rPr lang="en-US" sz="2400" dirty="0">
                <a:latin typeface="Segoe UI" panose="020B0502040204020203" pitchFamily="34" charset="0"/>
                <a:cs typeface="Segoe UI" panose="020B0502040204020203" pitchFamily="34" charset="0"/>
              </a:rPr>
            </a:br>
            <a:br>
              <a:rPr lang="en-US" sz="2400" dirty="0">
                <a:latin typeface="Segoe UI" panose="020B0502040204020203" pitchFamily="34" charset="0"/>
                <a:cs typeface="Segoe UI" panose="020B0502040204020203" pitchFamily="34" charset="0"/>
              </a:rPr>
            </a:br>
            <a:br>
              <a:rPr lang="en-US" sz="2400" dirty="0">
                <a:latin typeface="Segoe UI" panose="020B0502040204020203" pitchFamily="34" charset="0"/>
                <a:cs typeface="Segoe UI" panose="020B0502040204020203" pitchFamily="34" charset="0"/>
              </a:rPr>
            </a:br>
            <a:endParaRPr lang="en-US" sz="2400" dirty="0">
              <a:latin typeface="Segoe UI" panose="020B0502040204020203" pitchFamily="34" charset="0"/>
              <a:cs typeface="Segoe UI" panose="020B0502040204020203" pitchFamily="34" charset="0"/>
            </a:endParaRPr>
          </a:p>
          <a:p>
            <a:pPr lvl="1"/>
            <a:endParaRPr lang="en-US" sz="2400" dirty="0">
              <a:latin typeface="Segoe UI" panose="020B0502040204020203" pitchFamily="34" charset="0"/>
              <a:cs typeface="Segoe UI" panose="020B0502040204020203" pitchFamily="34" charset="0"/>
            </a:endParaRPr>
          </a:p>
          <a:p>
            <a:pPr lvl="1"/>
            <a:endParaRPr lang="en-US" sz="2400" dirty="0">
              <a:latin typeface="Segoe UI" panose="020B0502040204020203" pitchFamily="34" charset="0"/>
              <a:cs typeface="Segoe UI" panose="020B0502040204020203" pitchFamily="34" charset="0"/>
            </a:endParaRPr>
          </a:p>
          <a:p>
            <a:pPr lvl="1"/>
            <a:endParaRPr lang="en-US" sz="2400" dirty="0">
              <a:latin typeface="Segoe UI" panose="020B0502040204020203" pitchFamily="34" charset="0"/>
              <a:cs typeface="Segoe UI" panose="020B0502040204020203" pitchFamily="34" charset="0"/>
            </a:endParaRPr>
          </a:p>
          <a:p>
            <a:r>
              <a:rPr lang="en-US" sz="2400" dirty="0">
                <a:latin typeface="Segoe UI" panose="020B0502040204020203" pitchFamily="34" charset="0"/>
                <a:cs typeface="Segoe UI" panose="020B0502040204020203" pitchFamily="34" charset="0"/>
              </a:rPr>
              <a:t>They usually ignore NULL values.</a:t>
            </a:r>
          </a:p>
        </p:txBody>
      </p:sp>
      <p:sp>
        <p:nvSpPr>
          <p:cNvPr id="6" name="Rectangle 9"/>
          <p:cNvSpPr>
            <a:spLocks noChangeArrowheads="1"/>
          </p:cNvSpPr>
          <p:nvPr/>
        </p:nvSpPr>
        <p:spPr bwMode="auto">
          <a:xfrm>
            <a:off x="646747" y="2545982"/>
            <a:ext cx="7239000" cy="2187879"/>
          </a:xfrm>
          <a:prstGeom prst="rect">
            <a:avLst/>
          </a:prstGeom>
          <a:solidFill>
            <a:schemeClr val="accent5">
              <a:lumMod val="40000"/>
              <a:lumOff val="60000"/>
              <a:alpha val="20000"/>
            </a:schemeClr>
          </a:solidFill>
          <a:ln w="12700">
            <a:solidFill>
              <a:schemeClr val="accent5">
                <a:lumMod val="40000"/>
                <a:lumOff val="60000"/>
              </a:schemeClr>
            </a:solidFill>
          </a:ln>
        </p:spPr>
        <p:txBody>
          <a:bodyPr vert="horz" wrap="square" lIns="144000" tIns="108000" rIns="144000" bIns="108000" rtlCol="0">
            <a:spAutoFit/>
          </a:bodyPr>
          <a:lstStyle/>
          <a:p>
            <a:r>
              <a:rPr lang="en-US" sz="3200" b="1" noProof="1">
                <a:solidFill>
                  <a:schemeClr val="tx2"/>
                </a:solidFill>
                <a:latin typeface="Consolas" panose="020B0609020204030204" pitchFamily="49" charset="0"/>
              </a:rPr>
              <a:t>SELECT</a:t>
            </a:r>
            <a:r>
              <a:rPr lang="en-US" sz="3200" noProof="1">
                <a:solidFill>
                  <a:schemeClr val="tx2"/>
                </a:solidFill>
                <a:latin typeface="Consolas" panose="020B0609020204030204" pitchFamily="49" charset="0"/>
              </a:rPr>
              <a:t> e. DepartmentID, </a:t>
            </a:r>
          </a:p>
          <a:p>
            <a:r>
              <a:rPr lang="en-US" sz="3200" b="1" noProof="1">
                <a:solidFill>
                  <a:schemeClr val="tx2"/>
                </a:solidFill>
                <a:latin typeface="Consolas" panose="020B0609020204030204" pitchFamily="49" charset="0"/>
              </a:rPr>
              <a:t> </a:t>
            </a:r>
            <a:r>
              <a:rPr lang="en-US" sz="3200" b="1" noProof="1">
                <a:solidFill>
                  <a:schemeClr val="tx2">
                    <a:lumMod val="75000"/>
                  </a:schemeClr>
                </a:solidFill>
                <a:latin typeface="Consolas" panose="020B0609020204030204" pitchFamily="49" charset="0"/>
              </a:rPr>
              <a:t>MIN</a:t>
            </a:r>
            <a:r>
              <a:rPr lang="en-US" sz="3200" noProof="1">
                <a:solidFill>
                  <a:schemeClr val="tx2"/>
                </a:solidFill>
                <a:latin typeface="Consolas" panose="020B0609020204030204" pitchFamily="49" charset="0"/>
              </a:rPr>
              <a:t>(e.Salary) </a:t>
            </a:r>
            <a:r>
              <a:rPr lang="en-US" sz="3200" b="1" noProof="1">
                <a:solidFill>
                  <a:schemeClr val="tx2"/>
                </a:solidFill>
                <a:latin typeface="Consolas" panose="020B0609020204030204" pitchFamily="49" charset="0"/>
              </a:rPr>
              <a:t>AS</a:t>
            </a:r>
            <a:r>
              <a:rPr lang="en-US" sz="3200" noProof="1">
                <a:solidFill>
                  <a:schemeClr val="tx2"/>
                </a:solidFill>
                <a:latin typeface="Consolas" panose="020B0609020204030204" pitchFamily="49" charset="0"/>
              </a:rPr>
              <a:t> 'MinSalary'</a:t>
            </a:r>
          </a:p>
          <a:p>
            <a:r>
              <a:rPr lang="en-GB" sz="3200" b="1" dirty="0">
                <a:solidFill>
                  <a:schemeClr val="tx2"/>
                </a:solidFill>
                <a:latin typeface="Consolas" panose="020B0609020204030204" pitchFamily="49" charset="0"/>
              </a:rPr>
              <a:t>FROM</a:t>
            </a:r>
            <a:r>
              <a:rPr lang="en-GB" sz="3200" dirty="0">
                <a:solidFill>
                  <a:schemeClr val="tx2"/>
                </a:solidFill>
                <a:latin typeface="Consolas" panose="020B0609020204030204" pitchFamily="49" charset="0"/>
              </a:rPr>
              <a:t> Employees </a:t>
            </a:r>
            <a:r>
              <a:rPr lang="en-GB" sz="3200" b="1" dirty="0">
                <a:solidFill>
                  <a:schemeClr val="tx2"/>
                </a:solidFill>
                <a:latin typeface="Consolas" panose="020B0609020204030204" pitchFamily="49" charset="0"/>
              </a:rPr>
              <a:t>AS</a:t>
            </a:r>
            <a:r>
              <a:rPr lang="en-GB" sz="3200" dirty="0">
                <a:solidFill>
                  <a:schemeClr val="tx2"/>
                </a:solidFill>
                <a:latin typeface="Consolas" panose="020B0609020204030204" pitchFamily="49" charset="0"/>
              </a:rPr>
              <a:t> e</a:t>
            </a:r>
          </a:p>
          <a:p>
            <a:r>
              <a:rPr lang="en-GB" sz="3200" b="1" dirty="0">
                <a:solidFill>
                  <a:schemeClr val="tx2"/>
                </a:solidFill>
                <a:latin typeface="Consolas" panose="020B0609020204030204" pitchFamily="49" charset="0"/>
              </a:rPr>
              <a:t>GROUP</a:t>
            </a:r>
            <a:r>
              <a:rPr lang="en-GB" sz="3200" dirty="0">
                <a:solidFill>
                  <a:schemeClr val="tx2"/>
                </a:solidFill>
                <a:latin typeface="Consolas" panose="020B0609020204030204" pitchFamily="49" charset="0"/>
              </a:rPr>
              <a:t> </a:t>
            </a:r>
            <a:r>
              <a:rPr lang="en-GB" sz="3200" b="1" dirty="0">
                <a:solidFill>
                  <a:schemeClr val="tx2"/>
                </a:solidFill>
                <a:latin typeface="Consolas" panose="020B0609020204030204" pitchFamily="49" charset="0"/>
              </a:rPr>
              <a:t>BY</a:t>
            </a:r>
            <a:r>
              <a:rPr lang="en-GB" sz="3200" dirty="0">
                <a:solidFill>
                  <a:schemeClr val="tx2"/>
                </a:solidFill>
                <a:latin typeface="Consolas" panose="020B0609020204030204" pitchFamily="49" charset="0"/>
              </a:rPr>
              <a:t> </a:t>
            </a:r>
            <a:r>
              <a:rPr lang="en-US" sz="3200" noProof="1">
                <a:solidFill>
                  <a:schemeClr val="tx2"/>
                </a:solidFill>
                <a:latin typeface="Consolas" panose="020B0609020204030204" pitchFamily="49" charset="0"/>
              </a:rPr>
              <a:t>e.DepartmentID</a:t>
            </a:r>
          </a:p>
        </p:txBody>
      </p:sp>
      <p:sp>
        <p:nvSpPr>
          <p:cNvPr id="15" name="Стрелка надясно 14"/>
          <p:cNvSpPr/>
          <p:nvPr/>
        </p:nvSpPr>
        <p:spPr>
          <a:xfrm>
            <a:off x="8072500" y="3411322"/>
            <a:ext cx="533400" cy="45720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pic>
        <p:nvPicPr>
          <p:cNvPr id="16" name="Картина 15"/>
          <p:cNvPicPr>
            <a:picLocks noChangeAspect="1"/>
          </p:cNvPicPr>
          <p:nvPr/>
        </p:nvPicPr>
        <p:blipFill>
          <a:blip r:embed="rId3"/>
          <a:stretch>
            <a:fillRect/>
          </a:stretch>
        </p:blipFill>
        <p:spPr>
          <a:xfrm>
            <a:off x="8766681" y="2613988"/>
            <a:ext cx="3003637" cy="2317091"/>
          </a:xfrm>
          <a:prstGeom prst="rect">
            <a:avLst/>
          </a:prstGeom>
        </p:spPr>
      </p:pic>
      <p:sp>
        <p:nvSpPr>
          <p:cNvPr id="7" name="TextBox 6">
            <a:extLst>
              <a:ext uri="{FF2B5EF4-FFF2-40B4-BE49-F238E27FC236}">
                <a16:creationId xmlns:a16="http://schemas.microsoft.com/office/drawing/2014/main" id="{18564D0F-07D4-4416-97F8-8BDEAC3A3F14}"/>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576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Effect transition="in" filter="fade">
                                      <p:cBhvr>
                                        <p:cTn id="20"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
          </p:nvPr>
        </p:nvSpPr>
        <p:spPr>
          <a:xfrm>
            <a:off x="190413" y="1135245"/>
            <a:ext cx="11804822" cy="5570355"/>
          </a:xfrm>
        </p:spPr>
        <p:txBody>
          <a:bodyPr>
            <a:normAutofit/>
          </a:bodyPr>
          <a:lstStyle/>
          <a:p>
            <a:pPr>
              <a:lnSpc>
                <a:spcPct val="100000"/>
              </a:lnSpc>
            </a:pPr>
            <a:r>
              <a:rPr lang="en-US" sz="2800" b="1" dirty="0">
                <a:solidFill>
                  <a:schemeClr val="accent1"/>
                </a:solidFill>
                <a:latin typeface="Segoe UI" panose="020B0502040204020203" pitchFamily="34" charset="0"/>
                <a:cs typeface="Segoe UI" panose="020B0502040204020203" pitchFamily="34" charset="0"/>
              </a:rPr>
              <a:t>COUNT</a:t>
            </a:r>
            <a:r>
              <a:rPr lang="en-US" sz="2800" b="1" dirty="0">
                <a:latin typeface="Segoe UI" panose="020B0502040204020203" pitchFamily="34" charset="0"/>
                <a:cs typeface="Segoe UI" panose="020B0502040204020203" pitchFamily="34" charset="0"/>
              </a:rPr>
              <a:t> -</a:t>
            </a:r>
            <a:r>
              <a:rPr lang="en-US" sz="2800" dirty="0">
                <a:latin typeface="Segoe UI" panose="020B0502040204020203" pitchFamily="34" charset="0"/>
                <a:cs typeface="Segoe UI" panose="020B0502040204020203" pitchFamily="34" charset="0"/>
              </a:rPr>
              <a:t> counts the values (not nulls) in one or more columns based on grouping criteria. </a:t>
            </a:r>
          </a:p>
        </p:txBody>
      </p:sp>
      <p:graphicFrame>
        <p:nvGraphicFramePr>
          <p:cNvPr id="10" name="Table 9"/>
          <p:cNvGraphicFramePr>
            <a:graphicFrameLocks noGrp="1"/>
          </p:cNvGraphicFramePr>
          <p:nvPr>
            <p:extLst>
              <p:ext uri="{D42A27DB-BD31-4B8C-83A1-F6EECF244321}">
                <p14:modId xmlns:p14="http://schemas.microsoft.com/office/powerpoint/2010/main" val="7090587"/>
              </p:ext>
            </p:extLst>
          </p:nvPr>
        </p:nvGraphicFramePr>
        <p:xfrm>
          <a:off x="379412" y="2590800"/>
          <a:ext cx="6095999" cy="3200400"/>
        </p:xfrm>
        <a:graphic>
          <a:graphicData uri="http://schemas.openxmlformats.org/drawingml/2006/table">
            <a:tbl>
              <a:tblPr firstRow="1" bandRow="1">
                <a:tableStyleId>{7DF18680-E054-41AD-8BC1-D1AEF772440D}</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t>Employee</a:t>
                      </a:r>
                    </a:p>
                  </a:txBody>
                  <a:tcPr/>
                </a:tc>
                <a:tc>
                  <a:txBody>
                    <a:bodyPr/>
                    <a:lstStyle/>
                    <a:p>
                      <a:r>
                        <a:rPr lang="en-US" dirty="0"/>
                        <a:t>DepartmentName</a:t>
                      </a:r>
                    </a:p>
                  </a:txBody>
                  <a:tcPr/>
                </a:tc>
                <a:tc>
                  <a:txBody>
                    <a:bodyPr/>
                    <a:lstStyle/>
                    <a:p>
                      <a:r>
                        <a:rPr lang="en-US" dirty="0"/>
                        <a:t>Salary</a:t>
                      </a:r>
                    </a:p>
                  </a:txBody>
                  <a:tcPr/>
                </a:tc>
                <a:extLst>
                  <a:ext uri="{0D108BD9-81ED-4DB2-BD59-A6C34878D82A}">
                    <a16:rowId xmlns:a16="http://schemas.microsoft.com/office/drawing/2014/main" val="247495740"/>
                  </a:ext>
                </a:extLst>
              </a:tr>
              <a:tr h="457200">
                <a:tc>
                  <a:txBody>
                    <a:bodyPr/>
                    <a:lstStyle/>
                    <a:p>
                      <a:r>
                        <a:rPr lang="en-US" dirty="0">
                          <a:solidFill>
                            <a:schemeClr val="tx1"/>
                          </a:solidFill>
                        </a:rPr>
                        <a:t>Adam</a:t>
                      </a:r>
                    </a:p>
                  </a:txBody>
                  <a:tcPr>
                    <a:solidFill>
                      <a:srgbClr val="00B050">
                        <a:alpha val="50000"/>
                      </a:srgbClr>
                    </a:solidFill>
                  </a:tcPr>
                </a:tc>
                <a:tc>
                  <a:txBody>
                    <a:bodyPr/>
                    <a:lstStyle/>
                    <a:p>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5,000</a:t>
                      </a:r>
                    </a:p>
                  </a:txBody>
                  <a:tcPr>
                    <a:solidFill>
                      <a:srgbClr val="00B050">
                        <a:alpha val="50000"/>
                      </a:srgbClr>
                    </a:solidFill>
                  </a:tcPr>
                </a:tc>
                <a:extLst>
                  <a:ext uri="{0D108BD9-81ED-4DB2-BD59-A6C34878D82A}">
                    <a16:rowId xmlns:a16="http://schemas.microsoft.com/office/drawing/2014/main" val="3609066432"/>
                  </a:ext>
                </a:extLst>
              </a:tr>
              <a:tr h="457200">
                <a:tc>
                  <a:txBody>
                    <a:bodyPr/>
                    <a:lstStyle/>
                    <a:p>
                      <a:r>
                        <a:rPr lang="en-US" dirty="0">
                          <a:solidFill>
                            <a:schemeClr val="tx1"/>
                          </a:solidFill>
                        </a:rPr>
                        <a:t>John</a:t>
                      </a:r>
                    </a:p>
                  </a:txBody>
                  <a:tcPr>
                    <a:solidFill>
                      <a:srgbClr val="00B05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15,000</a:t>
                      </a:r>
                    </a:p>
                  </a:txBody>
                  <a:tcPr>
                    <a:solidFill>
                      <a:srgbClr val="00B050">
                        <a:alpha val="50000"/>
                      </a:srgbClr>
                    </a:solidFill>
                  </a:tcPr>
                </a:tc>
                <a:extLst>
                  <a:ext uri="{0D108BD9-81ED-4DB2-BD59-A6C34878D82A}">
                    <a16:rowId xmlns:a16="http://schemas.microsoft.com/office/drawing/2014/main" val="1287682195"/>
                  </a:ext>
                </a:extLst>
              </a:tr>
              <a:tr h="457200">
                <a:tc>
                  <a:txBody>
                    <a:bodyPr/>
                    <a:lstStyle/>
                    <a:p>
                      <a:r>
                        <a:rPr lang="en-US" dirty="0">
                          <a:solidFill>
                            <a:schemeClr val="tx1"/>
                          </a:solidFill>
                        </a:rPr>
                        <a:t>Jane</a:t>
                      </a:r>
                    </a:p>
                  </a:txBody>
                  <a:tcPr>
                    <a:solidFill>
                      <a:srgbClr val="00B0F0">
                        <a:alpha val="50000"/>
                      </a:srgbClr>
                    </a:solidFill>
                  </a:tcPr>
                </a:tc>
                <a:tc>
                  <a:txBody>
                    <a:bodyPr/>
                    <a:lstStyle/>
                    <a:p>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10,000</a:t>
                      </a:r>
                    </a:p>
                  </a:txBody>
                  <a:tcPr>
                    <a:solidFill>
                      <a:srgbClr val="00B0F0">
                        <a:alpha val="50000"/>
                      </a:srgbClr>
                    </a:solidFill>
                  </a:tcPr>
                </a:tc>
                <a:extLst>
                  <a:ext uri="{0D108BD9-81ED-4DB2-BD59-A6C34878D82A}">
                    <a16:rowId xmlns:a16="http://schemas.microsoft.com/office/drawing/2014/main" val="1053813033"/>
                  </a:ext>
                </a:extLst>
              </a:tr>
              <a:tr h="457200">
                <a:tc>
                  <a:txBody>
                    <a:bodyPr/>
                    <a:lstStyle/>
                    <a:p>
                      <a:r>
                        <a:rPr lang="en-US" dirty="0">
                          <a:solidFill>
                            <a:schemeClr val="tx1"/>
                          </a:solidFill>
                        </a:rPr>
                        <a:t>George</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15,000</a:t>
                      </a:r>
                    </a:p>
                  </a:txBody>
                  <a:tcPr>
                    <a:solidFill>
                      <a:srgbClr val="00B0F0">
                        <a:alpha val="50000"/>
                      </a:srgbClr>
                    </a:solidFill>
                  </a:tcPr>
                </a:tc>
                <a:extLst>
                  <a:ext uri="{0D108BD9-81ED-4DB2-BD59-A6C34878D82A}">
                    <a16:rowId xmlns:a16="http://schemas.microsoft.com/office/drawing/2014/main" val="2640231826"/>
                  </a:ext>
                </a:extLst>
              </a:tr>
              <a:tr h="457200">
                <a:tc>
                  <a:txBody>
                    <a:bodyPr/>
                    <a:lstStyle/>
                    <a:p>
                      <a:r>
                        <a:rPr lang="en-US" dirty="0">
                          <a:solidFill>
                            <a:schemeClr val="tx1"/>
                          </a:solidFill>
                        </a:rPr>
                        <a:t>Lila</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5,000</a:t>
                      </a:r>
                    </a:p>
                  </a:txBody>
                  <a:tcPr>
                    <a:solidFill>
                      <a:srgbClr val="00B0F0">
                        <a:alpha val="50000"/>
                      </a:srgbClr>
                    </a:solidFill>
                  </a:tcPr>
                </a:tc>
                <a:extLst>
                  <a:ext uri="{0D108BD9-81ED-4DB2-BD59-A6C34878D82A}">
                    <a16:rowId xmlns:a16="http://schemas.microsoft.com/office/drawing/2014/main" val="1267294716"/>
                  </a:ext>
                </a:extLst>
              </a:tr>
              <a:tr h="457200">
                <a:tc>
                  <a:txBody>
                    <a:bodyPr/>
                    <a:lstStyle/>
                    <a:p>
                      <a:r>
                        <a:rPr lang="en-US" dirty="0">
                          <a:solidFill>
                            <a:schemeClr val="tx1"/>
                          </a:solidFill>
                        </a:rPr>
                        <a:t>Fred</a:t>
                      </a:r>
                    </a:p>
                  </a:txBody>
                  <a:tcPr>
                    <a:solidFill>
                      <a:srgbClr val="F3BE6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Software Support</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93484896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53006059"/>
              </p:ext>
            </p:extLst>
          </p:nvPr>
        </p:nvGraphicFramePr>
        <p:xfrm>
          <a:off x="7418613" y="3371382"/>
          <a:ext cx="4600590" cy="1828800"/>
        </p:xfrm>
        <a:graphic>
          <a:graphicData uri="http://schemas.openxmlformats.org/drawingml/2006/table">
            <a:tbl>
              <a:tblPr firstRow="1" bandRow="1">
                <a:tableStyleId>{7DF18680-E054-41AD-8BC1-D1AEF772440D}</a:tableStyleId>
              </a:tblPr>
              <a:tblGrid>
                <a:gridCol w="2875368">
                  <a:extLst>
                    <a:ext uri="{9D8B030D-6E8A-4147-A177-3AD203B41FA5}">
                      <a16:colId xmlns:a16="http://schemas.microsoft.com/office/drawing/2014/main" val="1444822382"/>
                    </a:ext>
                  </a:extLst>
                </a:gridCol>
                <a:gridCol w="1725222">
                  <a:extLst>
                    <a:ext uri="{9D8B030D-6E8A-4147-A177-3AD203B41FA5}">
                      <a16:colId xmlns:a16="http://schemas.microsoft.com/office/drawing/2014/main" val="1109817519"/>
                    </a:ext>
                  </a:extLst>
                </a:gridCol>
              </a:tblGrid>
              <a:tr h="457200">
                <a:tc>
                  <a:txBody>
                    <a:bodyPr/>
                    <a:lstStyle/>
                    <a:p>
                      <a:r>
                        <a:rPr lang="en-US" dirty="0"/>
                        <a:t>DepartmentName</a:t>
                      </a:r>
                    </a:p>
                  </a:txBody>
                  <a:tcPr/>
                </a:tc>
                <a:tc>
                  <a:txBody>
                    <a:bodyPr/>
                    <a:lstStyle/>
                    <a:p>
                      <a:r>
                        <a:rPr lang="en-US" dirty="0"/>
                        <a:t>SalaryCount</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bg-BG" dirty="0">
                          <a:solidFill>
                            <a:schemeClr val="tx1"/>
                          </a:solidFill>
                        </a:rPr>
                        <a:t>2</a:t>
                      </a:r>
                      <a:endParaRPr lang="en-US" dirty="0">
                        <a:solidFill>
                          <a:schemeClr val="tx1"/>
                        </a:solidFill>
                      </a:endParaRPr>
                    </a:p>
                  </a:txBody>
                  <a:tcPr>
                    <a:solidFill>
                      <a:srgbClr val="00B050">
                        <a:alpha val="50000"/>
                      </a:srgbClr>
                    </a:solidFill>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bg-BG" dirty="0">
                          <a:solidFill>
                            <a:schemeClr val="tx1"/>
                          </a:solidFill>
                        </a:rPr>
                        <a:t>3</a:t>
                      </a:r>
                      <a:endParaRPr lang="en-US" dirty="0">
                        <a:solidFill>
                          <a:schemeClr val="tx1"/>
                        </a:solidFill>
                      </a:endParaRPr>
                    </a:p>
                  </a:txBody>
                  <a:tcPr>
                    <a:solidFill>
                      <a:srgbClr val="00B0F0">
                        <a:alpha val="50000"/>
                      </a:srgbClr>
                    </a:solidFill>
                  </a:tcPr>
                </a:tc>
                <a:extLst>
                  <a:ext uri="{0D108BD9-81ED-4DB2-BD59-A6C34878D82A}">
                    <a16:rowId xmlns:a16="http://schemas.microsoft.com/office/drawing/2014/main" val="412535321"/>
                  </a:ext>
                </a:extLst>
              </a:tr>
              <a:tr h="457200">
                <a:tc>
                  <a:txBody>
                    <a:bodyPr/>
                    <a:lstStyle/>
                    <a:p>
                      <a:r>
                        <a:rPr lang="en-US" dirty="0">
                          <a:solidFill>
                            <a:schemeClr val="tx1"/>
                          </a:solidFill>
                        </a:rPr>
                        <a:t>Software Support</a:t>
                      </a:r>
                    </a:p>
                  </a:txBody>
                  <a:tcPr>
                    <a:solidFill>
                      <a:srgbClr val="F3BE60">
                        <a:alpha val="50000"/>
                      </a:srgbClr>
                    </a:solidFill>
                  </a:tcPr>
                </a:tc>
                <a:tc>
                  <a:txBody>
                    <a:bodyPr/>
                    <a:lstStyle/>
                    <a:p>
                      <a:r>
                        <a:rPr lang="bg-BG" dirty="0">
                          <a:solidFill>
                            <a:schemeClr val="tx1"/>
                          </a:solidFill>
                        </a:rPr>
                        <a:t>1</a:t>
                      </a:r>
                      <a:endParaRPr lang="en-US" dirty="0">
                        <a:solidFill>
                          <a:schemeClr val="tx1"/>
                        </a:solidFill>
                      </a:endParaRPr>
                    </a:p>
                  </a:txBody>
                  <a:tcPr>
                    <a:solidFill>
                      <a:srgbClr val="F3BE60">
                        <a:alpha val="50000"/>
                      </a:srgbClr>
                    </a:solidFill>
                  </a:tcPr>
                </a:tc>
                <a:extLst>
                  <a:ext uri="{0D108BD9-81ED-4DB2-BD59-A6C34878D82A}">
                    <a16:rowId xmlns:a16="http://schemas.microsoft.com/office/drawing/2014/main" val="3347448364"/>
                  </a:ext>
                </a:extLst>
              </a:tr>
            </a:tbl>
          </a:graphicData>
        </a:graphic>
      </p:graphicFrame>
      <p:sp>
        <p:nvSpPr>
          <p:cNvPr id="14" name="Right Arrow 13"/>
          <p:cNvSpPr/>
          <p:nvPr/>
        </p:nvSpPr>
        <p:spPr>
          <a:xfrm rot="1884745">
            <a:off x="6603096" y="3598192"/>
            <a:ext cx="717577" cy="242987"/>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5" name="Right Arrow 14"/>
          <p:cNvSpPr/>
          <p:nvPr/>
        </p:nvSpPr>
        <p:spPr>
          <a:xfrm rot="21058881">
            <a:off x="6590876" y="4419128"/>
            <a:ext cx="717577" cy="242987"/>
          </a:xfrm>
          <a:prstGeom prst="rightArrow">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9" name="Right Arrow 18"/>
          <p:cNvSpPr/>
          <p:nvPr/>
        </p:nvSpPr>
        <p:spPr>
          <a:xfrm rot="19000881">
            <a:off x="6635728" y="5255697"/>
            <a:ext cx="717577" cy="242987"/>
          </a:xfrm>
          <a:prstGeom prst="rightArrow">
            <a:avLst/>
          </a:prstGeom>
          <a:solidFill>
            <a:srgbClr val="F3BE6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2" name="TextBox 11">
            <a:extLst>
              <a:ext uri="{FF2B5EF4-FFF2-40B4-BE49-F238E27FC236}">
                <a16:creationId xmlns:a16="http://schemas.microsoft.com/office/drawing/2014/main" id="{76DA6149-1BAD-491A-AE1B-FE0A0E074876}"/>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68442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769927" y="3229823"/>
            <a:ext cx="10556816" cy="2187879"/>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3200" b="1" noProof="1">
                <a:solidFill>
                  <a:schemeClr val="tx2"/>
                </a:solidFill>
                <a:latin typeface="Consolas" panose="020B0609020204030204" pitchFamily="49" charset="0"/>
              </a:rPr>
              <a:t>SELECT</a:t>
            </a:r>
            <a:r>
              <a:rPr lang="en-US" sz="3200" noProof="1">
                <a:solidFill>
                  <a:schemeClr val="tx2"/>
                </a:solidFill>
                <a:latin typeface="Consolas" panose="020B0609020204030204" pitchFamily="49" charset="0"/>
              </a:rPr>
              <a:t> e.DepartmentID, </a:t>
            </a:r>
          </a:p>
          <a:p>
            <a:r>
              <a:rPr lang="en-US" sz="3200" b="1" dirty="0">
                <a:solidFill>
                  <a:schemeClr val="tx2"/>
                </a:solidFill>
                <a:latin typeface="Consolas" panose="020B0609020204030204" pitchFamily="49" charset="0"/>
              </a:rPr>
              <a:t>  </a:t>
            </a:r>
            <a:r>
              <a:rPr lang="en-US" sz="3200" b="1" dirty="0">
                <a:solidFill>
                  <a:schemeClr val="tx2">
                    <a:lumMod val="75000"/>
                  </a:schemeClr>
                </a:solidFill>
                <a:latin typeface="Consolas" panose="020B0609020204030204" pitchFamily="49" charset="0"/>
              </a:rPr>
              <a:t>COUNT</a:t>
            </a:r>
            <a:r>
              <a:rPr lang="en-US" sz="3200" dirty="0">
                <a:solidFill>
                  <a:schemeClr val="tx2"/>
                </a:solidFill>
                <a:latin typeface="Consolas" panose="020B0609020204030204" pitchFamily="49" charset="0"/>
              </a:rPr>
              <a:t>(e.Salary) </a:t>
            </a:r>
            <a:r>
              <a:rPr lang="en-US" sz="3200" b="1" dirty="0">
                <a:solidFill>
                  <a:schemeClr val="tx2"/>
                </a:solidFill>
                <a:latin typeface="Consolas" panose="020B0609020204030204" pitchFamily="49" charset="0"/>
              </a:rPr>
              <a:t>AS</a:t>
            </a:r>
            <a:r>
              <a:rPr lang="en-US" sz="3200" dirty="0">
                <a:solidFill>
                  <a:schemeClr val="tx2"/>
                </a:solidFill>
                <a:latin typeface="Consolas" panose="020B0609020204030204" pitchFamily="49" charset="0"/>
              </a:rPr>
              <a:t> 'SalaryCount'</a:t>
            </a:r>
          </a:p>
          <a:p>
            <a:r>
              <a:rPr lang="en-GB" sz="3200" b="1" dirty="0">
                <a:solidFill>
                  <a:schemeClr val="tx2"/>
                </a:solidFill>
                <a:latin typeface="Consolas" panose="020B0609020204030204" pitchFamily="49" charset="0"/>
              </a:rPr>
              <a:t>FROM</a:t>
            </a:r>
            <a:r>
              <a:rPr lang="en-GB" sz="3200" dirty="0">
                <a:solidFill>
                  <a:schemeClr val="tx2"/>
                </a:solidFill>
                <a:latin typeface="Consolas" panose="020B0609020204030204" pitchFamily="49" charset="0"/>
              </a:rPr>
              <a:t> Employees </a:t>
            </a:r>
            <a:r>
              <a:rPr lang="en-GB" sz="3200" b="1" dirty="0">
                <a:solidFill>
                  <a:schemeClr val="tx2"/>
                </a:solidFill>
                <a:latin typeface="Consolas" panose="020B0609020204030204" pitchFamily="49" charset="0"/>
              </a:rPr>
              <a:t>AS</a:t>
            </a:r>
            <a:r>
              <a:rPr lang="en-GB" sz="3200" dirty="0">
                <a:solidFill>
                  <a:schemeClr val="tx2"/>
                </a:solidFill>
                <a:latin typeface="Consolas" panose="020B0609020204030204" pitchFamily="49" charset="0"/>
              </a:rPr>
              <a:t> e</a:t>
            </a:r>
          </a:p>
          <a:p>
            <a:r>
              <a:rPr lang="en-GB" sz="3200" b="1" dirty="0">
                <a:solidFill>
                  <a:schemeClr val="tx2"/>
                </a:solidFill>
                <a:latin typeface="Consolas" panose="020B0609020204030204" pitchFamily="49" charset="0"/>
              </a:rPr>
              <a:t>GROUP</a:t>
            </a:r>
            <a:r>
              <a:rPr lang="en-GB" sz="3200" dirty="0">
                <a:solidFill>
                  <a:schemeClr val="tx2"/>
                </a:solidFill>
                <a:latin typeface="Consolas" panose="020B0609020204030204" pitchFamily="49" charset="0"/>
              </a:rPr>
              <a:t> </a:t>
            </a:r>
            <a:r>
              <a:rPr lang="en-GB" sz="3200" b="1" dirty="0">
                <a:solidFill>
                  <a:schemeClr val="tx2"/>
                </a:solidFill>
                <a:latin typeface="Consolas" panose="020B0609020204030204" pitchFamily="49" charset="0"/>
              </a:rPr>
              <a:t>BY</a:t>
            </a:r>
            <a:r>
              <a:rPr lang="en-GB" sz="3200" dirty="0">
                <a:solidFill>
                  <a:schemeClr val="tx2"/>
                </a:solidFill>
                <a:latin typeface="Consolas" panose="020B0609020204030204" pitchFamily="49" charset="0"/>
              </a:rPr>
              <a:t> </a:t>
            </a:r>
            <a:r>
              <a:rPr lang="en-US" sz="3200" noProof="1">
                <a:solidFill>
                  <a:schemeClr val="tx2"/>
                </a:solidFill>
                <a:latin typeface="Consolas" panose="020B0609020204030204" pitchFamily="49" charset="0"/>
              </a:rPr>
              <a:t>e.DepartmentID</a:t>
            </a:r>
          </a:p>
        </p:txBody>
      </p:sp>
      <p:sp>
        <p:nvSpPr>
          <p:cNvPr id="8" name="AutoShape 7"/>
          <p:cNvSpPr>
            <a:spLocks noChangeArrowheads="1"/>
          </p:cNvSpPr>
          <p:nvPr/>
        </p:nvSpPr>
        <p:spPr bwMode="auto">
          <a:xfrm>
            <a:off x="3965534" y="2100822"/>
            <a:ext cx="2229557" cy="953805"/>
          </a:xfrm>
          <a:prstGeom prst="wedgeRoundRectCallout">
            <a:avLst>
              <a:gd name="adj1" fmla="val -42091"/>
              <a:gd name="adj2" fmla="val 82273"/>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a:t>
            </a:r>
          </a:p>
        </p:txBody>
      </p:sp>
      <p:sp>
        <p:nvSpPr>
          <p:cNvPr id="12" name="AutoShape 7"/>
          <p:cNvSpPr>
            <a:spLocks noChangeArrowheads="1"/>
          </p:cNvSpPr>
          <p:nvPr/>
        </p:nvSpPr>
        <p:spPr bwMode="auto">
          <a:xfrm>
            <a:off x="4221122" y="5616416"/>
            <a:ext cx="2229557" cy="953805"/>
          </a:xfrm>
          <a:prstGeom prst="wedgeRoundRectCallout">
            <a:avLst>
              <a:gd name="adj1" fmla="val -37789"/>
              <a:gd name="adj2" fmla="val -75908"/>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Columns</a:t>
            </a:r>
          </a:p>
        </p:txBody>
      </p:sp>
      <p:sp>
        <p:nvSpPr>
          <p:cNvPr id="13" name="AutoShape 7"/>
          <p:cNvSpPr>
            <a:spLocks noChangeArrowheads="1"/>
          </p:cNvSpPr>
          <p:nvPr/>
        </p:nvSpPr>
        <p:spPr bwMode="auto">
          <a:xfrm>
            <a:off x="7929634" y="3019032"/>
            <a:ext cx="2971800" cy="558485"/>
          </a:xfrm>
          <a:prstGeom prst="wedgeRoundRectCallout">
            <a:avLst>
              <a:gd name="adj1" fmla="val -39853"/>
              <a:gd name="adj2" fmla="val 93399"/>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New Column Alias</a:t>
            </a:r>
          </a:p>
        </p:txBody>
      </p:sp>
      <p:sp>
        <p:nvSpPr>
          <p:cNvPr id="11" name="TextBox 10">
            <a:extLst>
              <a:ext uri="{FF2B5EF4-FFF2-40B4-BE49-F238E27FC236}">
                <a16:creationId xmlns:a16="http://schemas.microsoft.com/office/drawing/2014/main" id="{D88E5F40-E82B-476F-A77F-881AA0582E23}"/>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
        <p:nvSpPr>
          <p:cNvPr id="15" name="Content Placeholder 2">
            <a:extLst>
              <a:ext uri="{FF2B5EF4-FFF2-40B4-BE49-F238E27FC236}">
                <a16:creationId xmlns:a16="http://schemas.microsoft.com/office/drawing/2014/main" id="{E755B022-FD2E-4FA1-A210-D5A4DFBB292D}"/>
              </a:ext>
            </a:extLst>
          </p:cNvPr>
          <p:cNvSpPr txBox="1">
            <a:spLocks/>
          </p:cNvSpPr>
          <p:nvPr/>
        </p:nvSpPr>
        <p:spPr>
          <a:xfrm>
            <a:off x="760412" y="1066800"/>
            <a:ext cx="10512862" cy="4351338"/>
          </a:xfrm>
          <a:prstGeom prst="rect">
            <a:avLst/>
          </a:prstGeom>
        </p:spPr>
        <p:txBody>
          <a:bodyPr vert="horz" lIns="91440" tIns="45720" rIns="91440" bIns="45720" rtlCol="0">
            <a:norm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00000"/>
              </a:lnSpc>
            </a:pPr>
            <a:r>
              <a:rPr lang="en-US" sz="2800" b="1" dirty="0">
                <a:solidFill>
                  <a:schemeClr val="accent1"/>
                </a:solidFill>
                <a:latin typeface="Segoe UI" panose="020B0502040204020203" pitchFamily="34" charset="0"/>
                <a:cs typeface="Segoe UI" panose="020B0502040204020203" pitchFamily="34" charset="0"/>
              </a:rPr>
              <a:t>COUNT</a:t>
            </a:r>
            <a:r>
              <a:rPr lang="en-US" sz="2800" dirty="0">
                <a:latin typeface="Segoe UI" panose="020B0502040204020203" pitchFamily="34" charset="0"/>
                <a:cs typeface="Segoe UI" panose="020B0502040204020203" pitchFamily="34" charset="0"/>
              </a:rPr>
              <a:t> syntax</a:t>
            </a:r>
          </a:p>
          <a:p>
            <a:pPr lvl="1">
              <a:lnSpc>
                <a:spcPct val="100000"/>
              </a:lnSpc>
            </a:pPr>
            <a:r>
              <a:rPr lang="en-US" sz="2400" noProof="1">
                <a:latin typeface="Segoe UI" panose="020B0502040204020203" pitchFamily="34" charset="0"/>
                <a:cs typeface="Segoe UI" panose="020B0502040204020203" pitchFamily="34" charset="0"/>
              </a:rPr>
              <a:t>Noted: </a:t>
            </a:r>
            <a:r>
              <a:rPr lang="en-US" sz="2400" dirty="0">
                <a:latin typeface="Segoe UI" panose="020B0502040204020203" pitchFamily="34" charset="0"/>
                <a:cs typeface="Segoe UI" panose="020B0502040204020203" pitchFamily="34" charset="0"/>
              </a:rPr>
              <a:t>when we use </a:t>
            </a:r>
            <a:r>
              <a:rPr lang="en-US" sz="2400" b="1" dirty="0">
                <a:solidFill>
                  <a:schemeClr val="accent1"/>
                </a:solidFill>
                <a:latin typeface="Segoe UI" panose="020B0502040204020203" pitchFamily="34" charset="0"/>
                <a:cs typeface="Segoe UI" panose="020B0502040204020203" pitchFamily="34" charset="0"/>
              </a:rPr>
              <a:t>COUNT</a:t>
            </a:r>
            <a:r>
              <a:rPr lang="en-US" sz="2400" dirty="0">
                <a:latin typeface="Segoe UI" panose="020B0502040204020203" pitchFamily="34" charset="0"/>
                <a:cs typeface="Segoe UI" panose="020B0502040204020203" pitchFamily="34" charset="0"/>
              </a:rPr>
              <a:t> we will ignore any employee with NULL salary.</a:t>
            </a:r>
          </a:p>
        </p:txBody>
      </p:sp>
    </p:spTree>
    <p:extLst>
      <p:ext uri="{BB962C8B-B14F-4D97-AF65-F5344CB8AC3E}">
        <p14:creationId xmlns:p14="http://schemas.microsoft.com/office/powerpoint/2010/main" val="9636020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a:spLocks noGrp="1"/>
          </p:cNvSpPr>
          <p:nvPr>
            <p:ph idx="1"/>
          </p:nvPr>
        </p:nvSpPr>
        <p:spPr>
          <a:xfrm>
            <a:off x="531812" y="1219200"/>
            <a:ext cx="10896600" cy="5002419"/>
          </a:xfrm>
        </p:spPr>
        <p:txBody>
          <a:bodyPr/>
          <a:lstStyle/>
          <a:p>
            <a:pPr>
              <a:lnSpc>
                <a:spcPct val="100000"/>
              </a:lnSpc>
            </a:pPr>
            <a:r>
              <a:rPr lang="en-US" sz="3200" b="1" dirty="0">
                <a:solidFill>
                  <a:schemeClr val="accent1"/>
                </a:solidFill>
              </a:rPr>
              <a:t>SUM</a:t>
            </a:r>
            <a:r>
              <a:rPr lang="en-US" sz="3200" dirty="0"/>
              <a:t> - sums the values in a column. </a:t>
            </a:r>
            <a:endParaRPr lang="en-US" sz="3100" dirty="0"/>
          </a:p>
        </p:txBody>
      </p:sp>
      <p:graphicFrame>
        <p:nvGraphicFramePr>
          <p:cNvPr id="4" name="Table 3"/>
          <p:cNvGraphicFramePr>
            <a:graphicFrameLocks noGrp="1"/>
          </p:cNvGraphicFramePr>
          <p:nvPr>
            <p:extLst>
              <p:ext uri="{D42A27DB-BD31-4B8C-83A1-F6EECF244321}">
                <p14:modId xmlns:p14="http://schemas.microsoft.com/office/powerpoint/2010/main" val="2695224493"/>
              </p:ext>
            </p:extLst>
          </p:nvPr>
        </p:nvGraphicFramePr>
        <p:xfrm>
          <a:off x="379412" y="2209800"/>
          <a:ext cx="6095999" cy="3200400"/>
        </p:xfrm>
        <a:graphic>
          <a:graphicData uri="http://schemas.openxmlformats.org/drawingml/2006/table">
            <a:tbl>
              <a:tblPr firstRow="1" bandRow="1">
                <a:tableStyleId>{7DF18680-E054-41AD-8BC1-D1AEF772440D}</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t>Employee</a:t>
                      </a:r>
                    </a:p>
                  </a:txBody>
                  <a:tcPr/>
                </a:tc>
                <a:tc>
                  <a:txBody>
                    <a:bodyPr/>
                    <a:lstStyle/>
                    <a:p>
                      <a:r>
                        <a:rPr lang="en-US" dirty="0"/>
                        <a:t>DepartmentName</a:t>
                      </a:r>
                    </a:p>
                  </a:txBody>
                  <a:tcPr/>
                </a:tc>
                <a:tc>
                  <a:txBody>
                    <a:bodyPr/>
                    <a:lstStyle/>
                    <a:p>
                      <a:r>
                        <a:rPr lang="en-US" dirty="0"/>
                        <a:t>Salary</a:t>
                      </a:r>
                    </a:p>
                  </a:txBody>
                  <a:tcPr/>
                </a:tc>
                <a:extLst>
                  <a:ext uri="{0D108BD9-81ED-4DB2-BD59-A6C34878D82A}">
                    <a16:rowId xmlns:a16="http://schemas.microsoft.com/office/drawing/2014/main" val="247495740"/>
                  </a:ext>
                </a:extLst>
              </a:tr>
              <a:tr h="457200">
                <a:tc>
                  <a:txBody>
                    <a:bodyPr/>
                    <a:lstStyle/>
                    <a:p>
                      <a:r>
                        <a:rPr lang="en-US" dirty="0">
                          <a:solidFill>
                            <a:schemeClr val="tx1"/>
                          </a:solidFill>
                        </a:rPr>
                        <a:t>Adam</a:t>
                      </a:r>
                    </a:p>
                  </a:txBody>
                  <a:tcPr>
                    <a:solidFill>
                      <a:srgbClr val="00B050">
                        <a:alpha val="50000"/>
                      </a:srgbClr>
                    </a:solidFill>
                  </a:tcPr>
                </a:tc>
                <a:tc>
                  <a:txBody>
                    <a:bodyPr/>
                    <a:lstStyle/>
                    <a:p>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5,000</a:t>
                      </a:r>
                    </a:p>
                  </a:txBody>
                  <a:tcPr>
                    <a:solidFill>
                      <a:srgbClr val="00B050">
                        <a:alpha val="50000"/>
                      </a:srgbClr>
                    </a:solidFill>
                  </a:tcPr>
                </a:tc>
                <a:extLst>
                  <a:ext uri="{0D108BD9-81ED-4DB2-BD59-A6C34878D82A}">
                    <a16:rowId xmlns:a16="http://schemas.microsoft.com/office/drawing/2014/main" val="3609066432"/>
                  </a:ext>
                </a:extLst>
              </a:tr>
              <a:tr h="457200">
                <a:tc>
                  <a:txBody>
                    <a:bodyPr/>
                    <a:lstStyle/>
                    <a:p>
                      <a:r>
                        <a:rPr lang="en-US" dirty="0">
                          <a:solidFill>
                            <a:schemeClr val="tx1"/>
                          </a:solidFill>
                        </a:rPr>
                        <a:t>John</a:t>
                      </a:r>
                    </a:p>
                  </a:txBody>
                  <a:tcPr>
                    <a:solidFill>
                      <a:srgbClr val="00B05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15,000</a:t>
                      </a:r>
                    </a:p>
                  </a:txBody>
                  <a:tcPr>
                    <a:solidFill>
                      <a:srgbClr val="00B050">
                        <a:alpha val="50000"/>
                      </a:srgbClr>
                    </a:solidFill>
                  </a:tcPr>
                </a:tc>
                <a:extLst>
                  <a:ext uri="{0D108BD9-81ED-4DB2-BD59-A6C34878D82A}">
                    <a16:rowId xmlns:a16="http://schemas.microsoft.com/office/drawing/2014/main" val="1287682195"/>
                  </a:ext>
                </a:extLst>
              </a:tr>
              <a:tr h="457200">
                <a:tc>
                  <a:txBody>
                    <a:bodyPr/>
                    <a:lstStyle/>
                    <a:p>
                      <a:r>
                        <a:rPr lang="en-US" dirty="0">
                          <a:solidFill>
                            <a:schemeClr val="tx1"/>
                          </a:solidFill>
                        </a:rPr>
                        <a:t>Jane</a:t>
                      </a:r>
                    </a:p>
                  </a:txBody>
                  <a:tcPr>
                    <a:solidFill>
                      <a:srgbClr val="00B0F0">
                        <a:alpha val="50000"/>
                      </a:srgbClr>
                    </a:solidFill>
                  </a:tcPr>
                </a:tc>
                <a:tc>
                  <a:txBody>
                    <a:bodyPr/>
                    <a:lstStyle/>
                    <a:p>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10,000</a:t>
                      </a:r>
                    </a:p>
                  </a:txBody>
                  <a:tcPr>
                    <a:solidFill>
                      <a:srgbClr val="00B0F0">
                        <a:alpha val="50000"/>
                      </a:srgbClr>
                    </a:solidFill>
                  </a:tcPr>
                </a:tc>
                <a:extLst>
                  <a:ext uri="{0D108BD9-81ED-4DB2-BD59-A6C34878D82A}">
                    <a16:rowId xmlns:a16="http://schemas.microsoft.com/office/drawing/2014/main" val="1053813033"/>
                  </a:ext>
                </a:extLst>
              </a:tr>
              <a:tr h="457200">
                <a:tc>
                  <a:txBody>
                    <a:bodyPr/>
                    <a:lstStyle/>
                    <a:p>
                      <a:r>
                        <a:rPr lang="en-US" dirty="0">
                          <a:solidFill>
                            <a:schemeClr val="tx1"/>
                          </a:solidFill>
                        </a:rPr>
                        <a:t>George</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15,000</a:t>
                      </a:r>
                    </a:p>
                  </a:txBody>
                  <a:tcPr>
                    <a:solidFill>
                      <a:srgbClr val="00B0F0">
                        <a:alpha val="50000"/>
                      </a:srgbClr>
                    </a:solidFill>
                  </a:tcPr>
                </a:tc>
                <a:extLst>
                  <a:ext uri="{0D108BD9-81ED-4DB2-BD59-A6C34878D82A}">
                    <a16:rowId xmlns:a16="http://schemas.microsoft.com/office/drawing/2014/main" val="2640231826"/>
                  </a:ext>
                </a:extLst>
              </a:tr>
              <a:tr h="457200">
                <a:tc>
                  <a:txBody>
                    <a:bodyPr/>
                    <a:lstStyle/>
                    <a:p>
                      <a:r>
                        <a:rPr lang="en-US" dirty="0">
                          <a:solidFill>
                            <a:schemeClr val="tx1"/>
                          </a:solidFill>
                        </a:rPr>
                        <a:t>Lila</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5,000</a:t>
                      </a:r>
                    </a:p>
                  </a:txBody>
                  <a:tcPr>
                    <a:solidFill>
                      <a:srgbClr val="00B0F0">
                        <a:alpha val="50000"/>
                      </a:srgbClr>
                    </a:solidFill>
                  </a:tcPr>
                </a:tc>
                <a:extLst>
                  <a:ext uri="{0D108BD9-81ED-4DB2-BD59-A6C34878D82A}">
                    <a16:rowId xmlns:a16="http://schemas.microsoft.com/office/drawing/2014/main" val="1267294716"/>
                  </a:ext>
                </a:extLst>
              </a:tr>
              <a:tr h="457200">
                <a:tc>
                  <a:txBody>
                    <a:bodyPr/>
                    <a:lstStyle/>
                    <a:p>
                      <a:r>
                        <a:rPr lang="en-US" dirty="0">
                          <a:solidFill>
                            <a:schemeClr val="tx1"/>
                          </a:solidFill>
                        </a:rPr>
                        <a:t>Fred</a:t>
                      </a:r>
                    </a:p>
                  </a:txBody>
                  <a:tcPr>
                    <a:solidFill>
                      <a:srgbClr val="F3BE6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Software Support</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93484896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01140147"/>
              </p:ext>
            </p:extLst>
          </p:nvPr>
        </p:nvGraphicFramePr>
        <p:xfrm>
          <a:off x="7513623" y="2895600"/>
          <a:ext cx="4267200" cy="1828800"/>
        </p:xfrm>
        <a:graphic>
          <a:graphicData uri="http://schemas.openxmlformats.org/drawingml/2006/table">
            <a:tbl>
              <a:tblPr firstRow="1" bandRow="1">
                <a:tableStyleId>{7DF18680-E054-41AD-8BC1-D1AEF772440D}</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t>DepartmentName</a:t>
                      </a:r>
                    </a:p>
                  </a:txBody>
                  <a:tcPr/>
                </a:tc>
                <a:tc>
                  <a:txBody>
                    <a:bodyPr/>
                    <a:lstStyle/>
                    <a:p>
                      <a:r>
                        <a:rPr lang="en-US" dirty="0"/>
                        <a:t>TotalSalary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20,000</a:t>
                      </a:r>
                    </a:p>
                  </a:txBody>
                  <a:tcPr>
                    <a:solidFill>
                      <a:srgbClr val="00B050">
                        <a:alpha val="50000"/>
                      </a:srgbClr>
                    </a:solidFill>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30,000</a:t>
                      </a:r>
                    </a:p>
                  </a:txBody>
                  <a:tcPr>
                    <a:solidFill>
                      <a:srgbClr val="00B0F0">
                        <a:alpha val="50000"/>
                      </a:srgbClr>
                    </a:solidFill>
                  </a:tcPr>
                </a:tc>
                <a:extLst>
                  <a:ext uri="{0D108BD9-81ED-4DB2-BD59-A6C34878D82A}">
                    <a16:rowId xmlns:a16="http://schemas.microsoft.com/office/drawing/2014/main" val="412535321"/>
                  </a:ext>
                </a:extLst>
              </a:tr>
              <a:tr h="457200">
                <a:tc>
                  <a:txBody>
                    <a:bodyPr/>
                    <a:lstStyle/>
                    <a:p>
                      <a:r>
                        <a:rPr lang="en-US" dirty="0">
                          <a:solidFill>
                            <a:schemeClr val="tx1"/>
                          </a:solidFill>
                        </a:rPr>
                        <a:t>Software Support</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3347448364"/>
                  </a:ext>
                </a:extLst>
              </a:tr>
            </a:tbl>
          </a:graphicData>
        </a:graphic>
      </p:graphicFrame>
      <p:sp>
        <p:nvSpPr>
          <p:cNvPr id="7" name="Right Arrow 6"/>
          <p:cNvSpPr/>
          <p:nvPr/>
        </p:nvSpPr>
        <p:spPr>
          <a:xfrm rot="1884745">
            <a:off x="6603096" y="3217192"/>
            <a:ext cx="717577" cy="242987"/>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8" name="Right Arrow 7"/>
          <p:cNvSpPr/>
          <p:nvPr/>
        </p:nvSpPr>
        <p:spPr>
          <a:xfrm rot="20760233">
            <a:off x="6590876" y="4038128"/>
            <a:ext cx="717577" cy="242987"/>
          </a:xfrm>
          <a:prstGeom prst="rightArrow">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9" name="Right Arrow 8"/>
          <p:cNvSpPr/>
          <p:nvPr/>
        </p:nvSpPr>
        <p:spPr>
          <a:xfrm rot="19000881">
            <a:off x="6635728" y="4874697"/>
            <a:ext cx="717577" cy="242987"/>
          </a:xfrm>
          <a:prstGeom prst="rightArrow">
            <a:avLst/>
          </a:prstGeom>
          <a:solidFill>
            <a:srgbClr val="F3BE6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 name="TextBox 10">
            <a:extLst>
              <a:ext uri="{FF2B5EF4-FFF2-40B4-BE49-F238E27FC236}">
                <a16:creationId xmlns:a16="http://schemas.microsoft.com/office/drawing/2014/main" id="{75CBBB40-012C-4E77-847C-AEBF561C1C6B}"/>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6208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804362" y="3091159"/>
            <a:ext cx="10556816" cy="2187879"/>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3200" b="1" dirty="0">
                <a:solidFill>
                  <a:schemeClr val="tx2"/>
                </a:solidFill>
                <a:latin typeface="Consolas" panose="020B0609020204030204" pitchFamily="49" charset="0"/>
              </a:rPr>
              <a:t>SELECT</a:t>
            </a:r>
            <a:r>
              <a:rPr lang="en-US" sz="3200" dirty="0">
                <a:solidFill>
                  <a:schemeClr val="tx2"/>
                </a:solidFill>
                <a:latin typeface="Consolas" panose="020B0609020204030204" pitchFamily="49" charset="0"/>
              </a:rPr>
              <a:t> e.</a:t>
            </a:r>
            <a:r>
              <a:rPr lang="en-US" sz="3200" noProof="1">
                <a:solidFill>
                  <a:schemeClr val="tx2"/>
                </a:solidFill>
                <a:latin typeface="Consolas" panose="020B0609020204030204" pitchFamily="49" charset="0"/>
              </a:rPr>
              <a:t>DepartmentID</a:t>
            </a:r>
            <a:r>
              <a:rPr lang="en-US" sz="3200" dirty="0">
                <a:solidFill>
                  <a:schemeClr val="tx2"/>
                </a:solidFill>
                <a:latin typeface="Consolas" panose="020B0609020204030204" pitchFamily="49" charset="0"/>
              </a:rPr>
              <a:t>, </a:t>
            </a:r>
            <a:br>
              <a:rPr lang="en-US" sz="3200" dirty="0">
                <a:solidFill>
                  <a:schemeClr val="tx2"/>
                </a:solidFill>
                <a:latin typeface="Consolas" panose="020B0609020204030204" pitchFamily="49" charset="0"/>
              </a:rPr>
            </a:br>
            <a:r>
              <a:rPr lang="en-US" sz="3200" dirty="0">
                <a:solidFill>
                  <a:schemeClr val="tx2"/>
                </a:solidFill>
                <a:latin typeface="Consolas" panose="020B0609020204030204" pitchFamily="49" charset="0"/>
              </a:rPr>
              <a:t>  </a:t>
            </a:r>
            <a:r>
              <a:rPr lang="en-US" sz="3200" b="1" dirty="0">
                <a:solidFill>
                  <a:schemeClr val="tx2">
                    <a:lumMod val="75000"/>
                  </a:schemeClr>
                </a:solidFill>
                <a:latin typeface="Consolas" panose="020B0609020204030204" pitchFamily="49" charset="0"/>
              </a:rPr>
              <a:t>SUM</a:t>
            </a:r>
            <a:r>
              <a:rPr lang="en-US" sz="3200" dirty="0">
                <a:solidFill>
                  <a:schemeClr val="tx2"/>
                </a:solidFill>
                <a:latin typeface="Consolas" panose="020B0609020204030204" pitchFamily="49" charset="0"/>
              </a:rPr>
              <a:t>(e.Salary) </a:t>
            </a:r>
            <a:r>
              <a:rPr lang="en-US" sz="3200" b="1" dirty="0">
                <a:solidFill>
                  <a:schemeClr val="tx2"/>
                </a:solidFill>
                <a:latin typeface="Consolas" panose="020B0609020204030204" pitchFamily="49" charset="0"/>
              </a:rPr>
              <a:t>AS</a:t>
            </a:r>
            <a:r>
              <a:rPr lang="en-US" sz="3200" dirty="0">
                <a:solidFill>
                  <a:schemeClr val="tx2"/>
                </a:solidFill>
                <a:latin typeface="Consolas" panose="020B0609020204030204" pitchFamily="49" charset="0"/>
              </a:rPr>
              <a:t> 'TotalSalary'</a:t>
            </a:r>
          </a:p>
          <a:p>
            <a:r>
              <a:rPr lang="en-GB" sz="3200" b="1" dirty="0">
                <a:solidFill>
                  <a:schemeClr val="tx2"/>
                </a:solidFill>
                <a:latin typeface="Consolas" panose="020B0609020204030204" pitchFamily="49" charset="0"/>
              </a:rPr>
              <a:t>FROM</a:t>
            </a:r>
            <a:r>
              <a:rPr lang="en-GB" sz="3200" dirty="0">
                <a:solidFill>
                  <a:schemeClr val="tx2"/>
                </a:solidFill>
                <a:latin typeface="Consolas" panose="020B0609020204030204" pitchFamily="49" charset="0"/>
              </a:rPr>
              <a:t> Employees </a:t>
            </a:r>
            <a:r>
              <a:rPr lang="en-GB" sz="3200" b="1" dirty="0">
                <a:solidFill>
                  <a:schemeClr val="tx2"/>
                </a:solidFill>
                <a:latin typeface="Consolas" panose="020B0609020204030204" pitchFamily="49" charset="0"/>
              </a:rPr>
              <a:t>AS</a:t>
            </a:r>
            <a:r>
              <a:rPr lang="en-GB" sz="3200" dirty="0">
                <a:solidFill>
                  <a:schemeClr val="tx2"/>
                </a:solidFill>
                <a:latin typeface="Consolas" panose="020B0609020204030204" pitchFamily="49" charset="0"/>
              </a:rPr>
              <a:t> e</a:t>
            </a:r>
          </a:p>
          <a:p>
            <a:r>
              <a:rPr lang="en-GB" sz="3200" b="1" dirty="0">
                <a:solidFill>
                  <a:schemeClr val="tx2"/>
                </a:solidFill>
                <a:latin typeface="Consolas" panose="020B0609020204030204" pitchFamily="49" charset="0"/>
              </a:rPr>
              <a:t>GROUP</a:t>
            </a:r>
            <a:r>
              <a:rPr lang="en-GB" sz="3200" dirty="0">
                <a:solidFill>
                  <a:schemeClr val="tx2"/>
                </a:solidFill>
                <a:latin typeface="Consolas" panose="020B0609020204030204" pitchFamily="49" charset="0"/>
              </a:rPr>
              <a:t> </a:t>
            </a:r>
            <a:r>
              <a:rPr lang="en-GB" sz="3200" b="1" dirty="0">
                <a:solidFill>
                  <a:schemeClr val="tx2"/>
                </a:solidFill>
                <a:latin typeface="Consolas" panose="020B0609020204030204" pitchFamily="49" charset="0"/>
              </a:rPr>
              <a:t>BY</a:t>
            </a:r>
            <a:r>
              <a:rPr lang="en-GB" sz="3200" dirty="0">
                <a:solidFill>
                  <a:schemeClr val="tx2"/>
                </a:solidFill>
                <a:latin typeface="Consolas" panose="020B0609020204030204" pitchFamily="49" charset="0"/>
              </a:rPr>
              <a:t> </a:t>
            </a:r>
            <a:r>
              <a:rPr lang="en-US" sz="3200" dirty="0">
                <a:solidFill>
                  <a:schemeClr val="tx2"/>
                </a:solidFill>
                <a:latin typeface="Consolas" panose="020B0609020204030204" pitchFamily="49" charset="0"/>
              </a:rPr>
              <a:t>e.</a:t>
            </a:r>
            <a:r>
              <a:rPr lang="en-US" sz="3200" noProof="1">
                <a:solidFill>
                  <a:schemeClr val="tx2"/>
                </a:solidFill>
                <a:latin typeface="Consolas" panose="020B0609020204030204" pitchFamily="49" charset="0"/>
              </a:rPr>
              <a:t>DepartmentID</a:t>
            </a:r>
          </a:p>
        </p:txBody>
      </p:sp>
      <p:sp>
        <p:nvSpPr>
          <p:cNvPr id="8" name="AutoShape 7"/>
          <p:cNvSpPr>
            <a:spLocks noChangeArrowheads="1"/>
          </p:cNvSpPr>
          <p:nvPr/>
        </p:nvSpPr>
        <p:spPr bwMode="auto">
          <a:xfrm>
            <a:off x="3862834" y="1981200"/>
            <a:ext cx="2229557" cy="953805"/>
          </a:xfrm>
          <a:prstGeom prst="wedgeRoundRectCallout">
            <a:avLst>
              <a:gd name="adj1" fmla="val -38294"/>
              <a:gd name="adj2" fmla="val 89375"/>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a:t>
            </a:r>
          </a:p>
        </p:txBody>
      </p:sp>
      <p:sp>
        <p:nvSpPr>
          <p:cNvPr id="12" name="AutoShape 7"/>
          <p:cNvSpPr>
            <a:spLocks noChangeArrowheads="1"/>
          </p:cNvSpPr>
          <p:nvPr/>
        </p:nvSpPr>
        <p:spPr bwMode="auto">
          <a:xfrm>
            <a:off x="4265612" y="5523195"/>
            <a:ext cx="2229557" cy="953805"/>
          </a:xfrm>
          <a:prstGeom prst="wedgeRoundRectCallout">
            <a:avLst>
              <a:gd name="adj1" fmla="val -36270"/>
              <a:gd name="adj2" fmla="val -86560"/>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Columns</a:t>
            </a:r>
          </a:p>
        </p:txBody>
      </p:sp>
      <p:sp>
        <p:nvSpPr>
          <p:cNvPr id="11" name="AutoShape 7"/>
          <p:cNvSpPr>
            <a:spLocks noChangeArrowheads="1"/>
          </p:cNvSpPr>
          <p:nvPr/>
        </p:nvSpPr>
        <p:spPr bwMode="auto">
          <a:xfrm>
            <a:off x="5865812" y="4158690"/>
            <a:ext cx="2971800" cy="520807"/>
          </a:xfrm>
          <a:prstGeom prst="wedgeRoundRectCallout">
            <a:avLst>
              <a:gd name="adj1" fmla="val -62484"/>
              <a:gd name="adj2" fmla="val 10983"/>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Table Alias</a:t>
            </a:r>
          </a:p>
        </p:txBody>
      </p:sp>
      <p:sp>
        <p:nvSpPr>
          <p:cNvPr id="13" name="AutoShape 7"/>
          <p:cNvSpPr>
            <a:spLocks noChangeArrowheads="1"/>
          </p:cNvSpPr>
          <p:nvPr/>
        </p:nvSpPr>
        <p:spPr bwMode="auto">
          <a:xfrm>
            <a:off x="7847012" y="3051465"/>
            <a:ext cx="2971800" cy="558485"/>
          </a:xfrm>
          <a:prstGeom prst="wedgeRoundRectCallout">
            <a:avLst>
              <a:gd name="adj1" fmla="val -59226"/>
              <a:gd name="adj2" fmla="val 44887"/>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New Column Alias</a:t>
            </a:r>
          </a:p>
        </p:txBody>
      </p:sp>
      <p:sp>
        <p:nvSpPr>
          <p:cNvPr id="15" name="TextBox 14">
            <a:extLst>
              <a:ext uri="{FF2B5EF4-FFF2-40B4-BE49-F238E27FC236}">
                <a16:creationId xmlns:a16="http://schemas.microsoft.com/office/drawing/2014/main" id="{065F7421-A30F-41D2-A4D3-28988EEE74DA}"/>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
        <p:nvSpPr>
          <p:cNvPr id="16" name="Content Placeholder 2">
            <a:extLst>
              <a:ext uri="{FF2B5EF4-FFF2-40B4-BE49-F238E27FC236}">
                <a16:creationId xmlns:a16="http://schemas.microsoft.com/office/drawing/2014/main" id="{67E26D29-3A09-4C98-B3B7-86234B2664D7}"/>
              </a:ext>
            </a:extLst>
          </p:cNvPr>
          <p:cNvSpPr txBox="1">
            <a:spLocks/>
          </p:cNvSpPr>
          <p:nvPr/>
        </p:nvSpPr>
        <p:spPr>
          <a:xfrm>
            <a:off x="804902" y="1049779"/>
            <a:ext cx="10512862" cy="4351338"/>
          </a:xfrm>
          <a:prstGeom prst="rect">
            <a:avLst/>
          </a:prstGeom>
        </p:spPr>
        <p:txBody>
          <a:bodyPr vert="horz" lIns="91440" tIns="45720" rIns="91440" bIns="45720" rtlCol="0">
            <a:norm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00000"/>
              </a:lnSpc>
            </a:pPr>
            <a:r>
              <a:rPr lang="en-US" sz="2800" b="1" dirty="0">
                <a:solidFill>
                  <a:schemeClr val="accent1"/>
                </a:solidFill>
                <a:latin typeface="Segoe UI" panose="020B0502040204020203" pitchFamily="34" charset="0"/>
                <a:cs typeface="Segoe UI" panose="020B0502040204020203" pitchFamily="34" charset="0"/>
              </a:rPr>
              <a:t>SUM</a:t>
            </a:r>
            <a:r>
              <a:rPr lang="en-US" sz="2800" dirty="0">
                <a:latin typeface="Segoe UI" panose="020B0502040204020203" pitchFamily="34" charset="0"/>
                <a:cs typeface="Segoe UI" panose="020B0502040204020203" pitchFamily="34" charset="0"/>
              </a:rPr>
              <a:t> syntax</a:t>
            </a:r>
          </a:p>
          <a:p>
            <a:pPr lvl="1">
              <a:lnSpc>
                <a:spcPct val="100000"/>
              </a:lnSpc>
            </a:pPr>
            <a:r>
              <a:rPr lang="en-US" sz="2400" noProof="1"/>
              <a:t>Noted: If any department has no salaries NULL will be displayed.</a:t>
            </a:r>
            <a:r>
              <a:rPr lang="en-US" sz="2400" dirty="0">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6625236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1"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a:spLocks noGrp="1"/>
          </p:cNvSpPr>
          <p:nvPr>
            <p:ph idx="1"/>
          </p:nvPr>
        </p:nvSpPr>
        <p:spPr>
          <a:xfrm>
            <a:off x="303212" y="1044737"/>
            <a:ext cx="11314199" cy="5036955"/>
          </a:xfrm>
        </p:spPr>
        <p:txBody>
          <a:bodyPr>
            <a:normAutofit/>
          </a:bodyPr>
          <a:lstStyle/>
          <a:p>
            <a:pPr>
              <a:lnSpc>
                <a:spcPct val="100000"/>
              </a:lnSpc>
            </a:pPr>
            <a:r>
              <a:rPr lang="en-US" sz="2800" b="1" dirty="0">
                <a:solidFill>
                  <a:schemeClr val="accent1"/>
                </a:solidFill>
                <a:latin typeface="Segoe UI" panose="020B0502040204020203" pitchFamily="34" charset="0"/>
                <a:cs typeface="Segoe UI" panose="020B0502040204020203" pitchFamily="34" charset="0"/>
              </a:rPr>
              <a:t>MAX</a:t>
            </a:r>
            <a:r>
              <a:rPr lang="en-US" sz="2800" b="1" dirty="0">
                <a:latin typeface="Segoe UI" panose="020B0502040204020203" pitchFamily="34" charset="0"/>
                <a:cs typeface="Segoe UI" panose="020B0502040204020203" pitchFamily="34" charset="0"/>
              </a:rPr>
              <a:t> -</a:t>
            </a:r>
            <a:r>
              <a:rPr lang="en-US" sz="2800" dirty="0">
                <a:latin typeface="Segoe UI" panose="020B0502040204020203" pitchFamily="34" charset="0"/>
                <a:cs typeface="Segoe UI" panose="020B0502040204020203" pitchFamily="34" charset="0"/>
              </a:rPr>
              <a:t> takes the maximum value in a column.</a:t>
            </a:r>
          </a:p>
        </p:txBody>
      </p:sp>
      <p:graphicFrame>
        <p:nvGraphicFramePr>
          <p:cNvPr id="4" name="Table 3"/>
          <p:cNvGraphicFramePr>
            <a:graphicFrameLocks noGrp="1"/>
          </p:cNvGraphicFramePr>
          <p:nvPr>
            <p:extLst>
              <p:ext uri="{D42A27DB-BD31-4B8C-83A1-F6EECF244321}">
                <p14:modId xmlns:p14="http://schemas.microsoft.com/office/powerpoint/2010/main" val="1548661496"/>
              </p:ext>
            </p:extLst>
          </p:nvPr>
        </p:nvGraphicFramePr>
        <p:xfrm>
          <a:off x="389146" y="1981200"/>
          <a:ext cx="6095999" cy="3200400"/>
        </p:xfrm>
        <a:graphic>
          <a:graphicData uri="http://schemas.openxmlformats.org/drawingml/2006/table">
            <a:tbl>
              <a:tblPr firstRow="1" bandRow="1">
                <a:tableStyleId>{7DF18680-E054-41AD-8BC1-D1AEF772440D}</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t>Employee</a:t>
                      </a:r>
                    </a:p>
                  </a:txBody>
                  <a:tcPr/>
                </a:tc>
                <a:tc>
                  <a:txBody>
                    <a:bodyPr/>
                    <a:lstStyle/>
                    <a:p>
                      <a:r>
                        <a:rPr lang="en-US" dirty="0"/>
                        <a:t>DepartmentName</a:t>
                      </a:r>
                    </a:p>
                  </a:txBody>
                  <a:tcPr/>
                </a:tc>
                <a:tc>
                  <a:txBody>
                    <a:bodyPr/>
                    <a:lstStyle/>
                    <a:p>
                      <a:r>
                        <a:rPr lang="en-US" dirty="0"/>
                        <a:t>Salary</a:t>
                      </a:r>
                    </a:p>
                  </a:txBody>
                  <a:tcPr/>
                </a:tc>
                <a:extLst>
                  <a:ext uri="{0D108BD9-81ED-4DB2-BD59-A6C34878D82A}">
                    <a16:rowId xmlns:a16="http://schemas.microsoft.com/office/drawing/2014/main" val="247495740"/>
                  </a:ext>
                </a:extLst>
              </a:tr>
              <a:tr h="457200">
                <a:tc>
                  <a:txBody>
                    <a:bodyPr/>
                    <a:lstStyle/>
                    <a:p>
                      <a:r>
                        <a:rPr lang="en-US" dirty="0">
                          <a:solidFill>
                            <a:schemeClr val="tx1"/>
                          </a:solidFill>
                        </a:rPr>
                        <a:t>Adam</a:t>
                      </a:r>
                    </a:p>
                  </a:txBody>
                  <a:tcPr>
                    <a:solidFill>
                      <a:srgbClr val="00B050">
                        <a:alpha val="50000"/>
                      </a:srgbClr>
                    </a:solidFill>
                  </a:tcPr>
                </a:tc>
                <a:tc>
                  <a:txBody>
                    <a:bodyPr/>
                    <a:lstStyle/>
                    <a:p>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5,000</a:t>
                      </a:r>
                    </a:p>
                  </a:txBody>
                  <a:tcPr>
                    <a:solidFill>
                      <a:srgbClr val="00B050">
                        <a:alpha val="50000"/>
                      </a:srgbClr>
                    </a:solidFill>
                  </a:tcPr>
                </a:tc>
                <a:extLst>
                  <a:ext uri="{0D108BD9-81ED-4DB2-BD59-A6C34878D82A}">
                    <a16:rowId xmlns:a16="http://schemas.microsoft.com/office/drawing/2014/main" val="3609066432"/>
                  </a:ext>
                </a:extLst>
              </a:tr>
              <a:tr h="457200">
                <a:tc>
                  <a:txBody>
                    <a:bodyPr/>
                    <a:lstStyle/>
                    <a:p>
                      <a:r>
                        <a:rPr lang="en-US" dirty="0">
                          <a:solidFill>
                            <a:schemeClr val="tx1"/>
                          </a:solidFill>
                        </a:rPr>
                        <a:t>John</a:t>
                      </a:r>
                    </a:p>
                  </a:txBody>
                  <a:tcPr>
                    <a:solidFill>
                      <a:srgbClr val="00B05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15,000</a:t>
                      </a:r>
                    </a:p>
                  </a:txBody>
                  <a:tcPr>
                    <a:solidFill>
                      <a:srgbClr val="00B050">
                        <a:alpha val="50000"/>
                      </a:srgbClr>
                    </a:solidFill>
                  </a:tcPr>
                </a:tc>
                <a:extLst>
                  <a:ext uri="{0D108BD9-81ED-4DB2-BD59-A6C34878D82A}">
                    <a16:rowId xmlns:a16="http://schemas.microsoft.com/office/drawing/2014/main" val="1287682195"/>
                  </a:ext>
                </a:extLst>
              </a:tr>
              <a:tr h="457200">
                <a:tc>
                  <a:txBody>
                    <a:bodyPr/>
                    <a:lstStyle/>
                    <a:p>
                      <a:r>
                        <a:rPr lang="en-US" dirty="0">
                          <a:solidFill>
                            <a:schemeClr val="tx1"/>
                          </a:solidFill>
                        </a:rPr>
                        <a:t>Jane</a:t>
                      </a:r>
                    </a:p>
                  </a:txBody>
                  <a:tcPr>
                    <a:solidFill>
                      <a:srgbClr val="00B0F0">
                        <a:alpha val="50000"/>
                      </a:srgbClr>
                    </a:solidFill>
                  </a:tcPr>
                </a:tc>
                <a:tc>
                  <a:txBody>
                    <a:bodyPr/>
                    <a:lstStyle/>
                    <a:p>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10,000</a:t>
                      </a:r>
                    </a:p>
                  </a:txBody>
                  <a:tcPr>
                    <a:solidFill>
                      <a:srgbClr val="00B0F0">
                        <a:alpha val="50000"/>
                      </a:srgbClr>
                    </a:solidFill>
                  </a:tcPr>
                </a:tc>
                <a:extLst>
                  <a:ext uri="{0D108BD9-81ED-4DB2-BD59-A6C34878D82A}">
                    <a16:rowId xmlns:a16="http://schemas.microsoft.com/office/drawing/2014/main" val="1053813033"/>
                  </a:ext>
                </a:extLst>
              </a:tr>
              <a:tr h="457200">
                <a:tc>
                  <a:txBody>
                    <a:bodyPr/>
                    <a:lstStyle/>
                    <a:p>
                      <a:r>
                        <a:rPr lang="en-US" dirty="0">
                          <a:solidFill>
                            <a:schemeClr val="tx1"/>
                          </a:solidFill>
                        </a:rPr>
                        <a:t>George</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15,000</a:t>
                      </a:r>
                    </a:p>
                  </a:txBody>
                  <a:tcPr>
                    <a:solidFill>
                      <a:srgbClr val="00B0F0">
                        <a:alpha val="50000"/>
                      </a:srgbClr>
                    </a:solidFill>
                  </a:tcPr>
                </a:tc>
                <a:extLst>
                  <a:ext uri="{0D108BD9-81ED-4DB2-BD59-A6C34878D82A}">
                    <a16:rowId xmlns:a16="http://schemas.microsoft.com/office/drawing/2014/main" val="2640231826"/>
                  </a:ext>
                </a:extLst>
              </a:tr>
              <a:tr h="457200">
                <a:tc>
                  <a:txBody>
                    <a:bodyPr/>
                    <a:lstStyle/>
                    <a:p>
                      <a:r>
                        <a:rPr lang="en-US" dirty="0">
                          <a:solidFill>
                            <a:schemeClr val="tx1"/>
                          </a:solidFill>
                        </a:rPr>
                        <a:t>Lila</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5,000</a:t>
                      </a:r>
                    </a:p>
                  </a:txBody>
                  <a:tcPr>
                    <a:solidFill>
                      <a:srgbClr val="00B0F0">
                        <a:alpha val="50000"/>
                      </a:srgbClr>
                    </a:solidFill>
                  </a:tcPr>
                </a:tc>
                <a:extLst>
                  <a:ext uri="{0D108BD9-81ED-4DB2-BD59-A6C34878D82A}">
                    <a16:rowId xmlns:a16="http://schemas.microsoft.com/office/drawing/2014/main" val="1267294716"/>
                  </a:ext>
                </a:extLst>
              </a:tr>
              <a:tr h="457200">
                <a:tc>
                  <a:txBody>
                    <a:bodyPr/>
                    <a:lstStyle/>
                    <a:p>
                      <a:r>
                        <a:rPr lang="en-US" dirty="0">
                          <a:solidFill>
                            <a:schemeClr val="tx1"/>
                          </a:solidFill>
                        </a:rPr>
                        <a:t>Fred</a:t>
                      </a:r>
                    </a:p>
                  </a:txBody>
                  <a:tcPr>
                    <a:solidFill>
                      <a:srgbClr val="F3BE6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Software Support</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93484896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27679834"/>
              </p:ext>
            </p:extLst>
          </p:nvPr>
        </p:nvGraphicFramePr>
        <p:xfrm>
          <a:off x="7523357" y="2667000"/>
          <a:ext cx="4267200" cy="1828800"/>
        </p:xfrm>
        <a:graphic>
          <a:graphicData uri="http://schemas.openxmlformats.org/drawingml/2006/table">
            <a:tbl>
              <a:tblPr firstRow="1" bandRow="1">
                <a:tableStyleId>{7DF18680-E054-41AD-8BC1-D1AEF772440D}</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t>DepartmentName</a:t>
                      </a:r>
                    </a:p>
                  </a:txBody>
                  <a:tcPr/>
                </a:tc>
                <a:tc>
                  <a:txBody>
                    <a:bodyPr/>
                    <a:lstStyle/>
                    <a:p>
                      <a:r>
                        <a:rPr lang="en-US" dirty="0"/>
                        <a:t>MaxSalary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bg-BG" dirty="0">
                          <a:solidFill>
                            <a:schemeClr val="tx1"/>
                          </a:solidFill>
                        </a:rPr>
                        <a:t>15,000</a:t>
                      </a:r>
                      <a:endParaRPr lang="en-US" dirty="0">
                        <a:solidFill>
                          <a:schemeClr val="tx1"/>
                        </a:solidFill>
                      </a:endParaRPr>
                    </a:p>
                  </a:txBody>
                  <a:tcPr>
                    <a:solidFill>
                      <a:srgbClr val="00B050">
                        <a:alpha val="50000"/>
                      </a:srgbClr>
                    </a:solidFill>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bg-BG" dirty="0">
                          <a:solidFill>
                            <a:schemeClr val="tx1"/>
                          </a:solidFill>
                        </a:rPr>
                        <a:t>15,000</a:t>
                      </a:r>
                      <a:endParaRPr lang="en-US" dirty="0">
                        <a:solidFill>
                          <a:schemeClr val="tx1"/>
                        </a:solidFill>
                      </a:endParaRPr>
                    </a:p>
                  </a:txBody>
                  <a:tcPr>
                    <a:solidFill>
                      <a:srgbClr val="00B0F0">
                        <a:alpha val="50000"/>
                      </a:srgbClr>
                    </a:solidFill>
                  </a:tcPr>
                </a:tc>
                <a:extLst>
                  <a:ext uri="{0D108BD9-81ED-4DB2-BD59-A6C34878D82A}">
                    <a16:rowId xmlns:a16="http://schemas.microsoft.com/office/drawing/2014/main" val="412535321"/>
                  </a:ext>
                </a:extLst>
              </a:tr>
              <a:tr h="457200">
                <a:tc>
                  <a:txBody>
                    <a:bodyPr/>
                    <a:lstStyle/>
                    <a:p>
                      <a:r>
                        <a:rPr lang="en-US" dirty="0">
                          <a:solidFill>
                            <a:schemeClr val="tx1"/>
                          </a:solidFill>
                        </a:rPr>
                        <a:t>Software Support</a:t>
                      </a:r>
                    </a:p>
                  </a:txBody>
                  <a:tcPr>
                    <a:solidFill>
                      <a:srgbClr val="F3BE60">
                        <a:alpha val="50000"/>
                      </a:srgbClr>
                    </a:solidFill>
                  </a:tcPr>
                </a:tc>
                <a:tc>
                  <a:txBody>
                    <a:bodyPr/>
                    <a:lstStyle/>
                    <a:p>
                      <a:r>
                        <a:rPr lang="bg-BG" dirty="0">
                          <a:solidFill>
                            <a:schemeClr val="tx1"/>
                          </a:solidFill>
                        </a:rPr>
                        <a:t>15,000</a:t>
                      </a:r>
                      <a:endParaRPr lang="en-US" dirty="0">
                        <a:solidFill>
                          <a:schemeClr val="tx1"/>
                        </a:solidFill>
                      </a:endParaRPr>
                    </a:p>
                  </a:txBody>
                  <a:tcPr>
                    <a:solidFill>
                      <a:srgbClr val="F3BE60">
                        <a:alpha val="50000"/>
                      </a:srgbClr>
                    </a:solidFill>
                  </a:tcPr>
                </a:tc>
                <a:extLst>
                  <a:ext uri="{0D108BD9-81ED-4DB2-BD59-A6C34878D82A}">
                    <a16:rowId xmlns:a16="http://schemas.microsoft.com/office/drawing/2014/main" val="3347448364"/>
                  </a:ext>
                </a:extLst>
              </a:tr>
            </a:tbl>
          </a:graphicData>
        </a:graphic>
      </p:graphicFrame>
      <p:sp>
        <p:nvSpPr>
          <p:cNvPr id="7" name="Right Arrow 6"/>
          <p:cNvSpPr/>
          <p:nvPr/>
        </p:nvSpPr>
        <p:spPr>
          <a:xfrm rot="1884745">
            <a:off x="6612830" y="2988592"/>
            <a:ext cx="717577" cy="242987"/>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8" name="Right Arrow 7"/>
          <p:cNvSpPr/>
          <p:nvPr/>
        </p:nvSpPr>
        <p:spPr>
          <a:xfrm rot="20185644">
            <a:off x="6600610" y="3809528"/>
            <a:ext cx="717577" cy="242987"/>
          </a:xfrm>
          <a:prstGeom prst="rightArrow">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9" name="Right Arrow 8"/>
          <p:cNvSpPr/>
          <p:nvPr/>
        </p:nvSpPr>
        <p:spPr>
          <a:xfrm rot="19000881">
            <a:off x="6645462" y="4646097"/>
            <a:ext cx="717577" cy="242987"/>
          </a:xfrm>
          <a:prstGeom prst="rightArrow">
            <a:avLst/>
          </a:prstGeom>
          <a:solidFill>
            <a:srgbClr val="F3BE6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 name="TextBox 10">
            <a:extLst>
              <a:ext uri="{FF2B5EF4-FFF2-40B4-BE49-F238E27FC236}">
                <a16:creationId xmlns:a16="http://schemas.microsoft.com/office/drawing/2014/main" id="{73FDD7C2-C5C1-4536-9AEB-97FD9CD15109}"/>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07755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804362" y="3310976"/>
            <a:ext cx="10556816" cy="2187879"/>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3200" b="1" dirty="0">
                <a:solidFill>
                  <a:schemeClr val="tx2"/>
                </a:solidFill>
                <a:latin typeface="Consolas" panose="020B0609020204030204" pitchFamily="49" charset="0"/>
              </a:rPr>
              <a:t>SELECT</a:t>
            </a:r>
            <a:r>
              <a:rPr lang="en-US" sz="3200" dirty="0">
                <a:solidFill>
                  <a:schemeClr val="tx2"/>
                </a:solidFill>
                <a:latin typeface="Consolas" panose="020B0609020204030204" pitchFamily="49" charset="0"/>
              </a:rPr>
              <a:t> </a:t>
            </a:r>
            <a:r>
              <a:rPr lang="en-US" sz="3200" noProof="1">
                <a:solidFill>
                  <a:schemeClr val="tx2"/>
                </a:solidFill>
                <a:latin typeface="Consolas" panose="020B0609020204030204" pitchFamily="49" charset="0"/>
              </a:rPr>
              <a:t>e.DepartmentID</a:t>
            </a:r>
            <a:r>
              <a:rPr lang="en-US" sz="3200" dirty="0">
                <a:solidFill>
                  <a:schemeClr val="tx2"/>
                </a:solidFill>
                <a:latin typeface="Consolas" panose="020B0609020204030204" pitchFamily="49" charset="0"/>
              </a:rPr>
              <a:t>,</a:t>
            </a:r>
            <a:br>
              <a:rPr lang="en-US" sz="3200" dirty="0">
                <a:solidFill>
                  <a:schemeClr val="tx2"/>
                </a:solidFill>
                <a:latin typeface="Consolas" panose="020B0609020204030204" pitchFamily="49" charset="0"/>
              </a:rPr>
            </a:br>
            <a:r>
              <a:rPr lang="en-US" sz="3200" dirty="0">
                <a:solidFill>
                  <a:schemeClr val="tx2"/>
                </a:solidFill>
                <a:latin typeface="Consolas" panose="020B0609020204030204" pitchFamily="49" charset="0"/>
              </a:rPr>
              <a:t>  </a:t>
            </a:r>
            <a:r>
              <a:rPr lang="en-US" sz="3200" b="1" dirty="0">
                <a:solidFill>
                  <a:schemeClr val="tx2">
                    <a:lumMod val="75000"/>
                  </a:schemeClr>
                </a:solidFill>
                <a:latin typeface="Consolas" panose="020B0609020204030204" pitchFamily="49" charset="0"/>
              </a:rPr>
              <a:t>MAX</a:t>
            </a:r>
            <a:r>
              <a:rPr lang="en-US" sz="3200" dirty="0">
                <a:solidFill>
                  <a:schemeClr val="tx2"/>
                </a:solidFill>
                <a:latin typeface="Consolas" panose="020B0609020204030204" pitchFamily="49" charset="0"/>
              </a:rPr>
              <a:t>(e.Salary) </a:t>
            </a:r>
            <a:r>
              <a:rPr lang="en-US" sz="3200" b="1" dirty="0">
                <a:solidFill>
                  <a:schemeClr val="tx2"/>
                </a:solidFill>
                <a:latin typeface="Consolas" panose="020B0609020204030204" pitchFamily="49" charset="0"/>
              </a:rPr>
              <a:t>AS</a:t>
            </a:r>
            <a:r>
              <a:rPr lang="en-US" sz="3200" dirty="0">
                <a:solidFill>
                  <a:schemeClr val="tx2"/>
                </a:solidFill>
                <a:latin typeface="Consolas" panose="020B0609020204030204" pitchFamily="49" charset="0"/>
              </a:rPr>
              <a:t> 'MaxSalary'</a:t>
            </a:r>
          </a:p>
          <a:p>
            <a:r>
              <a:rPr lang="en-GB" sz="3200" b="1" dirty="0">
                <a:solidFill>
                  <a:schemeClr val="tx2"/>
                </a:solidFill>
                <a:latin typeface="Consolas" panose="020B0609020204030204" pitchFamily="49" charset="0"/>
              </a:rPr>
              <a:t>FROM</a:t>
            </a:r>
            <a:r>
              <a:rPr lang="en-GB" sz="3200" dirty="0">
                <a:solidFill>
                  <a:schemeClr val="tx2"/>
                </a:solidFill>
                <a:latin typeface="Consolas" panose="020B0609020204030204" pitchFamily="49" charset="0"/>
              </a:rPr>
              <a:t> Employees </a:t>
            </a:r>
            <a:r>
              <a:rPr lang="en-GB" sz="3200" b="1" dirty="0">
                <a:solidFill>
                  <a:schemeClr val="tx2"/>
                </a:solidFill>
                <a:latin typeface="Consolas" panose="020B0609020204030204" pitchFamily="49" charset="0"/>
              </a:rPr>
              <a:t>AS</a:t>
            </a:r>
            <a:r>
              <a:rPr lang="en-GB" sz="3200" dirty="0">
                <a:solidFill>
                  <a:schemeClr val="tx2"/>
                </a:solidFill>
                <a:latin typeface="Consolas" panose="020B0609020204030204" pitchFamily="49" charset="0"/>
              </a:rPr>
              <a:t> e</a:t>
            </a:r>
          </a:p>
          <a:p>
            <a:r>
              <a:rPr lang="en-GB" sz="3200" b="1" dirty="0">
                <a:solidFill>
                  <a:schemeClr val="tx2"/>
                </a:solidFill>
                <a:latin typeface="Consolas" panose="020B0609020204030204" pitchFamily="49" charset="0"/>
              </a:rPr>
              <a:t> GROUP</a:t>
            </a:r>
            <a:r>
              <a:rPr lang="en-GB" sz="3200" dirty="0">
                <a:solidFill>
                  <a:schemeClr val="tx2"/>
                </a:solidFill>
                <a:latin typeface="Consolas" panose="020B0609020204030204" pitchFamily="49" charset="0"/>
              </a:rPr>
              <a:t> </a:t>
            </a:r>
            <a:r>
              <a:rPr lang="en-GB" sz="3200" b="1" dirty="0">
                <a:solidFill>
                  <a:schemeClr val="tx2"/>
                </a:solidFill>
                <a:latin typeface="Consolas" panose="020B0609020204030204" pitchFamily="49" charset="0"/>
              </a:rPr>
              <a:t>BY</a:t>
            </a:r>
            <a:r>
              <a:rPr lang="en-GB" sz="3200" dirty="0">
                <a:solidFill>
                  <a:schemeClr val="tx2"/>
                </a:solidFill>
                <a:latin typeface="Consolas" panose="020B0609020204030204" pitchFamily="49" charset="0"/>
              </a:rPr>
              <a:t> e.</a:t>
            </a:r>
            <a:r>
              <a:rPr lang="en-GB" sz="3200" noProof="1">
                <a:solidFill>
                  <a:schemeClr val="tx2"/>
                </a:solidFill>
                <a:latin typeface="Consolas" panose="020B0609020204030204" pitchFamily="49" charset="0"/>
              </a:rPr>
              <a:t>DepartmentID</a:t>
            </a:r>
          </a:p>
        </p:txBody>
      </p:sp>
      <p:sp>
        <p:nvSpPr>
          <p:cNvPr id="8" name="AutoShape 7"/>
          <p:cNvSpPr>
            <a:spLocks noChangeArrowheads="1"/>
          </p:cNvSpPr>
          <p:nvPr/>
        </p:nvSpPr>
        <p:spPr bwMode="auto">
          <a:xfrm>
            <a:off x="4494212" y="2048632"/>
            <a:ext cx="2229557" cy="953805"/>
          </a:xfrm>
          <a:prstGeom prst="wedgeRoundRectCallout">
            <a:avLst>
              <a:gd name="adj1" fmla="val -50445"/>
              <a:gd name="adj2" fmla="val 101802"/>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a:t>
            </a:r>
          </a:p>
        </p:txBody>
      </p:sp>
      <p:sp>
        <p:nvSpPr>
          <p:cNvPr id="12" name="AutoShape 7"/>
          <p:cNvSpPr>
            <a:spLocks noChangeArrowheads="1"/>
          </p:cNvSpPr>
          <p:nvPr/>
        </p:nvSpPr>
        <p:spPr bwMode="auto">
          <a:xfrm>
            <a:off x="4799012" y="5523195"/>
            <a:ext cx="2229557" cy="953805"/>
          </a:xfrm>
          <a:prstGeom prst="wedgeRoundRectCallout">
            <a:avLst>
              <a:gd name="adj1" fmla="val -37789"/>
              <a:gd name="adj2" fmla="val -75908"/>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Columns</a:t>
            </a:r>
          </a:p>
        </p:txBody>
      </p:sp>
      <p:sp>
        <p:nvSpPr>
          <p:cNvPr id="11" name="AutoShape 7"/>
          <p:cNvSpPr>
            <a:spLocks noChangeArrowheads="1"/>
          </p:cNvSpPr>
          <p:nvPr/>
        </p:nvSpPr>
        <p:spPr bwMode="auto">
          <a:xfrm>
            <a:off x="6361112" y="4404915"/>
            <a:ext cx="2971800" cy="520807"/>
          </a:xfrm>
          <a:prstGeom prst="wedgeRoundRectCallout">
            <a:avLst>
              <a:gd name="adj1" fmla="val -65903"/>
              <a:gd name="adj2" fmla="val 10983"/>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Table Alias</a:t>
            </a:r>
          </a:p>
        </p:txBody>
      </p:sp>
      <p:sp>
        <p:nvSpPr>
          <p:cNvPr id="13" name="AutoShape 7"/>
          <p:cNvSpPr>
            <a:spLocks noChangeArrowheads="1"/>
          </p:cNvSpPr>
          <p:nvPr/>
        </p:nvSpPr>
        <p:spPr bwMode="auto">
          <a:xfrm>
            <a:off x="7847012" y="3310976"/>
            <a:ext cx="2971800" cy="558485"/>
          </a:xfrm>
          <a:prstGeom prst="wedgeRoundRectCallout">
            <a:avLst>
              <a:gd name="adj1" fmla="val -51819"/>
              <a:gd name="adj2" fmla="val 81272"/>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New Column Alias</a:t>
            </a:r>
          </a:p>
        </p:txBody>
      </p:sp>
      <p:sp>
        <p:nvSpPr>
          <p:cNvPr id="9" name="TextBox 8">
            <a:extLst>
              <a:ext uri="{FF2B5EF4-FFF2-40B4-BE49-F238E27FC236}">
                <a16:creationId xmlns:a16="http://schemas.microsoft.com/office/drawing/2014/main" id="{BF2759C7-63CF-4E0A-96AD-6B2F15298EAA}"/>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
        <p:nvSpPr>
          <p:cNvPr id="14" name="Content Placeholder 2">
            <a:extLst>
              <a:ext uri="{FF2B5EF4-FFF2-40B4-BE49-F238E27FC236}">
                <a16:creationId xmlns:a16="http://schemas.microsoft.com/office/drawing/2014/main" id="{C21BD418-233A-42E6-9416-C40FB2D7AE3F}"/>
              </a:ext>
            </a:extLst>
          </p:cNvPr>
          <p:cNvSpPr>
            <a:spLocks noGrp="1"/>
          </p:cNvSpPr>
          <p:nvPr>
            <p:ph idx="1"/>
          </p:nvPr>
        </p:nvSpPr>
        <p:spPr>
          <a:xfrm>
            <a:off x="837981" y="1253331"/>
            <a:ext cx="10512862" cy="4351338"/>
          </a:xfrm>
        </p:spPr>
        <p:txBody>
          <a:bodyPr>
            <a:normAutofit/>
          </a:bodyPr>
          <a:lstStyle/>
          <a:p>
            <a:pPr marL="0" indent="0">
              <a:lnSpc>
                <a:spcPct val="100000"/>
              </a:lnSpc>
              <a:buNone/>
            </a:pPr>
            <a:r>
              <a:rPr lang="en-US" sz="2800" b="1" dirty="0">
                <a:solidFill>
                  <a:schemeClr val="accent1"/>
                </a:solidFill>
                <a:latin typeface="Segoe UI" panose="020B0502040204020203" pitchFamily="34" charset="0"/>
                <a:cs typeface="Segoe UI" panose="020B0502040204020203" pitchFamily="34" charset="0"/>
              </a:rPr>
              <a:t>MAX</a:t>
            </a:r>
            <a:r>
              <a:rPr lang="en-US" sz="2800" dirty="0">
                <a:latin typeface="Segoe UI" panose="020B0502040204020203" pitchFamily="34" charset="0"/>
                <a:cs typeface="Segoe UI" panose="020B0502040204020203" pitchFamily="34" charset="0"/>
              </a:rPr>
              <a:t> syntax</a:t>
            </a:r>
          </a:p>
        </p:txBody>
      </p:sp>
    </p:spTree>
    <p:extLst>
      <p:ext uri="{BB962C8B-B14F-4D97-AF65-F5344CB8AC3E}">
        <p14:creationId xmlns:p14="http://schemas.microsoft.com/office/powerpoint/2010/main" val="31794720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1"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837981" y="1253331"/>
            <a:ext cx="10512862" cy="4351338"/>
          </a:xfrm>
        </p:spPr>
        <p:txBody>
          <a:bodyPr>
            <a:normAutofit/>
          </a:bodyPr>
          <a:lstStyle/>
          <a:p>
            <a:pPr>
              <a:lnSpc>
                <a:spcPct val="100000"/>
              </a:lnSpc>
            </a:pPr>
            <a:r>
              <a:rPr lang="en-US" sz="2800" b="1" dirty="0">
                <a:solidFill>
                  <a:schemeClr val="accent1"/>
                </a:solidFill>
                <a:latin typeface="Segoe UI" panose="020B0502040204020203" pitchFamily="34" charset="0"/>
                <a:cs typeface="Segoe UI" panose="020B0502040204020203" pitchFamily="34" charset="0"/>
              </a:rPr>
              <a:t>MIN</a:t>
            </a:r>
            <a:r>
              <a:rPr lang="en-US" sz="2800" dirty="0">
                <a:latin typeface="Segoe UI" panose="020B0502040204020203" pitchFamily="34" charset="0"/>
                <a:cs typeface="Segoe UI" panose="020B0502040204020203" pitchFamily="34" charset="0"/>
              </a:rPr>
              <a:t> takes the minimum value in a column. </a:t>
            </a:r>
          </a:p>
        </p:txBody>
      </p:sp>
      <p:graphicFrame>
        <p:nvGraphicFramePr>
          <p:cNvPr id="6" name="Table 5"/>
          <p:cNvGraphicFramePr>
            <a:graphicFrameLocks noGrp="1"/>
          </p:cNvGraphicFramePr>
          <p:nvPr>
            <p:extLst>
              <p:ext uri="{D42A27DB-BD31-4B8C-83A1-F6EECF244321}">
                <p14:modId xmlns:p14="http://schemas.microsoft.com/office/powerpoint/2010/main" val="678668919"/>
              </p:ext>
            </p:extLst>
          </p:nvPr>
        </p:nvGraphicFramePr>
        <p:xfrm>
          <a:off x="379412" y="1935863"/>
          <a:ext cx="6095999" cy="3200400"/>
        </p:xfrm>
        <a:graphic>
          <a:graphicData uri="http://schemas.openxmlformats.org/drawingml/2006/table">
            <a:tbl>
              <a:tblPr firstRow="1" bandRow="1">
                <a:tableStyleId>{7DF18680-E054-41AD-8BC1-D1AEF772440D}</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t>Employee</a:t>
                      </a:r>
                    </a:p>
                  </a:txBody>
                  <a:tcPr/>
                </a:tc>
                <a:tc>
                  <a:txBody>
                    <a:bodyPr/>
                    <a:lstStyle/>
                    <a:p>
                      <a:r>
                        <a:rPr lang="en-US" dirty="0"/>
                        <a:t>DepartmentName</a:t>
                      </a:r>
                    </a:p>
                  </a:txBody>
                  <a:tcPr/>
                </a:tc>
                <a:tc>
                  <a:txBody>
                    <a:bodyPr/>
                    <a:lstStyle/>
                    <a:p>
                      <a:r>
                        <a:rPr lang="en-US" dirty="0"/>
                        <a:t>Salary</a:t>
                      </a:r>
                    </a:p>
                  </a:txBody>
                  <a:tcPr/>
                </a:tc>
                <a:extLst>
                  <a:ext uri="{0D108BD9-81ED-4DB2-BD59-A6C34878D82A}">
                    <a16:rowId xmlns:a16="http://schemas.microsoft.com/office/drawing/2014/main" val="247495740"/>
                  </a:ext>
                </a:extLst>
              </a:tr>
              <a:tr h="457200">
                <a:tc>
                  <a:txBody>
                    <a:bodyPr/>
                    <a:lstStyle/>
                    <a:p>
                      <a:r>
                        <a:rPr lang="en-US" dirty="0">
                          <a:solidFill>
                            <a:schemeClr val="tx1"/>
                          </a:solidFill>
                        </a:rPr>
                        <a:t>Adam</a:t>
                      </a:r>
                    </a:p>
                  </a:txBody>
                  <a:tcPr>
                    <a:solidFill>
                      <a:srgbClr val="00B050">
                        <a:alpha val="50000"/>
                      </a:srgbClr>
                    </a:solidFill>
                  </a:tcPr>
                </a:tc>
                <a:tc>
                  <a:txBody>
                    <a:bodyPr/>
                    <a:lstStyle/>
                    <a:p>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5,000</a:t>
                      </a:r>
                    </a:p>
                  </a:txBody>
                  <a:tcPr>
                    <a:solidFill>
                      <a:srgbClr val="00B050">
                        <a:alpha val="50000"/>
                      </a:srgbClr>
                    </a:solidFill>
                  </a:tcPr>
                </a:tc>
                <a:extLst>
                  <a:ext uri="{0D108BD9-81ED-4DB2-BD59-A6C34878D82A}">
                    <a16:rowId xmlns:a16="http://schemas.microsoft.com/office/drawing/2014/main" val="3609066432"/>
                  </a:ext>
                </a:extLst>
              </a:tr>
              <a:tr h="457200">
                <a:tc>
                  <a:txBody>
                    <a:bodyPr/>
                    <a:lstStyle/>
                    <a:p>
                      <a:r>
                        <a:rPr lang="en-US" dirty="0">
                          <a:solidFill>
                            <a:schemeClr val="tx1"/>
                          </a:solidFill>
                        </a:rPr>
                        <a:t>John</a:t>
                      </a:r>
                    </a:p>
                  </a:txBody>
                  <a:tcPr>
                    <a:solidFill>
                      <a:srgbClr val="00B05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15,000</a:t>
                      </a:r>
                    </a:p>
                  </a:txBody>
                  <a:tcPr>
                    <a:solidFill>
                      <a:srgbClr val="00B050">
                        <a:alpha val="50000"/>
                      </a:srgbClr>
                    </a:solidFill>
                  </a:tcPr>
                </a:tc>
                <a:extLst>
                  <a:ext uri="{0D108BD9-81ED-4DB2-BD59-A6C34878D82A}">
                    <a16:rowId xmlns:a16="http://schemas.microsoft.com/office/drawing/2014/main" val="1287682195"/>
                  </a:ext>
                </a:extLst>
              </a:tr>
              <a:tr h="457200">
                <a:tc>
                  <a:txBody>
                    <a:bodyPr/>
                    <a:lstStyle/>
                    <a:p>
                      <a:r>
                        <a:rPr lang="en-US" dirty="0">
                          <a:solidFill>
                            <a:schemeClr val="tx1"/>
                          </a:solidFill>
                        </a:rPr>
                        <a:t>Jane</a:t>
                      </a:r>
                    </a:p>
                  </a:txBody>
                  <a:tcPr>
                    <a:solidFill>
                      <a:srgbClr val="00B0F0">
                        <a:alpha val="50000"/>
                      </a:srgbClr>
                    </a:solidFill>
                  </a:tcPr>
                </a:tc>
                <a:tc>
                  <a:txBody>
                    <a:bodyPr/>
                    <a:lstStyle/>
                    <a:p>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10,000</a:t>
                      </a:r>
                    </a:p>
                  </a:txBody>
                  <a:tcPr>
                    <a:solidFill>
                      <a:srgbClr val="00B0F0">
                        <a:alpha val="50000"/>
                      </a:srgbClr>
                    </a:solidFill>
                  </a:tcPr>
                </a:tc>
                <a:extLst>
                  <a:ext uri="{0D108BD9-81ED-4DB2-BD59-A6C34878D82A}">
                    <a16:rowId xmlns:a16="http://schemas.microsoft.com/office/drawing/2014/main" val="1053813033"/>
                  </a:ext>
                </a:extLst>
              </a:tr>
              <a:tr h="457200">
                <a:tc>
                  <a:txBody>
                    <a:bodyPr/>
                    <a:lstStyle/>
                    <a:p>
                      <a:r>
                        <a:rPr lang="en-US" dirty="0">
                          <a:solidFill>
                            <a:schemeClr val="tx1"/>
                          </a:solidFill>
                        </a:rPr>
                        <a:t>George</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15,000</a:t>
                      </a:r>
                    </a:p>
                  </a:txBody>
                  <a:tcPr>
                    <a:solidFill>
                      <a:srgbClr val="00B0F0">
                        <a:alpha val="50000"/>
                      </a:srgbClr>
                    </a:solidFill>
                  </a:tcPr>
                </a:tc>
                <a:extLst>
                  <a:ext uri="{0D108BD9-81ED-4DB2-BD59-A6C34878D82A}">
                    <a16:rowId xmlns:a16="http://schemas.microsoft.com/office/drawing/2014/main" val="2640231826"/>
                  </a:ext>
                </a:extLst>
              </a:tr>
              <a:tr h="457200">
                <a:tc>
                  <a:txBody>
                    <a:bodyPr/>
                    <a:lstStyle/>
                    <a:p>
                      <a:r>
                        <a:rPr lang="en-US" dirty="0">
                          <a:solidFill>
                            <a:schemeClr val="tx1"/>
                          </a:solidFill>
                        </a:rPr>
                        <a:t>Lila</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5,000</a:t>
                      </a:r>
                    </a:p>
                  </a:txBody>
                  <a:tcPr>
                    <a:solidFill>
                      <a:srgbClr val="00B0F0">
                        <a:alpha val="50000"/>
                      </a:srgbClr>
                    </a:solidFill>
                  </a:tcPr>
                </a:tc>
                <a:extLst>
                  <a:ext uri="{0D108BD9-81ED-4DB2-BD59-A6C34878D82A}">
                    <a16:rowId xmlns:a16="http://schemas.microsoft.com/office/drawing/2014/main" val="1267294716"/>
                  </a:ext>
                </a:extLst>
              </a:tr>
              <a:tr h="457200">
                <a:tc>
                  <a:txBody>
                    <a:bodyPr/>
                    <a:lstStyle/>
                    <a:p>
                      <a:r>
                        <a:rPr lang="en-US" dirty="0">
                          <a:solidFill>
                            <a:schemeClr val="tx1"/>
                          </a:solidFill>
                        </a:rPr>
                        <a:t>Fred</a:t>
                      </a:r>
                    </a:p>
                  </a:txBody>
                  <a:tcPr>
                    <a:solidFill>
                      <a:srgbClr val="F3BE6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Software Support</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93484896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83566828"/>
              </p:ext>
            </p:extLst>
          </p:nvPr>
        </p:nvGraphicFramePr>
        <p:xfrm>
          <a:off x="7513623" y="2621663"/>
          <a:ext cx="4267200" cy="1828800"/>
        </p:xfrm>
        <a:graphic>
          <a:graphicData uri="http://schemas.openxmlformats.org/drawingml/2006/table">
            <a:tbl>
              <a:tblPr firstRow="1" bandRow="1">
                <a:tableStyleId>{7DF18680-E054-41AD-8BC1-D1AEF772440D}</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t>DepartmentName</a:t>
                      </a:r>
                    </a:p>
                  </a:txBody>
                  <a:tcPr/>
                </a:tc>
                <a:tc>
                  <a:txBody>
                    <a:bodyPr/>
                    <a:lstStyle/>
                    <a:p>
                      <a:r>
                        <a:rPr lang="en-US" dirty="0"/>
                        <a:t>MinSalary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bg-BG" dirty="0">
                          <a:solidFill>
                            <a:schemeClr val="tx1"/>
                          </a:solidFill>
                        </a:rPr>
                        <a:t>5,000</a:t>
                      </a:r>
                      <a:endParaRPr lang="en-US" dirty="0">
                        <a:solidFill>
                          <a:schemeClr val="tx1"/>
                        </a:solidFill>
                      </a:endParaRPr>
                    </a:p>
                  </a:txBody>
                  <a:tcPr>
                    <a:solidFill>
                      <a:srgbClr val="00B050">
                        <a:alpha val="50000"/>
                      </a:srgbClr>
                    </a:solidFill>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bg-BG" dirty="0">
                          <a:solidFill>
                            <a:schemeClr val="tx1"/>
                          </a:solidFill>
                        </a:rPr>
                        <a:t>5,000</a:t>
                      </a:r>
                      <a:endParaRPr lang="en-US" dirty="0">
                        <a:solidFill>
                          <a:schemeClr val="tx1"/>
                        </a:solidFill>
                      </a:endParaRPr>
                    </a:p>
                  </a:txBody>
                  <a:tcPr>
                    <a:solidFill>
                      <a:srgbClr val="00B0F0">
                        <a:alpha val="50000"/>
                      </a:srgbClr>
                    </a:solidFill>
                  </a:tcPr>
                </a:tc>
                <a:extLst>
                  <a:ext uri="{0D108BD9-81ED-4DB2-BD59-A6C34878D82A}">
                    <a16:rowId xmlns:a16="http://schemas.microsoft.com/office/drawing/2014/main" val="412535321"/>
                  </a:ext>
                </a:extLst>
              </a:tr>
              <a:tr h="457200">
                <a:tc>
                  <a:txBody>
                    <a:bodyPr/>
                    <a:lstStyle/>
                    <a:p>
                      <a:r>
                        <a:rPr lang="en-US" dirty="0">
                          <a:solidFill>
                            <a:schemeClr val="tx1"/>
                          </a:solidFill>
                        </a:rPr>
                        <a:t>Software Support</a:t>
                      </a:r>
                    </a:p>
                  </a:txBody>
                  <a:tcPr>
                    <a:solidFill>
                      <a:srgbClr val="F3BE60">
                        <a:alpha val="50000"/>
                      </a:srgbClr>
                    </a:solidFill>
                  </a:tcPr>
                </a:tc>
                <a:tc>
                  <a:txBody>
                    <a:bodyPr/>
                    <a:lstStyle/>
                    <a:p>
                      <a:r>
                        <a:rPr lang="bg-BG" dirty="0">
                          <a:solidFill>
                            <a:schemeClr val="tx1"/>
                          </a:solidFill>
                        </a:rPr>
                        <a:t>15,000</a:t>
                      </a:r>
                      <a:endParaRPr lang="en-US" dirty="0">
                        <a:solidFill>
                          <a:schemeClr val="tx1"/>
                        </a:solidFill>
                      </a:endParaRPr>
                    </a:p>
                  </a:txBody>
                  <a:tcPr>
                    <a:solidFill>
                      <a:srgbClr val="F3BE60">
                        <a:alpha val="50000"/>
                      </a:srgbClr>
                    </a:solidFill>
                  </a:tcPr>
                </a:tc>
                <a:extLst>
                  <a:ext uri="{0D108BD9-81ED-4DB2-BD59-A6C34878D82A}">
                    <a16:rowId xmlns:a16="http://schemas.microsoft.com/office/drawing/2014/main" val="3347448364"/>
                  </a:ext>
                </a:extLst>
              </a:tr>
            </a:tbl>
          </a:graphicData>
        </a:graphic>
      </p:graphicFrame>
      <p:sp>
        <p:nvSpPr>
          <p:cNvPr id="8" name="Right Arrow 7"/>
          <p:cNvSpPr/>
          <p:nvPr/>
        </p:nvSpPr>
        <p:spPr>
          <a:xfrm rot="1884745">
            <a:off x="6603096" y="2943255"/>
            <a:ext cx="717577" cy="242987"/>
          </a:xfrm>
          <a:prstGeom prst="rightArrow">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9" name="Right Arrow 8"/>
          <p:cNvSpPr/>
          <p:nvPr/>
        </p:nvSpPr>
        <p:spPr>
          <a:xfrm rot="20185644">
            <a:off x="6590876" y="3764191"/>
            <a:ext cx="717577" cy="242987"/>
          </a:xfrm>
          <a:prstGeom prst="rightArrow">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0" name="Right Arrow 9"/>
          <p:cNvSpPr/>
          <p:nvPr/>
        </p:nvSpPr>
        <p:spPr>
          <a:xfrm rot="19000881">
            <a:off x="6635728" y="4600760"/>
            <a:ext cx="717577" cy="242987"/>
          </a:xfrm>
          <a:prstGeom prst="rightArrow">
            <a:avLst/>
          </a:prstGeom>
          <a:solidFill>
            <a:srgbClr val="F3BE6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2" name="TextBox 11">
            <a:extLst>
              <a:ext uri="{FF2B5EF4-FFF2-40B4-BE49-F238E27FC236}">
                <a16:creationId xmlns:a16="http://schemas.microsoft.com/office/drawing/2014/main" id="{B09D6841-5032-4F70-BB54-F519049EB528}"/>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52391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836612" y="3154425"/>
            <a:ext cx="10556817" cy="2187879"/>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3200" b="1" dirty="0">
                <a:solidFill>
                  <a:schemeClr val="tx2"/>
                </a:solidFill>
                <a:latin typeface="Consolas" panose="020B0609020204030204" pitchFamily="49" charset="0"/>
              </a:rPr>
              <a:t>SELECT</a:t>
            </a:r>
            <a:r>
              <a:rPr lang="en-US" sz="3200" dirty="0">
                <a:solidFill>
                  <a:schemeClr val="tx2"/>
                </a:solidFill>
                <a:latin typeface="Consolas" panose="020B0609020204030204" pitchFamily="49" charset="0"/>
              </a:rPr>
              <a:t> </a:t>
            </a:r>
            <a:r>
              <a:rPr lang="en-US" sz="3200" noProof="1">
                <a:solidFill>
                  <a:schemeClr val="tx2"/>
                </a:solidFill>
                <a:latin typeface="Consolas" panose="020B0609020204030204" pitchFamily="49" charset="0"/>
              </a:rPr>
              <a:t>e.DepartmentID</a:t>
            </a:r>
            <a:r>
              <a:rPr lang="en-US" sz="3200" dirty="0">
                <a:solidFill>
                  <a:schemeClr val="tx2"/>
                </a:solidFill>
                <a:latin typeface="Consolas" panose="020B0609020204030204" pitchFamily="49" charset="0"/>
              </a:rPr>
              <a:t>,</a:t>
            </a:r>
            <a:br>
              <a:rPr lang="en-US" sz="3200" dirty="0">
                <a:solidFill>
                  <a:schemeClr val="tx2"/>
                </a:solidFill>
                <a:latin typeface="Consolas" panose="020B0609020204030204" pitchFamily="49" charset="0"/>
              </a:rPr>
            </a:br>
            <a:r>
              <a:rPr lang="en-US" sz="3200" dirty="0">
                <a:solidFill>
                  <a:schemeClr val="tx2"/>
                </a:solidFill>
                <a:latin typeface="Consolas" panose="020B0609020204030204" pitchFamily="49" charset="0"/>
              </a:rPr>
              <a:t>  </a:t>
            </a:r>
            <a:r>
              <a:rPr lang="en-US" sz="3200" b="1" dirty="0">
                <a:solidFill>
                  <a:schemeClr val="tx2">
                    <a:lumMod val="75000"/>
                  </a:schemeClr>
                </a:solidFill>
                <a:latin typeface="Consolas" panose="020B0609020204030204" pitchFamily="49" charset="0"/>
              </a:rPr>
              <a:t>MIN</a:t>
            </a:r>
            <a:r>
              <a:rPr lang="en-US" sz="3200" dirty="0">
                <a:solidFill>
                  <a:schemeClr val="tx2"/>
                </a:solidFill>
                <a:latin typeface="Consolas" panose="020B0609020204030204" pitchFamily="49" charset="0"/>
              </a:rPr>
              <a:t>(e.Salary) </a:t>
            </a:r>
            <a:r>
              <a:rPr lang="en-US" sz="3200" b="1" dirty="0">
                <a:solidFill>
                  <a:schemeClr val="tx2"/>
                </a:solidFill>
                <a:latin typeface="Consolas" panose="020B0609020204030204" pitchFamily="49" charset="0"/>
              </a:rPr>
              <a:t>AS</a:t>
            </a:r>
            <a:r>
              <a:rPr lang="en-US" sz="3200" dirty="0">
                <a:solidFill>
                  <a:schemeClr val="tx2"/>
                </a:solidFill>
                <a:latin typeface="Consolas" panose="020B0609020204030204" pitchFamily="49" charset="0"/>
              </a:rPr>
              <a:t> 'MinSalary'</a:t>
            </a:r>
          </a:p>
          <a:p>
            <a:r>
              <a:rPr lang="en-GB" sz="3200" b="1" dirty="0">
                <a:solidFill>
                  <a:schemeClr val="tx2"/>
                </a:solidFill>
                <a:latin typeface="Consolas" panose="020B0609020204030204" pitchFamily="49" charset="0"/>
              </a:rPr>
              <a:t>FROM</a:t>
            </a:r>
            <a:r>
              <a:rPr lang="en-GB" sz="3200" dirty="0">
                <a:solidFill>
                  <a:schemeClr val="tx2"/>
                </a:solidFill>
                <a:latin typeface="Consolas" panose="020B0609020204030204" pitchFamily="49" charset="0"/>
              </a:rPr>
              <a:t> Employees </a:t>
            </a:r>
            <a:r>
              <a:rPr lang="en-GB" sz="3200" b="1" dirty="0">
                <a:solidFill>
                  <a:schemeClr val="tx2"/>
                </a:solidFill>
                <a:latin typeface="Consolas" panose="020B0609020204030204" pitchFamily="49" charset="0"/>
              </a:rPr>
              <a:t>AS</a:t>
            </a:r>
            <a:r>
              <a:rPr lang="en-GB" sz="3200" dirty="0">
                <a:solidFill>
                  <a:schemeClr val="tx2"/>
                </a:solidFill>
                <a:latin typeface="Consolas" panose="020B0609020204030204" pitchFamily="49" charset="0"/>
              </a:rPr>
              <a:t> e</a:t>
            </a:r>
          </a:p>
          <a:p>
            <a:r>
              <a:rPr lang="en-GB" sz="3200" b="1" dirty="0">
                <a:solidFill>
                  <a:schemeClr val="tx2"/>
                </a:solidFill>
                <a:latin typeface="Consolas" panose="020B0609020204030204" pitchFamily="49" charset="0"/>
              </a:rPr>
              <a:t>GROUP</a:t>
            </a:r>
            <a:r>
              <a:rPr lang="en-GB" sz="3200" dirty="0">
                <a:solidFill>
                  <a:schemeClr val="tx2"/>
                </a:solidFill>
                <a:latin typeface="Consolas" panose="020B0609020204030204" pitchFamily="49" charset="0"/>
              </a:rPr>
              <a:t> </a:t>
            </a:r>
            <a:r>
              <a:rPr lang="en-GB" sz="3200" b="1" dirty="0">
                <a:solidFill>
                  <a:schemeClr val="tx2"/>
                </a:solidFill>
                <a:latin typeface="Consolas" panose="020B0609020204030204" pitchFamily="49" charset="0"/>
              </a:rPr>
              <a:t>BY</a:t>
            </a:r>
            <a:r>
              <a:rPr lang="en-GB" sz="3200" dirty="0">
                <a:solidFill>
                  <a:schemeClr val="tx2"/>
                </a:solidFill>
                <a:latin typeface="Consolas" panose="020B0609020204030204" pitchFamily="49" charset="0"/>
              </a:rPr>
              <a:t> </a:t>
            </a:r>
            <a:r>
              <a:rPr lang="en-GB" sz="3200" dirty="0" err="1">
                <a:solidFill>
                  <a:schemeClr val="tx2"/>
                </a:solidFill>
                <a:latin typeface="Consolas" panose="020B0609020204030204" pitchFamily="49" charset="0"/>
              </a:rPr>
              <a:t>e.DepartmentID</a:t>
            </a:r>
            <a:endParaRPr lang="en-GB" sz="3200" dirty="0">
              <a:solidFill>
                <a:schemeClr val="tx2"/>
              </a:solidFill>
              <a:latin typeface="Consolas" panose="020B0609020204030204" pitchFamily="49" charset="0"/>
            </a:endParaRPr>
          </a:p>
        </p:txBody>
      </p:sp>
      <p:sp>
        <p:nvSpPr>
          <p:cNvPr id="8" name="AutoShape 7"/>
          <p:cNvSpPr>
            <a:spLocks noChangeArrowheads="1"/>
          </p:cNvSpPr>
          <p:nvPr/>
        </p:nvSpPr>
        <p:spPr bwMode="auto">
          <a:xfrm>
            <a:off x="5180012" y="1926881"/>
            <a:ext cx="2229557" cy="953805"/>
          </a:xfrm>
          <a:prstGeom prst="wedgeRoundRectCallout">
            <a:avLst>
              <a:gd name="adj1" fmla="val -43610"/>
              <a:gd name="adj2" fmla="val 101802"/>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a:t>
            </a:r>
          </a:p>
        </p:txBody>
      </p:sp>
      <p:sp>
        <p:nvSpPr>
          <p:cNvPr id="12" name="AutoShape 7"/>
          <p:cNvSpPr>
            <a:spLocks noChangeArrowheads="1"/>
          </p:cNvSpPr>
          <p:nvPr/>
        </p:nvSpPr>
        <p:spPr bwMode="auto">
          <a:xfrm>
            <a:off x="4970163" y="5523195"/>
            <a:ext cx="2229557" cy="953805"/>
          </a:xfrm>
          <a:prstGeom prst="wedgeRoundRectCallout">
            <a:avLst>
              <a:gd name="adj1" fmla="val -37789"/>
              <a:gd name="adj2" fmla="val -75908"/>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Columns</a:t>
            </a:r>
          </a:p>
        </p:txBody>
      </p:sp>
      <p:sp>
        <p:nvSpPr>
          <p:cNvPr id="11" name="AutoShape 7"/>
          <p:cNvSpPr>
            <a:spLocks noChangeArrowheads="1"/>
          </p:cNvSpPr>
          <p:nvPr/>
        </p:nvSpPr>
        <p:spPr bwMode="auto">
          <a:xfrm>
            <a:off x="6115020" y="4292223"/>
            <a:ext cx="2971800" cy="520807"/>
          </a:xfrm>
          <a:prstGeom prst="wedgeRoundRectCallout">
            <a:avLst>
              <a:gd name="adj1" fmla="val -65333"/>
              <a:gd name="adj2" fmla="val 7732"/>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Table Alias</a:t>
            </a:r>
          </a:p>
        </p:txBody>
      </p:sp>
      <p:sp>
        <p:nvSpPr>
          <p:cNvPr id="13" name="AutoShape 7"/>
          <p:cNvSpPr>
            <a:spLocks noChangeArrowheads="1"/>
          </p:cNvSpPr>
          <p:nvPr/>
        </p:nvSpPr>
        <p:spPr bwMode="auto">
          <a:xfrm>
            <a:off x="7409569" y="3212237"/>
            <a:ext cx="2971800" cy="558485"/>
          </a:xfrm>
          <a:prstGeom prst="wedgeRoundRectCallout">
            <a:avLst>
              <a:gd name="adj1" fmla="val -58656"/>
              <a:gd name="adj2" fmla="val 50951"/>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New Column Alias</a:t>
            </a:r>
          </a:p>
        </p:txBody>
      </p:sp>
      <p:sp>
        <p:nvSpPr>
          <p:cNvPr id="9" name="TextBox 8">
            <a:extLst>
              <a:ext uri="{FF2B5EF4-FFF2-40B4-BE49-F238E27FC236}">
                <a16:creationId xmlns:a16="http://schemas.microsoft.com/office/drawing/2014/main" id="{D0E83793-B19D-4AF1-B9F9-F2CA7CBD8711}"/>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
        <p:nvSpPr>
          <p:cNvPr id="14" name="Content Placeholder 2">
            <a:extLst>
              <a:ext uri="{FF2B5EF4-FFF2-40B4-BE49-F238E27FC236}">
                <a16:creationId xmlns:a16="http://schemas.microsoft.com/office/drawing/2014/main" id="{C8DFF1FA-34FF-47CB-ADD8-655FDD2B55EE}"/>
              </a:ext>
            </a:extLst>
          </p:cNvPr>
          <p:cNvSpPr>
            <a:spLocks noGrp="1"/>
          </p:cNvSpPr>
          <p:nvPr>
            <p:ph idx="1"/>
          </p:nvPr>
        </p:nvSpPr>
        <p:spPr>
          <a:xfrm>
            <a:off x="837981" y="1253331"/>
            <a:ext cx="10512862" cy="4351338"/>
          </a:xfrm>
        </p:spPr>
        <p:txBody>
          <a:bodyPr>
            <a:normAutofit/>
          </a:bodyPr>
          <a:lstStyle/>
          <a:p>
            <a:pPr marL="0" indent="0">
              <a:lnSpc>
                <a:spcPct val="100000"/>
              </a:lnSpc>
              <a:buNone/>
            </a:pPr>
            <a:r>
              <a:rPr lang="en-US" sz="2800" b="1" dirty="0">
                <a:solidFill>
                  <a:schemeClr val="accent1"/>
                </a:solidFill>
                <a:latin typeface="Segoe UI" panose="020B0502040204020203" pitchFamily="34" charset="0"/>
                <a:cs typeface="Segoe UI" panose="020B0502040204020203" pitchFamily="34" charset="0"/>
              </a:rPr>
              <a:t>MIN</a:t>
            </a:r>
            <a:r>
              <a:rPr lang="en-US" sz="2800" dirty="0">
                <a:latin typeface="Segoe UI" panose="020B0502040204020203" pitchFamily="34" charset="0"/>
                <a:cs typeface="Segoe UI" panose="020B0502040204020203" pitchFamily="34" charset="0"/>
              </a:rPr>
              <a:t> syntax</a:t>
            </a:r>
          </a:p>
        </p:txBody>
      </p:sp>
    </p:spTree>
    <p:extLst>
      <p:ext uri="{BB962C8B-B14F-4D97-AF65-F5344CB8AC3E}">
        <p14:creationId xmlns:p14="http://schemas.microsoft.com/office/powerpoint/2010/main" val="20384062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1"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837981" y="1075878"/>
            <a:ext cx="10512862" cy="4351338"/>
          </a:xfrm>
        </p:spPr>
        <p:txBody>
          <a:bodyPr>
            <a:normAutofit/>
          </a:bodyPr>
          <a:lstStyle/>
          <a:p>
            <a:pPr>
              <a:lnSpc>
                <a:spcPct val="100000"/>
              </a:lnSpc>
            </a:pPr>
            <a:r>
              <a:rPr lang="en-US" sz="2800" b="1" dirty="0">
                <a:solidFill>
                  <a:schemeClr val="accent1"/>
                </a:solidFill>
                <a:latin typeface="Segoe UI" panose="020B0502040204020203" pitchFamily="34" charset="0"/>
                <a:cs typeface="Segoe UI" panose="020B0502040204020203" pitchFamily="34" charset="0"/>
              </a:rPr>
              <a:t>AVG</a:t>
            </a:r>
            <a:r>
              <a:rPr lang="en-US" sz="2800" dirty="0">
                <a:latin typeface="Segoe UI" panose="020B0502040204020203" pitchFamily="34" charset="0"/>
                <a:cs typeface="Segoe UI" panose="020B0502040204020203" pitchFamily="34" charset="0"/>
              </a:rPr>
              <a:t> calculates the average value in a column. </a:t>
            </a:r>
          </a:p>
        </p:txBody>
      </p:sp>
      <p:graphicFrame>
        <p:nvGraphicFramePr>
          <p:cNvPr id="4" name="Table 3"/>
          <p:cNvGraphicFramePr>
            <a:graphicFrameLocks noGrp="1"/>
          </p:cNvGraphicFramePr>
          <p:nvPr>
            <p:extLst>
              <p:ext uri="{D42A27DB-BD31-4B8C-83A1-F6EECF244321}">
                <p14:modId xmlns:p14="http://schemas.microsoft.com/office/powerpoint/2010/main" val="2720383299"/>
              </p:ext>
            </p:extLst>
          </p:nvPr>
        </p:nvGraphicFramePr>
        <p:xfrm>
          <a:off x="379411" y="1831975"/>
          <a:ext cx="6095999" cy="3200400"/>
        </p:xfrm>
        <a:graphic>
          <a:graphicData uri="http://schemas.openxmlformats.org/drawingml/2006/table">
            <a:tbl>
              <a:tblPr firstRow="1" bandRow="1">
                <a:tableStyleId>{7DF18680-E054-41AD-8BC1-D1AEF772440D}</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t>Employee</a:t>
                      </a:r>
                    </a:p>
                  </a:txBody>
                  <a:tcPr/>
                </a:tc>
                <a:tc>
                  <a:txBody>
                    <a:bodyPr/>
                    <a:lstStyle/>
                    <a:p>
                      <a:r>
                        <a:rPr lang="en-US" dirty="0"/>
                        <a:t>DepartmentName</a:t>
                      </a:r>
                    </a:p>
                  </a:txBody>
                  <a:tcPr/>
                </a:tc>
                <a:tc>
                  <a:txBody>
                    <a:bodyPr/>
                    <a:lstStyle/>
                    <a:p>
                      <a:r>
                        <a:rPr lang="en-US" dirty="0"/>
                        <a:t>Salary</a:t>
                      </a:r>
                    </a:p>
                  </a:txBody>
                  <a:tcPr/>
                </a:tc>
                <a:extLst>
                  <a:ext uri="{0D108BD9-81ED-4DB2-BD59-A6C34878D82A}">
                    <a16:rowId xmlns:a16="http://schemas.microsoft.com/office/drawing/2014/main" val="247495740"/>
                  </a:ext>
                </a:extLst>
              </a:tr>
              <a:tr h="457200">
                <a:tc>
                  <a:txBody>
                    <a:bodyPr/>
                    <a:lstStyle/>
                    <a:p>
                      <a:r>
                        <a:rPr lang="en-US" dirty="0">
                          <a:solidFill>
                            <a:schemeClr val="tx1"/>
                          </a:solidFill>
                        </a:rPr>
                        <a:t>Adam</a:t>
                      </a:r>
                    </a:p>
                  </a:txBody>
                  <a:tcPr>
                    <a:solidFill>
                      <a:srgbClr val="00B050">
                        <a:alpha val="50000"/>
                      </a:srgbClr>
                    </a:solidFill>
                  </a:tcPr>
                </a:tc>
                <a:tc>
                  <a:txBody>
                    <a:bodyPr/>
                    <a:lstStyle/>
                    <a:p>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5,000</a:t>
                      </a:r>
                    </a:p>
                  </a:txBody>
                  <a:tcPr>
                    <a:solidFill>
                      <a:srgbClr val="00B050">
                        <a:alpha val="50000"/>
                      </a:srgbClr>
                    </a:solidFill>
                  </a:tcPr>
                </a:tc>
                <a:extLst>
                  <a:ext uri="{0D108BD9-81ED-4DB2-BD59-A6C34878D82A}">
                    <a16:rowId xmlns:a16="http://schemas.microsoft.com/office/drawing/2014/main" val="3609066432"/>
                  </a:ext>
                </a:extLst>
              </a:tr>
              <a:tr h="457200">
                <a:tc>
                  <a:txBody>
                    <a:bodyPr/>
                    <a:lstStyle/>
                    <a:p>
                      <a:r>
                        <a:rPr lang="en-US" dirty="0">
                          <a:solidFill>
                            <a:schemeClr val="tx1"/>
                          </a:solidFill>
                        </a:rPr>
                        <a:t>John</a:t>
                      </a:r>
                    </a:p>
                  </a:txBody>
                  <a:tcPr>
                    <a:solidFill>
                      <a:srgbClr val="00B05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15,000</a:t>
                      </a:r>
                    </a:p>
                  </a:txBody>
                  <a:tcPr>
                    <a:solidFill>
                      <a:srgbClr val="00B050">
                        <a:alpha val="50000"/>
                      </a:srgbClr>
                    </a:solidFill>
                  </a:tcPr>
                </a:tc>
                <a:extLst>
                  <a:ext uri="{0D108BD9-81ED-4DB2-BD59-A6C34878D82A}">
                    <a16:rowId xmlns:a16="http://schemas.microsoft.com/office/drawing/2014/main" val="1287682195"/>
                  </a:ext>
                </a:extLst>
              </a:tr>
              <a:tr h="457200">
                <a:tc>
                  <a:txBody>
                    <a:bodyPr/>
                    <a:lstStyle/>
                    <a:p>
                      <a:r>
                        <a:rPr lang="en-US" dirty="0">
                          <a:solidFill>
                            <a:schemeClr val="tx1"/>
                          </a:solidFill>
                        </a:rPr>
                        <a:t>Jane</a:t>
                      </a:r>
                    </a:p>
                  </a:txBody>
                  <a:tcPr>
                    <a:solidFill>
                      <a:srgbClr val="00B0F0">
                        <a:alpha val="50000"/>
                      </a:srgbClr>
                    </a:solidFill>
                  </a:tcPr>
                </a:tc>
                <a:tc>
                  <a:txBody>
                    <a:bodyPr/>
                    <a:lstStyle/>
                    <a:p>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10,000</a:t>
                      </a:r>
                    </a:p>
                  </a:txBody>
                  <a:tcPr>
                    <a:solidFill>
                      <a:srgbClr val="00B0F0">
                        <a:alpha val="50000"/>
                      </a:srgbClr>
                    </a:solidFill>
                  </a:tcPr>
                </a:tc>
                <a:extLst>
                  <a:ext uri="{0D108BD9-81ED-4DB2-BD59-A6C34878D82A}">
                    <a16:rowId xmlns:a16="http://schemas.microsoft.com/office/drawing/2014/main" val="1053813033"/>
                  </a:ext>
                </a:extLst>
              </a:tr>
              <a:tr h="457200">
                <a:tc>
                  <a:txBody>
                    <a:bodyPr/>
                    <a:lstStyle/>
                    <a:p>
                      <a:r>
                        <a:rPr lang="en-US" dirty="0">
                          <a:solidFill>
                            <a:schemeClr val="tx1"/>
                          </a:solidFill>
                        </a:rPr>
                        <a:t>George</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15,000</a:t>
                      </a:r>
                    </a:p>
                  </a:txBody>
                  <a:tcPr>
                    <a:solidFill>
                      <a:srgbClr val="00B0F0">
                        <a:alpha val="50000"/>
                      </a:srgbClr>
                    </a:solidFill>
                  </a:tcPr>
                </a:tc>
                <a:extLst>
                  <a:ext uri="{0D108BD9-81ED-4DB2-BD59-A6C34878D82A}">
                    <a16:rowId xmlns:a16="http://schemas.microsoft.com/office/drawing/2014/main" val="2640231826"/>
                  </a:ext>
                </a:extLst>
              </a:tr>
              <a:tr h="457200">
                <a:tc>
                  <a:txBody>
                    <a:bodyPr/>
                    <a:lstStyle/>
                    <a:p>
                      <a:r>
                        <a:rPr lang="en-US" dirty="0">
                          <a:solidFill>
                            <a:schemeClr val="tx1"/>
                          </a:solidFill>
                        </a:rPr>
                        <a:t>Lila</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5,000</a:t>
                      </a:r>
                    </a:p>
                  </a:txBody>
                  <a:tcPr>
                    <a:solidFill>
                      <a:srgbClr val="00B0F0">
                        <a:alpha val="50000"/>
                      </a:srgbClr>
                    </a:solidFill>
                  </a:tcPr>
                </a:tc>
                <a:extLst>
                  <a:ext uri="{0D108BD9-81ED-4DB2-BD59-A6C34878D82A}">
                    <a16:rowId xmlns:a16="http://schemas.microsoft.com/office/drawing/2014/main" val="1267294716"/>
                  </a:ext>
                </a:extLst>
              </a:tr>
              <a:tr h="457200">
                <a:tc>
                  <a:txBody>
                    <a:bodyPr/>
                    <a:lstStyle/>
                    <a:p>
                      <a:r>
                        <a:rPr lang="en-US" dirty="0">
                          <a:solidFill>
                            <a:schemeClr val="tx1"/>
                          </a:solidFill>
                        </a:rPr>
                        <a:t>Fred</a:t>
                      </a:r>
                    </a:p>
                  </a:txBody>
                  <a:tcPr>
                    <a:solidFill>
                      <a:srgbClr val="F3BE6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Software Support</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93484896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48181905"/>
              </p:ext>
            </p:extLst>
          </p:nvPr>
        </p:nvGraphicFramePr>
        <p:xfrm>
          <a:off x="7513622" y="2517775"/>
          <a:ext cx="4267200" cy="1828800"/>
        </p:xfrm>
        <a:graphic>
          <a:graphicData uri="http://schemas.openxmlformats.org/drawingml/2006/table">
            <a:tbl>
              <a:tblPr firstRow="1" bandRow="1">
                <a:tableStyleId>{7DF18680-E054-41AD-8BC1-D1AEF772440D}</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t>DepartmentName</a:t>
                      </a:r>
                    </a:p>
                  </a:txBody>
                  <a:tcPr/>
                </a:tc>
                <a:tc>
                  <a:txBody>
                    <a:bodyPr/>
                    <a:lstStyle/>
                    <a:p>
                      <a:r>
                        <a:rPr lang="en-US" dirty="0"/>
                        <a:t>AvgSalary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bg-BG" dirty="0">
                          <a:solidFill>
                            <a:schemeClr val="tx1"/>
                          </a:solidFill>
                        </a:rPr>
                        <a:t>10,000</a:t>
                      </a:r>
                      <a:endParaRPr lang="en-US" dirty="0">
                        <a:solidFill>
                          <a:schemeClr val="tx1"/>
                        </a:solidFill>
                      </a:endParaRPr>
                    </a:p>
                  </a:txBody>
                  <a:tcPr>
                    <a:solidFill>
                      <a:srgbClr val="00B050">
                        <a:alpha val="50000"/>
                      </a:srgbClr>
                    </a:solidFill>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bg-BG" dirty="0">
                          <a:solidFill>
                            <a:schemeClr val="tx1"/>
                          </a:solidFill>
                        </a:rPr>
                        <a:t>10,000</a:t>
                      </a:r>
                      <a:endParaRPr lang="en-US" dirty="0">
                        <a:solidFill>
                          <a:schemeClr val="tx1"/>
                        </a:solidFill>
                      </a:endParaRPr>
                    </a:p>
                  </a:txBody>
                  <a:tcPr>
                    <a:solidFill>
                      <a:srgbClr val="00B0F0">
                        <a:alpha val="50000"/>
                      </a:srgbClr>
                    </a:solidFill>
                  </a:tcPr>
                </a:tc>
                <a:extLst>
                  <a:ext uri="{0D108BD9-81ED-4DB2-BD59-A6C34878D82A}">
                    <a16:rowId xmlns:a16="http://schemas.microsoft.com/office/drawing/2014/main" val="412535321"/>
                  </a:ext>
                </a:extLst>
              </a:tr>
              <a:tr h="457200">
                <a:tc>
                  <a:txBody>
                    <a:bodyPr/>
                    <a:lstStyle/>
                    <a:p>
                      <a:r>
                        <a:rPr lang="en-US" dirty="0">
                          <a:solidFill>
                            <a:schemeClr val="tx1"/>
                          </a:solidFill>
                        </a:rPr>
                        <a:t>Software Support</a:t>
                      </a:r>
                    </a:p>
                  </a:txBody>
                  <a:tcPr>
                    <a:solidFill>
                      <a:srgbClr val="F3BE60">
                        <a:alpha val="50000"/>
                      </a:srgbClr>
                    </a:solidFill>
                  </a:tcPr>
                </a:tc>
                <a:tc>
                  <a:txBody>
                    <a:bodyPr/>
                    <a:lstStyle/>
                    <a:p>
                      <a:r>
                        <a:rPr lang="bg-BG" dirty="0">
                          <a:solidFill>
                            <a:schemeClr val="tx1"/>
                          </a:solidFill>
                        </a:rPr>
                        <a:t>15,000</a:t>
                      </a:r>
                      <a:endParaRPr lang="en-US" dirty="0">
                        <a:solidFill>
                          <a:schemeClr val="tx1"/>
                        </a:solidFill>
                      </a:endParaRPr>
                    </a:p>
                  </a:txBody>
                  <a:tcPr>
                    <a:solidFill>
                      <a:srgbClr val="F3BE60">
                        <a:alpha val="50000"/>
                      </a:srgbClr>
                    </a:solidFill>
                  </a:tcPr>
                </a:tc>
                <a:extLst>
                  <a:ext uri="{0D108BD9-81ED-4DB2-BD59-A6C34878D82A}">
                    <a16:rowId xmlns:a16="http://schemas.microsoft.com/office/drawing/2014/main" val="3347448364"/>
                  </a:ext>
                </a:extLst>
              </a:tr>
            </a:tbl>
          </a:graphicData>
        </a:graphic>
      </p:graphicFrame>
      <p:sp>
        <p:nvSpPr>
          <p:cNvPr id="7" name="Right Arrow 6"/>
          <p:cNvSpPr/>
          <p:nvPr/>
        </p:nvSpPr>
        <p:spPr>
          <a:xfrm rot="1884745">
            <a:off x="6603095" y="2839367"/>
            <a:ext cx="717577" cy="242987"/>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8" name="Right Arrow 7"/>
          <p:cNvSpPr/>
          <p:nvPr/>
        </p:nvSpPr>
        <p:spPr>
          <a:xfrm rot="20185644">
            <a:off x="6590875" y="3660303"/>
            <a:ext cx="717577" cy="242987"/>
          </a:xfrm>
          <a:prstGeom prst="rightArrow">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9" name="Right Arrow 8"/>
          <p:cNvSpPr/>
          <p:nvPr/>
        </p:nvSpPr>
        <p:spPr>
          <a:xfrm rot="19000881">
            <a:off x="6635727" y="4496872"/>
            <a:ext cx="717577" cy="242987"/>
          </a:xfrm>
          <a:prstGeom prst="rightArrow">
            <a:avLst/>
          </a:prstGeom>
          <a:solidFill>
            <a:srgbClr val="F3BE6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0" name="TextBox 9">
            <a:extLst>
              <a:ext uri="{FF2B5EF4-FFF2-40B4-BE49-F238E27FC236}">
                <a16:creationId xmlns:a16="http://schemas.microsoft.com/office/drawing/2014/main" id="{CCE7E7CC-F772-4767-BEF3-B07F80146566}"/>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0813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1147438" y="2514600"/>
            <a:ext cx="10556818" cy="2434101"/>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3600" b="1" dirty="0">
                <a:solidFill>
                  <a:schemeClr val="tx2"/>
                </a:solidFill>
                <a:latin typeface="Consolas" panose="020B0609020204030204" pitchFamily="49" charset="0"/>
              </a:rPr>
              <a:t>SELECT</a:t>
            </a:r>
            <a:r>
              <a:rPr lang="en-US" sz="3600" dirty="0">
                <a:solidFill>
                  <a:schemeClr val="tx2"/>
                </a:solidFill>
                <a:latin typeface="Consolas" panose="020B0609020204030204" pitchFamily="49" charset="0"/>
              </a:rPr>
              <a:t> e.</a:t>
            </a:r>
            <a:r>
              <a:rPr lang="en-US" sz="3600" noProof="1">
                <a:solidFill>
                  <a:schemeClr val="tx2"/>
                </a:solidFill>
                <a:latin typeface="Consolas" panose="020B0609020204030204" pitchFamily="49" charset="0"/>
              </a:rPr>
              <a:t>DepartmentID</a:t>
            </a:r>
            <a:r>
              <a:rPr lang="en-US" sz="3600" dirty="0">
                <a:solidFill>
                  <a:schemeClr val="tx2"/>
                </a:solidFill>
                <a:latin typeface="Consolas" panose="020B0609020204030204" pitchFamily="49" charset="0"/>
              </a:rPr>
              <a:t>, </a:t>
            </a:r>
          </a:p>
          <a:p>
            <a:r>
              <a:rPr lang="en-US" sz="3600" b="1" dirty="0">
                <a:solidFill>
                  <a:schemeClr val="tx2"/>
                </a:solidFill>
                <a:latin typeface="Consolas" panose="020B0609020204030204" pitchFamily="49" charset="0"/>
              </a:rPr>
              <a:t>  </a:t>
            </a:r>
            <a:r>
              <a:rPr lang="en-US" sz="3600" b="1" dirty="0">
                <a:solidFill>
                  <a:srgbClr val="F3BE60"/>
                </a:solidFill>
                <a:latin typeface="Consolas" panose="020B0609020204030204" pitchFamily="49" charset="0"/>
              </a:rPr>
              <a:t>AVG</a:t>
            </a:r>
            <a:r>
              <a:rPr lang="en-US" sz="3600" dirty="0">
                <a:solidFill>
                  <a:schemeClr val="tx2"/>
                </a:solidFill>
                <a:latin typeface="Consolas" panose="020B0609020204030204" pitchFamily="49" charset="0"/>
              </a:rPr>
              <a:t>(e.Salary) </a:t>
            </a:r>
            <a:r>
              <a:rPr lang="en-US" sz="3600" b="1" dirty="0">
                <a:solidFill>
                  <a:schemeClr val="tx2"/>
                </a:solidFill>
                <a:latin typeface="Consolas" panose="020B0609020204030204" pitchFamily="49" charset="0"/>
              </a:rPr>
              <a:t>AS</a:t>
            </a:r>
            <a:r>
              <a:rPr lang="en-US" sz="3600" dirty="0">
                <a:solidFill>
                  <a:schemeClr val="tx2"/>
                </a:solidFill>
                <a:latin typeface="Consolas" panose="020B0609020204030204" pitchFamily="49" charset="0"/>
              </a:rPr>
              <a:t> </a:t>
            </a:r>
            <a:r>
              <a:rPr lang="en-US" sz="3600" noProof="1">
                <a:solidFill>
                  <a:schemeClr val="tx2"/>
                </a:solidFill>
                <a:latin typeface="Consolas" panose="020B0609020204030204" pitchFamily="49" charset="0"/>
              </a:rPr>
              <a:t>'AvgSalary</a:t>
            </a:r>
            <a:r>
              <a:rPr lang="en-US" sz="3600" dirty="0">
                <a:solidFill>
                  <a:schemeClr val="tx2"/>
                </a:solidFill>
                <a:latin typeface="Consolas" panose="020B0609020204030204" pitchFamily="49" charset="0"/>
              </a:rPr>
              <a:t>'</a:t>
            </a:r>
          </a:p>
          <a:p>
            <a:r>
              <a:rPr lang="en-GB" sz="3600" b="1" dirty="0">
                <a:solidFill>
                  <a:schemeClr val="tx2"/>
                </a:solidFill>
                <a:latin typeface="Consolas" panose="020B0609020204030204" pitchFamily="49" charset="0"/>
              </a:rPr>
              <a:t>FROM</a:t>
            </a:r>
            <a:r>
              <a:rPr lang="en-GB" sz="3600" dirty="0">
                <a:solidFill>
                  <a:schemeClr val="tx2"/>
                </a:solidFill>
                <a:latin typeface="Consolas" panose="020B0609020204030204" pitchFamily="49" charset="0"/>
              </a:rPr>
              <a:t> Employees </a:t>
            </a:r>
            <a:r>
              <a:rPr lang="en-GB" sz="3600" b="1" dirty="0">
                <a:solidFill>
                  <a:schemeClr val="tx2"/>
                </a:solidFill>
                <a:latin typeface="Consolas" panose="020B0609020204030204" pitchFamily="49" charset="0"/>
              </a:rPr>
              <a:t>AS</a:t>
            </a:r>
            <a:r>
              <a:rPr lang="en-GB" sz="3600" dirty="0">
                <a:solidFill>
                  <a:schemeClr val="tx2"/>
                </a:solidFill>
                <a:latin typeface="Consolas" panose="020B0609020204030204" pitchFamily="49" charset="0"/>
              </a:rPr>
              <a:t> e</a:t>
            </a:r>
          </a:p>
          <a:p>
            <a:r>
              <a:rPr lang="en-GB" sz="3600" b="1" dirty="0">
                <a:solidFill>
                  <a:schemeClr val="tx2"/>
                </a:solidFill>
                <a:latin typeface="Consolas" panose="020B0609020204030204" pitchFamily="49" charset="0"/>
              </a:rPr>
              <a:t>GROUP</a:t>
            </a:r>
            <a:r>
              <a:rPr lang="en-GB" sz="3600" dirty="0">
                <a:solidFill>
                  <a:schemeClr val="tx2"/>
                </a:solidFill>
                <a:latin typeface="Consolas" panose="020B0609020204030204" pitchFamily="49" charset="0"/>
              </a:rPr>
              <a:t> </a:t>
            </a:r>
            <a:r>
              <a:rPr lang="en-GB" sz="3600" b="1" dirty="0">
                <a:solidFill>
                  <a:schemeClr val="tx2"/>
                </a:solidFill>
                <a:latin typeface="Consolas" panose="020B0609020204030204" pitchFamily="49" charset="0"/>
              </a:rPr>
              <a:t>BY</a:t>
            </a:r>
            <a:r>
              <a:rPr lang="en-GB" sz="3600" dirty="0">
                <a:solidFill>
                  <a:schemeClr val="tx2"/>
                </a:solidFill>
                <a:latin typeface="Consolas" panose="020B0609020204030204" pitchFamily="49" charset="0"/>
              </a:rPr>
              <a:t> e.</a:t>
            </a:r>
            <a:r>
              <a:rPr lang="en-US" sz="3600" noProof="1">
                <a:solidFill>
                  <a:schemeClr val="tx2"/>
                </a:solidFill>
                <a:latin typeface="Consolas" panose="020B0609020204030204" pitchFamily="49" charset="0"/>
              </a:rPr>
              <a:t>DepartmentID</a:t>
            </a:r>
          </a:p>
        </p:txBody>
      </p:sp>
      <p:sp>
        <p:nvSpPr>
          <p:cNvPr id="8" name="AutoShape 7"/>
          <p:cNvSpPr>
            <a:spLocks noChangeArrowheads="1"/>
          </p:cNvSpPr>
          <p:nvPr/>
        </p:nvSpPr>
        <p:spPr bwMode="auto">
          <a:xfrm>
            <a:off x="3509638" y="1307493"/>
            <a:ext cx="2229557" cy="953805"/>
          </a:xfrm>
          <a:prstGeom prst="wedgeRoundRectCallout">
            <a:avLst>
              <a:gd name="adj1" fmla="val -36015"/>
              <a:gd name="adj2" fmla="val 87599"/>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a:t>
            </a:r>
          </a:p>
        </p:txBody>
      </p:sp>
      <p:sp>
        <p:nvSpPr>
          <p:cNvPr id="12" name="AutoShape 7"/>
          <p:cNvSpPr>
            <a:spLocks noChangeArrowheads="1"/>
          </p:cNvSpPr>
          <p:nvPr/>
        </p:nvSpPr>
        <p:spPr bwMode="auto">
          <a:xfrm>
            <a:off x="4957438" y="5132181"/>
            <a:ext cx="2229557" cy="953805"/>
          </a:xfrm>
          <a:prstGeom prst="wedgeRoundRectCallout">
            <a:avLst>
              <a:gd name="adj1" fmla="val -37789"/>
              <a:gd name="adj2" fmla="val -75908"/>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Columns</a:t>
            </a:r>
          </a:p>
        </p:txBody>
      </p:sp>
      <p:sp>
        <p:nvSpPr>
          <p:cNvPr id="11" name="AutoShape 7"/>
          <p:cNvSpPr>
            <a:spLocks noChangeArrowheads="1"/>
          </p:cNvSpPr>
          <p:nvPr/>
        </p:nvSpPr>
        <p:spPr bwMode="auto">
          <a:xfrm>
            <a:off x="6710038" y="3784146"/>
            <a:ext cx="2971800" cy="520807"/>
          </a:xfrm>
          <a:prstGeom prst="wedgeRoundRectCallout">
            <a:avLst>
              <a:gd name="adj1" fmla="val -65903"/>
              <a:gd name="adj2" fmla="val 1229"/>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Table Alias</a:t>
            </a:r>
          </a:p>
        </p:txBody>
      </p:sp>
      <p:sp>
        <p:nvSpPr>
          <p:cNvPr id="13" name="AutoShape 7"/>
          <p:cNvSpPr>
            <a:spLocks noChangeArrowheads="1"/>
          </p:cNvSpPr>
          <p:nvPr/>
        </p:nvSpPr>
        <p:spPr bwMode="auto">
          <a:xfrm>
            <a:off x="7776838" y="2356964"/>
            <a:ext cx="2971800" cy="558485"/>
          </a:xfrm>
          <a:prstGeom prst="wedgeRoundRectCallout">
            <a:avLst>
              <a:gd name="adj1" fmla="val -39283"/>
              <a:gd name="adj2" fmla="val 111591"/>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New Column Alias</a:t>
            </a:r>
          </a:p>
        </p:txBody>
      </p:sp>
      <p:sp>
        <p:nvSpPr>
          <p:cNvPr id="9" name="TextBox 8">
            <a:extLst>
              <a:ext uri="{FF2B5EF4-FFF2-40B4-BE49-F238E27FC236}">
                <a16:creationId xmlns:a16="http://schemas.microsoft.com/office/drawing/2014/main" id="{8985E215-FD48-412E-8DDD-05DF0A64F6DB}"/>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Aggregate Functions</a:t>
            </a:r>
            <a:endParaRPr lang="en-US" sz="3600" dirty="0">
              <a:latin typeface="Times New Roman" panose="02020603050405020304" pitchFamily="18" charset="0"/>
              <a:cs typeface="Times New Roman" panose="02020603050405020304" pitchFamily="18" charset="0"/>
            </a:endParaRPr>
          </a:p>
        </p:txBody>
      </p:sp>
      <p:sp>
        <p:nvSpPr>
          <p:cNvPr id="16" name="Content Placeholder 2">
            <a:extLst>
              <a:ext uri="{FF2B5EF4-FFF2-40B4-BE49-F238E27FC236}">
                <a16:creationId xmlns:a16="http://schemas.microsoft.com/office/drawing/2014/main" id="{A469043B-8961-4A7C-8D9B-677358065E22}"/>
              </a:ext>
            </a:extLst>
          </p:cNvPr>
          <p:cNvSpPr>
            <a:spLocks noGrp="1"/>
          </p:cNvSpPr>
          <p:nvPr>
            <p:ph idx="1"/>
          </p:nvPr>
        </p:nvSpPr>
        <p:spPr>
          <a:xfrm>
            <a:off x="837981" y="1253331"/>
            <a:ext cx="10512862" cy="4351338"/>
          </a:xfrm>
        </p:spPr>
        <p:txBody>
          <a:bodyPr>
            <a:normAutofit/>
          </a:bodyPr>
          <a:lstStyle/>
          <a:p>
            <a:pPr marL="0" indent="0">
              <a:lnSpc>
                <a:spcPct val="100000"/>
              </a:lnSpc>
              <a:buNone/>
            </a:pPr>
            <a:r>
              <a:rPr lang="en-US" sz="2800" b="1" dirty="0">
                <a:solidFill>
                  <a:schemeClr val="accent1"/>
                </a:solidFill>
                <a:latin typeface="Segoe UI" panose="020B0502040204020203" pitchFamily="34" charset="0"/>
                <a:cs typeface="Segoe UI" panose="020B0502040204020203" pitchFamily="34" charset="0"/>
              </a:rPr>
              <a:t>AVG</a:t>
            </a:r>
            <a:r>
              <a:rPr lang="en-US" sz="2800" dirty="0">
                <a:latin typeface="Segoe UI" panose="020B0502040204020203" pitchFamily="34" charset="0"/>
                <a:cs typeface="Segoe UI" panose="020B0502040204020203" pitchFamily="34" charset="0"/>
              </a:rPr>
              <a:t> syntax</a:t>
            </a:r>
          </a:p>
        </p:txBody>
      </p:sp>
    </p:spTree>
    <p:extLst>
      <p:ext uri="{BB962C8B-B14F-4D97-AF65-F5344CB8AC3E}">
        <p14:creationId xmlns:p14="http://schemas.microsoft.com/office/powerpoint/2010/main" val="29470103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1"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63236D3-EDB5-49E4-B16F-37B215FEE7DF}"/>
              </a:ext>
            </a:extLst>
          </p:cNvPr>
          <p:cNvSpPr txBox="1">
            <a:spLocks/>
          </p:cNvSpPr>
          <p:nvPr/>
        </p:nvSpPr>
        <p:spPr>
          <a:xfrm>
            <a:off x="1523602" y="1116267"/>
            <a:ext cx="9141619" cy="2387600"/>
          </a:xfrm>
          <a:prstGeom prst="rect">
            <a:avLst/>
          </a:prstGeom>
        </p:spPr>
        <p:txBody>
          <a:bodyPr vert="horz" lIns="91440" tIns="45720" rIns="91440" bIns="45720" rtlCol="0" anchor="b">
            <a:normAutofit/>
          </a:bodyPr>
          <a:lstStyle>
            <a:lvl1pPr algn="ctr" defTabSz="914126" rtl="0" eaLnBrk="1" latinLnBrk="0" hangingPunct="1">
              <a:lnSpc>
                <a:spcPct val="90000"/>
              </a:lnSpc>
              <a:spcBef>
                <a:spcPct val="0"/>
              </a:spcBef>
              <a:buNone/>
              <a:defRPr sz="5998" kern="1200">
                <a:solidFill>
                  <a:schemeClr val="tx1"/>
                </a:solidFill>
                <a:latin typeface="+mj-lt"/>
                <a:ea typeface="+mj-ea"/>
                <a:cs typeface="+mj-cs"/>
              </a:defRPr>
            </a:lvl1pPr>
          </a:lstStyle>
          <a:p>
            <a:r>
              <a:rPr lang="en-US"/>
              <a:t>Click to edit Master title style</a:t>
            </a:r>
          </a:p>
        </p:txBody>
      </p:sp>
      <p:sp>
        <p:nvSpPr>
          <p:cNvPr id="8" name="Subtitle 2">
            <a:extLst>
              <a:ext uri="{FF2B5EF4-FFF2-40B4-BE49-F238E27FC236}">
                <a16:creationId xmlns:a16="http://schemas.microsoft.com/office/drawing/2014/main" id="{818B74E4-6180-4C95-85B3-7653D8015DDF}"/>
              </a:ext>
            </a:extLst>
          </p:cNvPr>
          <p:cNvSpPr txBox="1">
            <a:spLocks/>
          </p:cNvSpPr>
          <p:nvPr/>
        </p:nvSpPr>
        <p:spPr>
          <a:xfrm>
            <a:off x="1523602" y="3595942"/>
            <a:ext cx="9141619" cy="1655762"/>
          </a:xfrm>
          <a:prstGeom prst="rect">
            <a:avLst/>
          </a:prstGeom>
        </p:spPr>
        <p:txBody>
          <a:bodyPr vert="horz" lIns="91440" tIns="45720" rIns="91440" bIns="45720" rtlCol="0">
            <a:normAutofit/>
          </a:bodyPr>
          <a:lstStyle>
            <a:lvl1pPr marL="0" indent="0" algn="ctr" defTabSz="914126" rtl="0" eaLnBrk="1" latinLnBrk="0" hangingPunct="1">
              <a:lnSpc>
                <a:spcPct val="90000"/>
              </a:lnSpc>
              <a:spcBef>
                <a:spcPts val="1000"/>
              </a:spcBef>
              <a:buFont typeface="Arial" panose="020B0604020202020204" pitchFamily="34" charset="0"/>
              <a:buNone/>
              <a:defRPr sz="2399" kern="1200">
                <a:solidFill>
                  <a:schemeClr val="tx1"/>
                </a:solidFill>
                <a:latin typeface="+mn-lt"/>
                <a:ea typeface="+mn-ea"/>
                <a:cs typeface="+mn-cs"/>
              </a:defRPr>
            </a:lvl1pPr>
            <a:lvl2pPr marL="457063" indent="0" algn="ctr" defTabSz="914126" rtl="0" eaLnBrk="1" latinLnBrk="0" hangingPunct="1">
              <a:lnSpc>
                <a:spcPct val="90000"/>
              </a:lnSpc>
              <a:spcBef>
                <a:spcPts val="500"/>
              </a:spcBef>
              <a:buFont typeface="Arial" panose="020B0604020202020204" pitchFamily="34" charset="0"/>
              <a:buNone/>
              <a:defRPr sz="1999" kern="1200">
                <a:solidFill>
                  <a:schemeClr val="tx1"/>
                </a:solidFill>
                <a:latin typeface="+mn-lt"/>
                <a:ea typeface="+mn-ea"/>
                <a:cs typeface="+mn-cs"/>
              </a:defRPr>
            </a:lvl2pPr>
            <a:lvl3pPr marL="914126" indent="0" algn="ctr" defTabSz="914126" rtl="0" eaLnBrk="1" latinLnBrk="0" hangingPunct="1">
              <a:lnSpc>
                <a:spcPct val="90000"/>
              </a:lnSpc>
              <a:spcBef>
                <a:spcPts val="500"/>
              </a:spcBef>
              <a:buFont typeface="Arial" panose="020B0604020202020204" pitchFamily="34" charset="0"/>
              <a:buNone/>
              <a:defRPr sz="1799" kern="1200">
                <a:solidFill>
                  <a:schemeClr val="tx1"/>
                </a:solidFill>
                <a:latin typeface="+mn-lt"/>
                <a:ea typeface="+mn-ea"/>
                <a:cs typeface="+mn-cs"/>
              </a:defRPr>
            </a:lvl3pPr>
            <a:lvl4pPr marL="1371189" indent="0" algn="ctr" defTabSz="914126"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251" indent="0" algn="ctr" defTabSz="914126"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5314" indent="0" algn="ctr" defTabSz="914126"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2377" indent="0" algn="ctr" defTabSz="914126"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199440" indent="0" algn="ctr" defTabSz="914126"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6503" indent="0" algn="ctr" defTabSz="914126"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Click to edit Master subtitle style</a:t>
            </a:r>
          </a:p>
        </p:txBody>
      </p:sp>
      <p:sp>
        <p:nvSpPr>
          <p:cNvPr id="9" name="Date Placeholder 3">
            <a:extLst>
              <a:ext uri="{FF2B5EF4-FFF2-40B4-BE49-F238E27FC236}">
                <a16:creationId xmlns:a16="http://schemas.microsoft.com/office/drawing/2014/main" id="{FFC62230-ABFE-45F7-A3CD-41F4F6FFFE75}"/>
              </a:ext>
            </a:extLst>
          </p:cNvPr>
          <p:cNvSpPr txBox="1">
            <a:spLocks/>
          </p:cNvSpPr>
          <p:nvPr/>
        </p:nvSpPr>
        <p:spPr>
          <a:xfrm>
            <a:off x="837981" y="6350255"/>
            <a:ext cx="274248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BDF68E2-58F2-4D09-BE8B-E3BD06533059}" type="datetimeFigureOut">
              <a:rPr lang="en-US" smtClean="0"/>
              <a:pPr/>
              <a:t>5/7/2025</a:t>
            </a:fld>
            <a:endParaRPr lang="en-US" dirty="0"/>
          </a:p>
        </p:txBody>
      </p:sp>
      <p:sp>
        <p:nvSpPr>
          <p:cNvPr id="10" name="Slide Number Placeholder 5">
            <a:extLst>
              <a:ext uri="{FF2B5EF4-FFF2-40B4-BE49-F238E27FC236}">
                <a16:creationId xmlns:a16="http://schemas.microsoft.com/office/drawing/2014/main" id="{293AD644-3FE6-4B84-BAEE-C83AB6B3947C}"/>
              </a:ext>
            </a:extLst>
          </p:cNvPr>
          <p:cNvSpPr txBox="1">
            <a:spLocks/>
          </p:cNvSpPr>
          <p:nvPr/>
        </p:nvSpPr>
        <p:spPr>
          <a:xfrm>
            <a:off x="8608356" y="6350255"/>
            <a:ext cx="274248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AB73BC-B049-4115-A692-8D63A059BFB8}" type="slidenum">
              <a:rPr lang="en-US" smtClean="0"/>
              <a:pPr/>
              <a:t>21</a:t>
            </a:fld>
            <a:endParaRPr lang="en-US" dirty="0"/>
          </a:p>
        </p:txBody>
      </p:sp>
      <p:pic>
        <p:nvPicPr>
          <p:cNvPr id="11" name="Google Shape;17;p2">
            <a:extLst>
              <a:ext uri="{FF2B5EF4-FFF2-40B4-BE49-F238E27FC236}">
                <a16:creationId xmlns:a16="http://schemas.microsoft.com/office/drawing/2014/main" id="{6FCB1A7B-3305-4B36-AC90-E9482EA32254}"/>
              </a:ext>
            </a:extLst>
          </p:cNvPr>
          <p:cNvPicPr preferRelativeResize="0"/>
          <p:nvPr/>
        </p:nvPicPr>
        <p:blipFill rotWithShape="1">
          <a:blip r:embed="rId3">
            <a:alphaModFix/>
          </a:blip>
          <a:srcRect/>
          <a:stretch/>
        </p:blipFill>
        <p:spPr>
          <a:xfrm>
            <a:off x="0" y="-6096"/>
            <a:ext cx="12195176" cy="6858000"/>
          </a:xfrm>
          <a:prstGeom prst="rect">
            <a:avLst/>
          </a:prstGeom>
          <a:noFill/>
          <a:ln>
            <a:noFill/>
          </a:ln>
        </p:spPr>
      </p:pic>
      <p:sp>
        <p:nvSpPr>
          <p:cNvPr id="5" name="Title 4"/>
          <p:cNvSpPr>
            <a:spLocks noGrp="1"/>
          </p:cNvSpPr>
          <p:nvPr>
            <p:ph type="ctrTitle"/>
          </p:nvPr>
        </p:nvSpPr>
        <p:spPr>
          <a:xfrm>
            <a:off x="1625175" y="2419824"/>
            <a:ext cx="8938472" cy="820600"/>
          </a:xfrm>
        </p:spPr>
        <p:txBody>
          <a:bodyPr>
            <a:normAutofit fontScale="90000"/>
          </a:bodyPr>
          <a:lstStyle/>
          <a:p>
            <a:r>
              <a:rPr lang="en-US" b="1" dirty="0">
                <a:solidFill>
                  <a:schemeClr val="bg1"/>
                </a:solidFill>
                <a:latin typeface="Segoe UI" panose="020B0502040204020203" pitchFamily="34" charset="0"/>
                <a:cs typeface="Segoe UI" panose="020B0502040204020203" pitchFamily="34" charset="0"/>
              </a:rPr>
              <a:t>Having</a:t>
            </a:r>
          </a:p>
        </p:txBody>
      </p:sp>
      <p:sp>
        <p:nvSpPr>
          <p:cNvPr id="6" name="Text Placeholder 5"/>
          <p:cNvSpPr>
            <a:spLocks noGrp="1"/>
          </p:cNvSpPr>
          <p:nvPr>
            <p:ph type="subTitle" idx="1"/>
          </p:nvPr>
        </p:nvSpPr>
        <p:spPr>
          <a:xfrm>
            <a:off x="1625175" y="3186587"/>
            <a:ext cx="8938472" cy="719034"/>
          </a:xfrm>
        </p:spPr>
        <p:txBody>
          <a:bodyPr/>
          <a:lstStyle/>
          <a:p>
            <a:r>
              <a:rPr lang="en-US" dirty="0">
                <a:solidFill>
                  <a:schemeClr val="bg1"/>
                </a:solidFill>
                <a:latin typeface="Segoe UI" panose="020B0502040204020203" pitchFamily="34" charset="0"/>
                <a:cs typeface="Segoe UI" panose="020B0502040204020203" pitchFamily="34" charset="0"/>
              </a:rPr>
              <a:t>Using predicates while grouping</a:t>
            </a:r>
          </a:p>
        </p:txBody>
      </p:sp>
    </p:spTree>
    <p:extLst>
      <p:ext uri="{BB962C8B-B14F-4D97-AF65-F5344CB8AC3E}">
        <p14:creationId xmlns:p14="http://schemas.microsoft.com/office/powerpoint/2010/main" val="1384283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425722" y="1143000"/>
            <a:ext cx="10856999" cy="4122555"/>
          </a:xfrm>
        </p:spPr>
        <p:txBody>
          <a:bodyPr>
            <a:normAutofit/>
          </a:bodyPr>
          <a:lstStyle/>
          <a:p>
            <a:pPr>
              <a:lnSpc>
                <a:spcPct val="100000"/>
              </a:lnSpc>
            </a:pPr>
            <a:r>
              <a:rPr lang="en-US" sz="2800" dirty="0">
                <a:latin typeface="Segoe UI" panose="020B0502040204020203" pitchFamily="34" charset="0"/>
                <a:cs typeface="Segoe UI" panose="020B0502040204020203" pitchFamily="34" charset="0"/>
              </a:rPr>
              <a:t>The </a:t>
            </a:r>
            <a:r>
              <a:rPr lang="en-US" sz="2800" b="1" dirty="0">
                <a:solidFill>
                  <a:schemeClr val="tx2">
                    <a:lumMod val="75000"/>
                  </a:schemeClr>
                </a:solidFill>
                <a:latin typeface="Segoe UI" panose="020B0502040204020203" pitchFamily="34" charset="0"/>
                <a:cs typeface="Segoe UI" panose="020B0502040204020203" pitchFamily="34" charset="0"/>
              </a:rPr>
              <a:t>HAVING</a:t>
            </a:r>
            <a:r>
              <a:rPr lang="en-US" sz="2800" dirty="0">
                <a:latin typeface="Segoe UI" panose="020B0502040204020203" pitchFamily="34" charset="0"/>
                <a:cs typeface="Segoe UI" panose="020B0502040204020203" pitchFamily="34" charset="0"/>
              </a:rPr>
              <a:t> clause is used to filter data based on </a:t>
            </a:r>
            <a:r>
              <a:rPr lang="en-US" sz="2800" dirty="0">
                <a:solidFill>
                  <a:schemeClr val="accent1"/>
                </a:solidFill>
                <a:latin typeface="Segoe UI" panose="020B0502040204020203" pitchFamily="34" charset="0"/>
                <a:cs typeface="Segoe UI" panose="020B0502040204020203" pitchFamily="34" charset="0"/>
              </a:rPr>
              <a:t>aggregate</a:t>
            </a:r>
            <a:r>
              <a:rPr lang="en-US" sz="2800" dirty="0">
                <a:latin typeface="Segoe UI" panose="020B0502040204020203" pitchFamily="34" charset="0"/>
                <a:cs typeface="Segoe UI" panose="020B0502040204020203" pitchFamily="34" charset="0"/>
              </a:rPr>
              <a:t> values. </a:t>
            </a:r>
          </a:p>
          <a:p>
            <a:pPr lvl="1">
              <a:lnSpc>
                <a:spcPct val="100000"/>
              </a:lnSpc>
            </a:pPr>
            <a:r>
              <a:rPr lang="en-US" sz="2400" dirty="0">
                <a:latin typeface="Segoe UI" panose="020B0502040204020203" pitchFamily="34" charset="0"/>
                <a:cs typeface="Segoe UI" panose="020B0502040204020203" pitchFamily="34" charset="0"/>
              </a:rPr>
              <a:t>This means that we cannot use it without grouping before that.</a:t>
            </a:r>
          </a:p>
          <a:p>
            <a:pPr>
              <a:lnSpc>
                <a:spcPct val="100000"/>
              </a:lnSpc>
            </a:pPr>
            <a:r>
              <a:rPr lang="en-US" sz="2800" dirty="0">
                <a:latin typeface="Segoe UI" panose="020B0502040204020203" pitchFamily="34" charset="0"/>
                <a:cs typeface="Segoe UI" panose="020B0502040204020203" pitchFamily="34" charset="0"/>
              </a:rPr>
              <a:t>Any Aggregate functions  (like </a:t>
            </a:r>
            <a:r>
              <a:rPr lang="en-US" sz="2800" b="1" dirty="0">
                <a:solidFill>
                  <a:schemeClr val="tx2">
                    <a:lumMod val="75000"/>
                  </a:schemeClr>
                </a:solidFill>
                <a:latin typeface="Segoe UI" panose="020B0502040204020203" pitchFamily="34" charset="0"/>
                <a:cs typeface="Segoe UI" panose="020B0502040204020203" pitchFamily="34" charset="0"/>
              </a:rPr>
              <a:t>MIN</a:t>
            </a:r>
            <a:r>
              <a:rPr lang="en-US" sz="2800" dirty="0">
                <a:latin typeface="Segoe UI" panose="020B0502040204020203" pitchFamily="34" charset="0"/>
                <a:cs typeface="Segoe UI" panose="020B0502040204020203" pitchFamily="34" charset="0"/>
              </a:rPr>
              <a:t>, </a:t>
            </a:r>
            <a:r>
              <a:rPr lang="en-US" sz="2800" b="1" dirty="0">
                <a:solidFill>
                  <a:schemeClr val="tx2">
                    <a:lumMod val="75000"/>
                  </a:schemeClr>
                </a:solidFill>
                <a:latin typeface="Segoe UI" panose="020B0502040204020203" pitchFamily="34" charset="0"/>
                <a:cs typeface="Segoe UI" panose="020B0502040204020203" pitchFamily="34" charset="0"/>
              </a:rPr>
              <a:t>MAX</a:t>
            </a:r>
            <a:r>
              <a:rPr lang="en-US" sz="2800" dirty="0">
                <a:latin typeface="Segoe UI" panose="020B0502040204020203" pitchFamily="34" charset="0"/>
                <a:cs typeface="Segoe UI" panose="020B0502040204020203" pitchFamily="34" charset="0"/>
              </a:rPr>
              <a:t>, </a:t>
            </a:r>
            <a:r>
              <a:rPr lang="en-US" sz="2800" b="1" dirty="0">
                <a:solidFill>
                  <a:schemeClr val="tx2">
                    <a:lumMod val="75000"/>
                  </a:schemeClr>
                </a:solidFill>
                <a:latin typeface="Segoe UI" panose="020B0502040204020203" pitchFamily="34" charset="0"/>
                <a:cs typeface="Segoe UI" panose="020B0502040204020203" pitchFamily="34" charset="0"/>
              </a:rPr>
              <a:t>SUM</a:t>
            </a:r>
            <a:r>
              <a:rPr lang="en-US" sz="2800" dirty="0">
                <a:latin typeface="Segoe UI" panose="020B0502040204020203" pitchFamily="34" charset="0"/>
                <a:cs typeface="Segoe UI" panose="020B0502040204020203" pitchFamily="34" charset="0"/>
              </a:rPr>
              <a:t> etc.) used both in the "HAVING" clause and in the select statement are executed one time only.</a:t>
            </a:r>
          </a:p>
          <a:p>
            <a:pPr>
              <a:lnSpc>
                <a:spcPct val="100000"/>
              </a:lnSpc>
            </a:pPr>
            <a:r>
              <a:rPr lang="en-US" sz="2800" dirty="0">
                <a:latin typeface="Segoe UI" panose="020B0502040204020203" pitchFamily="34" charset="0"/>
                <a:cs typeface="Segoe UI" panose="020B0502040204020203" pitchFamily="34" charset="0"/>
              </a:rPr>
              <a:t>Unlike </a:t>
            </a:r>
            <a:r>
              <a:rPr lang="en-US" sz="2800" b="1" dirty="0">
                <a:solidFill>
                  <a:schemeClr val="tx2">
                    <a:lumMod val="75000"/>
                  </a:schemeClr>
                </a:solidFill>
                <a:latin typeface="Segoe UI" panose="020B0502040204020203" pitchFamily="34" charset="0"/>
                <a:cs typeface="Segoe UI" panose="020B0502040204020203" pitchFamily="34" charset="0"/>
              </a:rPr>
              <a:t>HAVING</a:t>
            </a:r>
            <a:r>
              <a:rPr lang="en-US" sz="2800" dirty="0">
                <a:latin typeface="Segoe UI" panose="020B0502040204020203" pitchFamily="34" charset="0"/>
                <a:cs typeface="Segoe UI" panose="020B0502040204020203" pitchFamily="34" charset="0"/>
              </a:rPr>
              <a:t>, the </a:t>
            </a:r>
            <a:r>
              <a:rPr lang="en-US" sz="2800" b="1" dirty="0">
                <a:solidFill>
                  <a:schemeClr val="tx2">
                    <a:lumMod val="75000"/>
                  </a:schemeClr>
                </a:solidFill>
                <a:latin typeface="Segoe UI" panose="020B0502040204020203" pitchFamily="34" charset="0"/>
                <a:cs typeface="Segoe UI" panose="020B0502040204020203" pitchFamily="34" charset="0"/>
              </a:rPr>
              <a:t>WHERE</a:t>
            </a:r>
            <a:r>
              <a:rPr lang="en-US" sz="2800" dirty="0">
                <a:latin typeface="Segoe UI" panose="020B0502040204020203" pitchFamily="34" charset="0"/>
                <a:cs typeface="Segoe UI" panose="020B0502040204020203" pitchFamily="34" charset="0"/>
              </a:rPr>
              <a:t> clause filters rows </a:t>
            </a:r>
            <a:r>
              <a:rPr lang="en-US" sz="2800" dirty="0">
                <a:solidFill>
                  <a:schemeClr val="tx2">
                    <a:lumMod val="75000"/>
                  </a:schemeClr>
                </a:solidFill>
                <a:latin typeface="Segoe UI" panose="020B0502040204020203" pitchFamily="34" charset="0"/>
                <a:cs typeface="Segoe UI" panose="020B0502040204020203" pitchFamily="34" charset="0"/>
              </a:rPr>
              <a:t>before</a:t>
            </a:r>
            <a:r>
              <a:rPr lang="en-US" sz="2800" dirty="0">
                <a:latin typeface="Segoe UI" panose="020B0502040204020203" pitchFamily="34" charset="0"/>
                <a:cs typeface="Segoe UI" panose="020B0502040204020203" pitchFamily="34" charset="0"/>
              </a:rPr>
              <a:t> the aggregation happens.</a:t>
            </a:r>
          </a:p>
          <a:p>
            <a:pPr>
              <a:lnSpc>
                <a:spcPct val="100000"/>
              </a:lnSpc>
            </a:pPr>
            <a:endParaRPr lang="en-US" sz="2800" dirty="0">
              <a:latin typeface="Segoe UI" panose="020B0502040204020203" pitchFamily="34" charset="0"/>
              <a:cs typeface="Segoe UI" panose="020B0502040204020203" pitchFamily="34" charset="0"/>
            </a:endParaRPr>
          </a:p>
          <a:p>
            <a:pPr>
              <a:lnSpc>
                <a:spcPct val="100000"/>
              </a:lnSpc>
            </a:pPr>
            <a:endParaRPr lang="en-US" sz="2800" dirty="0">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FC353C5C-5018-4474-9282-A27D8FAA8405}"/>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Having Clause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4253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fade">
                                      <p:cBhvr>
                                        <p:cTn id="17"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
          </p:nvPr>
        </p:nvSpPr>
        <p:spPr>
          <a:xfrm>
            <a:off x="453154" y="1024822"/>
            <a:ext cx="10933199" cy="4960755"/>
          </a:xfrm>
        </p:spPr>
        <p:txBody>
          <a:bodyPr>
            <a:normAutofit/>
          </a:bodyPr>
          <a:lstStyle/>
          <a:p>
            <a:pPr>
              <a:lnSpc>
                <a:spcPct val="100000"/>
              </a:lnSpc>
            </a:pPr>
            <a:r>
              <a:rPr lang="en-US" sz="2800" dirty="0">
                <a:latin typeface="Segoe UI" panose="020B0502040204020203" pitchFamily="34" charset="0"/>
                <a:cs typeface="Segoe UI" panose="020B0502040204020203" pitchFamily="34" charset="0"/>
              </a:rPr>
              <a:t>Filter departments which have </a:t>
            </a:r>
            <a:r>
              <a:rPr lang="en-US" sz="2800" dirty="0">
                <a:solidFill>
                  <a:schemeClr val="accent1"/>
                </a:solidFill>
                <a:latin typeface="Segoe UI" panose="020B0502040204020203" pitchFamily="34" charset="0"/>
                <a:cs typeface="Segoe UI" panose="020B0502040204020203" pitchFamily="34" charset="0"/>
              </a:rPr>
              <a:t>total</a:t>
            </a:r>
            <a:r>
              <a:rPr lang="en-US" sz="2800" dirty="0">
                <a:latin typeface="Segoe UI" panose="020B0502040204020203" pitchFamily="34" charset="0"/>
                <a:cs typeface="Segoe UI" panose="020B0502040204020203" pitchFamily="34" charset="0"/>
              </a:rPr>
              <a:t> salary </a:t>
            </a:r>
            <a:r>
              <a:rPr lang="en-US" sz="2800" dirty="0">
                <a:solidFill>
                  <a:schemeClr val="tx2">
                    <a:lumMod val="75000"/>
                  </a:schemeClr>
                </a:solidFill>
                <a:latin typeface="Segoe UI" panose="020B0502040204020203" pitchFamily="34" charset="0"/>
                <a:cs typeface="Segoe UI" panose="020B0502040204020203" pitchFamily="34" charset="0"/>
              </a:rPr>
              <a:t>more or equal </a:t>
            </a:r>
            <a:r>
              <a:rPr lang="en-US" sz="2800" dirty="0">
                <a:latin typeface="Segoe UI" panose="020B0502040204020203" pitchFamily="34" charset="0"/>
                <a:cs typeface="Segoe UI" panose="020B0502040204020203" pitchFamily="34" charset="0"/>
              </a:rPr>
              <a:t>15,000.</a:t>
            </a:r>
          </a:p>
        </p:txBody>
      </p:sp>
      <p:graphicFrame>
        <p:nvGraphicFramePr>
          <p:cNvPr id="6" name="Table 5"/>
          <p:cNvGraphicFramePr>
            <a:graphicFrameLocks noGrp="1"/>
          </p:cNvGraphicFramePr>
          <p:nvPr>
            <p:extLst>
              <p:ext uri="{D42A27DB-BD31-4B8C-83A1-F6EECF244321}">
                <p14:modId xmlns:p14="http://schemas.microsoft.com/office/powerpoint/2010/main" val="3204656383"/>
              </p:ext>
            </p:extLst>
          </p:nvPr>
        </p:nvGraphicFramePr>
        <p:xfrm>
          <a:off x="7583849" y="3079429"/>
          <a:ext cx="4147186" cy="1371600"/>
        </p:xfrm>
        <a:graphic>
          <a:graphicData uri="http://schemas.openxmlformats.org/drawingml/2006/table">
            <a:tbl>
              <a:tblPr firstRow="1" bandRow="1">
                <a:tableStyleId>{7DF18680-E054-41AD-8BC1-D1AEF772440D}</a:tableStyleId>
              </a:tblPr>
              <a:tblGrid>
                <a:gridCol w="2546985">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t>DepartmentName</a:t>
                      </a:r>
                    </a:p>
                  </a:txBody>
                  <a:tcPr/>
                </a:tc>
                <a:tc>
                  <a:txBody>
                    <a:bodyPr/>
                    <a:lstStyle/>
                    <a:p>
                      <a:r>
                        <a:rPr lang="en-US" dirty="0"/>
                        <a:t>TotalSalary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20,000</a:t>
                      </a:r>
                    </a:p>
                  </a:txBody>
                  <a:tcPr>
                    <a:solidFill>
                      <a:srgbClr val="00B050">
                        <a:alpha val="50000"/>
                      </a:srgbClr>
                    </a:solidFill>
                  </a:tcPr>
                </a:tc>
                <a:extLst>
                  <a:ext uri="{0D108BD9-81ED-4DB2-BD59-A6C34878D82A}">
                    <a16:rowId xmlns:a16="http://schemas.microsoft.com/office/drawing/2014/main" val="2908875595"/>
                  </a:ext>
                </a:extLst>
              </a:tr>
              <a:tr h="457200">
                <a:tc>
                  <a:txBody>
                    <a:bodyPr/>
                    <a:lstStyle/>
                    <a:p>
                      <a:r>
                        <a:rPr lang="en-US" dirty="0">
                          <a:solidFill>
                            <a:schemeClr val="tx1"/>
                          </a:solidFill>
                        </a:rPr>
                        <a:t>Software Support</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334744836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261622976"/>
              </p:ext>
            </p:extLst>
          </p:nvPr>
        </p:nvGraphicFramePr>
        <p:xfrm>
          <a:off x="268648" y="2317429"/>
          <a:ext cx="5300536" cy="3200400"/>
        </p:xfrm>
        <a:graphic>
          <a:graphicData uri="http://schemas.openxmlformats.org/drawingml/2006/table">
            <a:tbl>
              <a:tblPr firstRow="1" bandRow="1">
                <a:tableStyleId>{7DF18680-E054-41AD-8BC1-D1AEF772440D}</a:tableStyleId>
              </a:tblPr>
              <a:tblGrid>
                <a:gridCol w="1496886">
                  <a:extLst>
                    <a:ext uri="{9D8B030D-6E8A-4147-A177-3AD203B41FA5}">
                      <a16:colId xmlns:a16="http://schemas.microsoft.com/office/drawing/2014/main" val="3180040124"/>
                    </a:ext>
                  </a:extLst>
                </a:gridCol>
                <a:gridCol w="2706370">
                  <a:extLst>
                    <a:ext uri="{9D8B030D-6E8A-4147-A177-3AD203B41FA5}">
                      <a16:colId xmlns:a16="http://schemas.microsoft.com/office/drawing/2014/main" val="3141524875"/>
                    </a:ext>
                  </a:extLst>
                </a:gridCol>
                <a:gridCol w="1097280">
                  <a:extLst>
                    <a:ext uri="{9D8B030D-6E8A-4147-A177-3AD203B41FA5}">
                      <a16:colId xmlns:a16="http://schemas.microsoft.com/office/drawing/2014/main" val="1915661299"/>
                    </a:ext>
                  </a:extLst>
                </a:gridCol>
              </a:tblGrid>
              <a:tr h="457200">
                <a:tc>
                  <a:txBody>
                    <a:bodyPr/>
                    <a:lstStyle/>
                    <a:p>
                      <a:r>
                        <a:rPr lang="en-US" dirty="0"/>
                        <a:t>Employee</a:t>
                      </a:r>
                    </a:p>
                  </a:txBody>
                  <a:tcPr/>
                </a:tc>
                <a:tc>
                  <a:txBody>
                    <a:bodyPr/>
                    <a:lstStyle/>
                    <a:p>
                      <a:r>
                        <a:rPr lang="en-US" dirty="0"/>
                        <a:t>DepartmentName</a:t>
                      </a:r>
                    </a:p>
                  </a:txBody>
                  <a:tcPr/>
                </a:tc>
                <a:tc>
                  <a:txBody>
                    <a:bodyPr/>
                    <a:lstStyle/>
                    <a:p>
                      <a:r>
                        <a:rPr lang="en-US" dirty="0"/>
                        <a:t>Salary</a:t>
                      </a:r>
                    </a:p>
                  </a:txBody>
                  <a:tcPr/>
                </a:tc>
                <a:extLst>
                  <a:ext uri="{0D108BD9-81ED-4DB2-BD59-A6C34878D82A}">
                    <a16:rowId xmlns:a16="http://schemas.microsoft.com/office/drawing/2014/main" val="247495740"/>
                  </a:ext>
                </a:extLst>
              </a:tr>
              <a:tr h="457200">
                <a:tc>
                  <a:txBody>
                    <a:bodyPr/>
                    <a:lstStyle/>
                    <a:p>
                      <a:r>
                        <a:rPr lang="en-US" dirty="0">
                          <a:solidFill>
                            <a:schemeClr val="tx1"/>
                          </a:solidFill>
                        </a:rPr>
                        <a:t>Adam</a:t>
                      </a:r>
                    </a:p>
                  </a:txBody>
                  <a:tcPr>
                    <a:solidFill>
                      <a:srgbClr val="00B050">
                        <a:alpha val="50000"/>
                      </a:srgbClr>
                    </a:solidFill>
                  </a:tcPr>
                </a:tc>
                <a:tc>
                  <a:txBody>
                    <a:bodyPr/>
                    <a:lstStyle/>
                    <a:p>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5,000</a:t>
                      </a:r>
                    </a:p>
                  </a:txBody>
                  <a:tcPr>
                    <a:solidFill>
                      <a:srgbClr val="00B050">
                        <a:alpha val="50000"/>
                      </a:srgbClr>
                    </a:solidFill>
                  </a:tcPr>
                </a:tc>
                <a:extLst>
                  <a:ext uri="{0D108BD9-81ED-4DB2-BD59-A6C34878D82A}">
                    <a16:rowId xmlns:a16="http://schemas.microsoft.com/office/drawing/2014/main" val="3609066432"/>
                  </a:ext>
                </a:extLst>
              </a:tr>
              <a:tr h="457200">
                <a:tc>
                  <a:txBody>
                    <a:bodyPr/>
                    <a:lstStyle/>
                    <a:p>
                      <a:r>
                        <a:rPr lang="en-US" dirty="0">
                          <a:solidFill>
                            <a:schemeClr val="tx1"/>
                          </a:solidFill>
                        </a:rPr>
                        <a:t>John</a:t>
                      </a:r>
                    </a:p>
                  </a:txBody>
                  <a:tcPr>
                    <a:solidFill>
                      <a:srgbClr val="00B05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Database Support</a:t>
                      </a:r>
                    </a:p>
                  </a:txBody>
                  <a:tcPr>
                    <a:solidFill>
                      <a:srgbClr val="00B050">
                        <a:alpha val="50000"/>
                      </a:srgbClr>
                    </a:solidFill>
                  </a:tcPr>
                </a:tc>
                <a:tc>
                  <a:txBody>
                    <a:bodyPr/>
                    <a:lstStyle/>
                    <a:p>
                      <a:r>
                        <a:rPr lang="en-US" dirty="0">
                          <a:solidFill>
                            <a:schemeClr val="tx1"/>
                          </a:solidFill>
                        </a:rPr>
                        <a:t>15,000</a:t>
                      </a:r>
                    </a:p>
                  </a:txBody>
                  <a:tcPr>
                    <a:solidFill>
                      <a:srgbClr val="00B050">
                        <a:alpha val="50000"/>
                      </a:srgbClr>
                    </a:solidFill>
                  </a:tcPr>
                </a:tc>
                <a:extLst>
                  <a:ext uri="{0D108BD9-81ED-4DB2-BD59-A6C34878D82A}">
                    <a16:rowId xmlns:a16="http://schemas.microsoft.com/office/drawing/2014/main" val="1287682195"/>
                  </a:ext>
                </a:extLst>
              </a:tr>
              <a:tr h="457200">
                <a:tc>
                  <a:txBody>
                    <a:bodyPr/>
                    <a:lstStyle/>
                    <a:p>
                      <a:r>
                        <a:rPr lang="en-US" dirty="0">
                          <a:solidFill>
                            <a:schemeClr val="tx1"/>
                          </a:solidFill>
                        </a:rPr>
                        <a:t>Jane</a:t>
                      </a:r>
                    </a:p>
                  </a:txBody>
                  <a:tcPr>
                    <a:solidFill>
                      <a:srgbClr val="00B0F0">
                        <a:alpha val="50000"/>
                      </a:srgbClr>
                    </a:solidFill>
                  </a:tcPr>
                </a:tc>
                <a:tc>
                  <a:txBody>
                    <a:bodyPr/>
                    <a:lstStyle/>
                    <a:p>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10,000</a:t>
                      </a:r>
                    </a:p>
                  </a:txBody>
                  <a:tcPr>
                    <a:solidFill>
                      <a:srgbClr val="00B0F0">
                        <a:alpha val="50000"/>
                      </a:srgbClr>
                    </a:solidFill>
                  </a:tcPr>
                </a:tc>
                <a:extLst>
                  <a:ext uri="{0D108BD9-81ED-4DB2-BD59-A6C34878D82A}">
                    <a16:rowId xmlns:a16="http://schemas.microsoft.com/office/drawing/2014/main" val="1053813033"/>
                  </a:ext>
                </a:extLst>
              </a:tr>
              <a:tr h="457200">
                <a:tc>
                  <a:txBody>
                    <a:bodyPr/>
                    <a:lstStyle/>
                    <a:p>
                      <a:r>
                        <a:rPr lang="en-US" dirty="0">
                          <a:solidFill>
                            <a:schemeClr val="tx1"/>
                          </a:solidFill>
                        </a:rPr>
                        <a:t>George</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15,000</a:t>
                      </a:r>
                    </a:p>
                  </a:txBody>
                  <a:tcPr>
                    <a:solidFill>
                      <a:srgbClr val="00B0F0">
                        <a:alpha val="50000"/>
                      </a:srgbClr>
                    </a:solidFill>
                  </a:tcPr>
                </a:tc>
                <a:extLst>
                  <a:ext uri="{0D108BD9-81ED-4DB2-BD59-A6C34878D82A}">
                    <a16:rowId xmlns:a16="http://schemas.microsoft.com/office/drawing/2014/main" val="2640231826"/>
                  </a:ext>
                </a:extLst>
              </a:tr>
              <a:tr h="457200">
                <a:tc>
                  <a:txBody>
                    <a:bodyPr/>
                    <a:lstStyle/>
                    <a:p>
                      <a:r>
                        <a:rPr lang="en-US" dirty="0">
                          <a:solidFill>
                            <a:schemeClr val="tx1"/>
                          </a:solidFill>
                        </a:rPr>
                        <a:t>Lila</a:t>
                      </a:r>
                    </a:p>
                  </a:txBody>
                  <a:tcPr>
                    <a:solidFill>
                      <a:srgbClr val="00B0F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Application Support</a:t>
                      </a:r>
                    </a:p>
                  </a:txBody>
                  <a:tcPr>
                    <a:solidFill>
                      <a:srgbClr val="00B0F0">
                        <a:alpha val="50000"/>
                      </a:srgbClr>
                    </a:solidFill>
                  </a:tcPr>
                </a:tc>
                <a:tc>
                  <a:txBody>
                    <a:bodyPr/>
                    <a:lstStyle/>
                    <a:p>
                      <a:r>
                        <a:rPr lang="en-US" dirty="0">
                          <a:solidFill>
                            <a:schemeClr val="tx1"/>
                          </a:solidFill>
                        </a:rPr>
                        <a:t>5,000</a:t>
                      </a:r>
                    </a:p>
                  </a:txBody>
                  <a:tcPr>
                    <a:solidFill>
                      <a:srgbClr val="00B0F0">
                        <a:alpha val="50000"/>
                      </a:srgbClr>
                    </a:solidFill>
                  </a:tcPr>
                </a:tc>
                <a:extLst>
                  <a:ext uri="{0D108BD9-81ED-4DB2-BD59-A6C34878D82A}">
                    <a16:rowId xmlns:a16="http://schemas.microsoft.com/office/drawing/2014/main" val="1267294716"/>
                  </a:ext>
                </a:extLst>
              </a:tr>
              <a:tr h="457200">
                <a:tc>
                  <a:txBody>
                    <a:bodyPr/>
                    <a:lstStyle/>
                    <a:p>
                      <a:r>
                        <a:rPr lang="en-US" dirty="0">
                          <a:solidFill>
                            <a:schemeClr val="tx1"/>
                          </a:solidFill>
                        </a:rPr>
                        <a:t>Fred</a:t>
                      </a:r>
                    </a:p>
                  </a:txBody>
                  <a:tcPr>
                    <a:solidFill>
                      <a:srgbClr val="F3BE60">
                        <a:alpha val="50000"/>
                      </a:srgbClr>
                    </a:solidFill>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solidFill>
                        </a:rPr>
                        <a:t>Software Support</a:t>
                      </a:r>
                    </a:p>
                  </a:txBody>
                  <a:tcPr>
                    <a:solidFill>
                      <a:srgbClr val="F3BE60">
                        <a:alpha val="50000"/>
                      </a:srgbClr>
                    </a:solidFill>
                  </a:tcPr>
                </a:tc>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93484896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066633732"/>
              </p:ext>
            </p:extLst>
          </p:nvPr>
        </p:nvGraphicFramePr>
        <p:xfrm>
          <a:off x="5569184" y="2317429"/>
          <a:ext cx="1616138" cy="3200400"/>
        </p:xfrm>
        <a:graphic>
          <a:graphicData uri="http://schemas.openxmlformats.org/drawingml/2006/table">
            <a:tbl>
              <a:tblPr firstRow="1" bandRow="1">
                <a:tableStyleId>{7DF18680-E054-41AD-8BC1-D1AEF772440D}</a:tableStyleId>
              </a:tblPr>
              <a:tblGrid>
                <a:gridCol w="1616138">
                  <a:extLst>
                    <a:ext uri="{9D8B030D-6E8A-4147-A177-3AD203B41FA5}">
                      <a16:colId xmlns:a16="http://schemas.microsoft.com/office/drawing/2014/main" val="2274113953"/>
                    </a:ext>
                  </a:extLst>
                </a:gridCol>
              </a:tblGrid>
              <a:tr h="457200">
                <a:tc>
                  <a:txBody>
                    <a:bodyPr/>
                    <a:lstStyle/>
                    <a:p>
                      <a:r>
                        <a:rPr lang="en-US" noProof="1"/>
                        <a:t>TotalSalary</a:t>
                      </a:r>
                    </a:p>
                  </a:txBody>
                  <a:tcPr/>
                </a:tc>
                <a:extLst>
                  <a:ext uri="{0D108BD9-81ED-4DB2-BD59-A6C34878D82A}">
                    <a16:rowId xmlns:a16="http://schemas.microsoft.com/office/drawing/2014/main" val="247495740"/>
                  </a:ext>
                </a:extLst>
              </a:tr>
              <a:tr h="914400">
                <a:tc>
                  <a:txBody>
                    <a:bodyPr/>
                    <a:lstStyle/>
                    <a:p>
                      <a:r>
                        <a:rPr lang="en-US" dirty="0">
                          <a:solidFill>
                            <a:schemeClr val="tx1"/>
                          </a:solidFill>
                        </a:rPr>
                        <a:t>20,000</a:t>
                      </a:r>
                    </a:p>
                  </a:txBody>
                  <a:tcPr anchor="ctr">
                    <a:solidFill>
                      <a:srgbClr val="00B050">
                        <a:alpha val="50000"/>
                      </a:srgbClr>
                    </a:solidFill>
                  </a:tcPr>
                </a:tc>
                <a:extLst>
                  <a:ext uri="{0D108BD9-81ED-4DB2-BD59-A6C34878D82A}">
                    <a16:rowId xmlns:a16="http://schemas.microsoft.com/office/drawing/2014/main" val="3609066432"/>
                  </a:ext>
                </a:extLst>
              </a:tr>
              <a:tr h="1371600">
                <a:tc>
                  <a:txBody>
                    <a:bodyPr/>
                    <a:lstStyle/>
                    <a:p>
                      <a:r>
                        <a:rPr lang="en-US" dirty="0">
                          <a:solidFill>
                            <a:schemeClr val="tx1"/>
                          </a:solidFill>
                        </a:rPr>
                        <a:t>10,000</a:t>
                      </a:r>
                    </a:p>
                  </a:txBody>
                  <a:tcPr anchor="ctr">
                    <a:solidFill>
                      <a:srgbClr val="00B0F0">
                        <a:alpha val="50000"/>
                      </a:srgbClr>
                    </a:solidFill>
                  </a:tcPr>
                </a:tc>
                <a:extLst>
                  <a:ext uri="{0D108BD9-81ED-4DB2-BD59-A6C34878D82A}">
                    <a16:rowId xmlns:a16="http://schemas.microsoft.com/office/drawing/2014/main" val="1053813033"/>
                  </a:ext>
                </a:extLst>
              </a:tr>
              <a:tr h="457200">
                <a:tc>
                  <a:txBody>
                    <a:bodyPr/>
                    <a:lstStyle/>
                    <a:p>
                      <a:r>
                        <a:rPr lang="en-US" dirty="0">
                          <a:solidFill>
                            <a:schemeClr val="tx1"/>
                          </a:solidFill>
                        </a:rPr>
                        <a:t>15,000</a:t>
                      </a:r>
                    </a:p>
                  </a:txBody>
                  <a:tcPr>
                    <a:solidFill>
                      <a:srgbClr val="F3BE60">
                        <a:alpha val="50000"/>
                      </a:srgbClr>
                    </a:solidFill>
                  </a:tcPr>
                </a:tc>
                <a:extLst>
                  <a:ext uri="{0D108BD9-81ED-4DB2-BD59-A6C34878D82A}">
                    <a16:rowId xmlns:a16="http://schemas.microsoft.com/office/drawing/2014/main" val="934848964"/>
                  </a:ext>
                </a:extLst>
              </a:tr>
            </a:tbl>
          </a:graphicData>
        </a:graphic>
      </p:graphicFrame>
      <p:sp>
        <p:nvSpPr>
          <p:cNvPr id="7" name="AutoShape 7"/>
          <p:cNvSpPr>
            <a:spLocks noChangeArrowheads="1"/>
          </p:cNvSpPr>
          <p:nvPr/>
        </p:nvSpPr>
        <p:spPr bwMode="auto">
          <a:xfrm>
            <a:off x="6593249" y="1524000"/>
            <a:ext cx="3704276" cy="592508"/>
          </a:xfrm>
          <a:prstGeom prst="wedgeRoundRectCallout">
            <a:avLst>
              <a:gd name="adj1" fmla="val -43610"/>
              <a:gd name="adj2" fmla="val 101802"/>
              <a:gd name="adj3" fmla="val 16667"/>
            </a:avLst>
          </a:prstGeom>
          <a:solidFill>
            <a:schemeClr val="accent2">
              <a:lumMod val="75000"/>
              <a:alpha val="94902"/>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Aggregated value</a:t>
            </a:r>
          </a:p>
        </p:txBody>
      </p:sp>
      <p:sp>
        <p:nvSpPr>
          <p:cNvPr id="12" name="TextBox 11">
            <a:extLst>
              <a:ext uri="{FF2B5EF4-FFF2-40B4-BE49-F238E27FC236}">
                <a16:creationId xmlns:a16="http://schemas.microsoft.com/office/drawing/2014/main" id="{7AFDDFAE-6CB2-4CE2-9AD9-05CDE1286246}"/>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Having Clause: Example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89183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836612" y="2579224"/>
            <a:ext cx="10556817" cy="2680322"/>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3200" b="1" dirty="0">
                <a:solidFill>
                  <a:schemeClr val="tx2"/>
                </a:solidFill>
                <a:latin typeface="Consolas" panose="020B0609020204030204" pitchFamily="49" charset="0"/>
              </a:rPr>
              <a:t>SELECT</a:t>
            </a:r>
            <a:r>
              <a:rPr lang="en-US" sz="3200" dirty="0">
                <a:solidFill>
                  <a:schemeClr val="tx2"/>
                </a:solidFill>
                <a:latin typeface="Consolas" panose="020B0609020204030204" pitchFamily="49" charset="0"/>
              </a:rPr>
              <a:t> </a:t>
            </a:r>
            <a:r>
              <a:rPr lang="en-US" sz="3200" noProof="1">
                <a:solidFill>
                  <a:schemeClr val="tx2"/>
                </a:solidFill>
                <a:latin typeface="Consolas" panose="020B0609020204030204" pitchFamily="49" charset="0"/>
              </a:rPr>
              <a:t>e.DepartmentID,</a:t>
            </a:r>
            <a:br>
              <a:rPr lang="en-US" sz="3200" noProof="1">
                <a:solidFill>
                  <a:schemeClr val="tx2"/>
                </a:solidFill>
                <a:latin typeface="Consolas" panose="020B0609020204030204" pitchFamily="49" charset="0"/>
              </a:rPr>
            </a:br>
            <a:r>
              <a:rPr lang="en-US" sz="3200" dirty="0">
                <a:solidFill>
                  <a:schemeClr val="tx2"/>
                </a:solidFill>
                <a:latin typeface="Consolas" panose="020B0609020204030204" pitchFamily="49" charset="0"/>
              </a:rPr>
              <a:t>  </a:t>
            </a:r>
            <a:r>
              <a:rPr lang="en-US" sz="3200" b="1" dirty="0">
                <a:solidFill>
                  <a:srgbClr val="F3BE60"/>
                </a:solidFill>
                <a:latin typeface="Consolas" panose="020B0609020204030204" pitchFamily="49" charset="0"/>
              </a:rPr>
              <a:t>SUM</a:t>
            </a:r>
            <a:r>
              <a:rPr lang="en-US" sz="3200" dirty="0">
                <a:solidFill>
                  <a:schemeClr val="tx2"/>
                </a:solidFill>
                <a:latin typeface="Consolas" panose="020B0609020204030204" pitchFamily="49" charset="0"/>
              </a:rPr>
              <a:t>(e.Salary) </a:t>
            </a:r>
            <a:r>
              <a:rPr lang="en-US" sz="3200" b="1" dirty="0">
                <a:solidFill>
                  <a:schemeClr val="tx2"/>
                </a:solidFill>
                <a:latin typeface="Consolas" panose="020B0609020204030204" pitchFamily="49" charset="0"/>
              </a:rPr>
              <a:t>AS</a:t>
            </a:r>
            <a:r>
              <a:rPr lang="en-US" sz="3200" dirty="0">
                <a:solidFill>
                  <a:schemeClr val="tx2"/>
                </a:solidFill>
                <a:latin typeface="Consolas" panose="020B0609020204030204" pitchFamily="49" charset="0"/>
              </a:rPr>
              <a:t> 'TotalSalary'</a:t>
            </a:r>
          </a:p>
          <a:p>
            <a:r>
              <a:rPr lang="en-GB" sz="3200" b="1" dirty="0">
                <a:solidFill>
                  <a:schemeClr val="tx2"/>
                </a:solidFill>
                <a:latin typeface="Consolas" panose="020B0609020204030204" pitchFamily="49" charset="0"/>
              </a:rPr>
              <a:t>FROM</a:t>
            </a:r>
            <a:r>
              <a:rPr lang="en-GB" sz="3200" dirty="0">
                <a:solidFill>
                  <a:schemeClr val="tx2"/>
                </a:solidFill>
                <a:latin typeface="Consolas" panose="020B0609020204030204" pitchFamily="49" charset="0"/>
              </a:rPr>
              <a:t> Employees </a:t>
            </a:r>
            <a:r>
              <a:rPr lang="en-GB" sz="3200" b="1" dirty="0">
                <a:solidFill>
                  <a:schemeClr val="tx2"/>
                </a:solidFill>
                <a:latin typeface="Consolas" panose="020B0609020204030204" pitchFamily="49" charset="0"/>
              </a:rPr>
              <a:t>AS</a:t>
            </a:r>
            <a:r>
              <a:rPr lang="en-GB" sz="3200" dirty="0">
                <a:solidFill>
                  <a:schemeClr val="tx2"/>
                </a:solidFill>
                <a:latin typeface="Consolas" panose="020B0609020204030204" pitchFamily="49" charset="0"/>
              </a:rPr>
              <a:t> e</a:t>
            </a:r>
          </a:p>
          <a:p>
            <a:r>
              <a:rPr lang="en-GB" sz="3200" b="1" dirty="0">
                <a:solidFill>
                  <a:schemeClr val="tx2"/>
                </a:solidFill>
                <a:latin typeface="Consolas" panose="020B0609020204030204" pitchFamily="49" charset="0"/>
              </a:rPr>
              <a:t>GROUP</a:t>
            </a:r>
            <a:r>
              <a:rPr lang="en-GB" sz="3200" dirty="0">
                <a:solidFill>
                  <a:schemeClr val="tx2"/>
                </a:solidFill>
                <a:latin typeface="Consolas" panose="020B0609020204030204" pitchFamily="49" charset="0"/>
              </a:rPr>
              <a:t> </a:t>
            </a:r>
            <a:r>
              <a:rPr lang="en-GB" sz="3200" b="1" dirty="0">
                <a:solidFill>
                  <a:schemeClr val="tx2"/>
                </a:solidFill>
                <a:latin typeface="Consolas" panose="020B0609020204030204" pitchFamily="49" charset="0"/>
              </a:rPr>
              <a:t>BY</a:t>
            </a:r>
            <a:r>
              <a:rPr lang="en-GB" sz="3200" dirty="0">
                <a:solidFill>
                  <a:schemeClr val="tx2"/>
                </a:solidFill>
                <a:latin typeface="Consolas" panose="020B0609020204030204" pitchFamily="49" charset="0"/>
              </a:rPr>
              <a:t> </a:t>
            </a:r>
            <a:r>
              <a:rPr lang="en-US" sz="3200" dirty="0">
                <a:solidFill>
                  <a:schemeClr val="tx2"/>
                </a:solidFill>
                <a:latin typeface="Consolas" panose="020B0609020204030204" pitchFamily="49" charset="0"/>
              </a:rPr>
              <a:t>e.</a:t>
            </a:r>
            <a:r>
              <a:rPr lang="en-US" sz="3200" noProof="1">
                <a:solidFill>
                  <a:schemeClr val="tx2"/>
                </a:solidFill>
                <a:latin typeface="Consolas" panose="020B0609020204030204" pitchFamily="49" charset="0"/>
              </a:rPr>
              <a:t>DepartmentID</a:t>
            </a:r>
          </a:p>
          <a:p>
            <a:r>
              <a:rPr lang="en-GB" sz="3200" b="1" dirty="0">
                <a:solidFill>
                  <a:schemeClr val="tx2"/>
                </a:solidFill>
                <a:latin typeface="Consolas" panose="020B0609020204030204" pitchFamily="49" charset="0"/>
              </a:rPr>
              <a:t>HAVING</a:t>
            </a:r>
            <a:r>
              <a:rPr lang="en-GB" sz="3200" dirty="0">
                <a:solidFill>
                  <a:schemeClr val="tx2"/>
                </a:solidFill>
                <a:latin typeface="Consolas" panose="020B0609020204030204" pitchFamily="49" charset="0"/>
              </a:rPr>
              <a:t> </a:t>
            </a:r>
            <a:r>
              <a:rPr lang="en-GB" sz="3200" b="1" dirty="0">
                <a:solidFill>
                  <a:srgbClr val="F3BE60"/>
                </a:solidFill>
                <a:latin typeface="Consolas" panose="020B0609020204030204" pitchFamily="49" charset="0"/>
              </a:rPr>
              <a:t>SUM</a:t>
            </a:r>
            <a:r>
              <a:rPr lang="en-GB" sz="3200" dirty="0">
                <a:solidFill>
                  <a:schemeClr val="tx2"/>
                </a:solidFill>
                <a:latin typeface="Consolas" panose="020B0609020204030204" pitchFamily="49" charset="0"/>
              </a:rPr>
              <a:t>(e.Salary) &lt; 250000</a:t>
            </a:r>
          </a:p>
        </p:txBody>
      </p:sp>
      <p:sp>
        <p:nvSpPr>
          <p:cNvPr id="8" name="AutoShape 7"/>
          <p:cNvSpPr>
            <a:spLocks noChangeArrowheads="1"/>
          </p:cNvSpPr>
          <p:nvPr/>
        </p:nvSpPr>
        <p:spPr bwMode="auto">
          <a:xfrm>
            <a:off x="3455633" y="1295400"/>
            <a:ext cx="2229557" cy="953805"/>
          </a:xfrm>
          <a:prstGeom prst="wedgeRoundRectCallout">
            <a:avLst>
              <a:gd name="adj1" fmla="val -43610"/>
              <a:gd name="adj2" fmla="val 101802"/>
              <a:gd name="adj3" fmla="val 16667"/>
            </a:avLst>
          </a:prstGeom>
          <a:solidFill>
            <a:schemeClr val="accent2">
              <a:lumMod val="7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a:t>
            </a:r>
          </a:p>
        </p:txBody>
      </p:sp>
      <p:sp>
        <p:nvSpPr>
          <p:cNvPr id="9" name="AutoShape 7"/>
          <p:cNvSpPr>
            <a:spLocks noChangeArrowheads="1"/>
          </p:cNvSpPr>
          <p:nvPr/>
        </p:nvSpPr>
        <p:spPr bwMode="auto">
          <a:xfrm>
            <a:off x="6885936" y="1772303"/>
            <a:ext cx="2229557" cy="953805"/>
          </a:xfrm>
          <a:prstGeom prst="wedgeRoundRectCallout">
            <a:avLst>
              <a:gd name="adj1" fmla="val -43610"/>
              <a:gd name="adj2" fmla="val 101802"/>
              <a:gd name="adj3" fmla="val 16667"/>
            </a:avLst>
          </a:prstGeom>
          <a:solidFill>
            <a:schemeClr val="accent2">
              <a:lumMod val="7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Aggregate</a:t>
            </a:r>
            <a:br>
              <a:rPr lang="en-US" sz="2800" noProof="1">
                <a:solidFill>
                  <a:srgbClr val="FFFFFF"/>
                </a:solidFill>
              </a:rPr>
            </a:br>
            <a:r>
              <a:rPr lang="en-US" sz="2800" noProof="1">
                <a:solidFill>
                  <a:srgbClr val="FFFFFF"/>
                </a:solidFill>
              </a:rPr>
              <a:t>Function</a:t>
            </a:r>
          </a:p>
        </p:txBody>
      </p:sp>
      <p:sp>
        <p:nvSpPr>
          <p:cNvPr id="12" name="AutoShape 7"/>
          <p:cNvSpPr>
            <a:spLocks noChangeArrowheads="1"/>
          </p:cNvSpPr>
          <p:nvPr/>
        </p:nvSpPr>
        <p:spPr bwMode="auto">
          <a:xfrm>
            <a:off x="7629435" y="4350249"/>
            <a:ext cx="2229557" cy="953805"/>
          </a:xfrm>
          <a:prstGeom prst="wedgeRoundRectCallout">
            <a:avLst>
              <a:gd name="adj1" fmla="val -76872"/>
              <a:gd name="adj2" fmla="val -42072"/>
              <a:gd name="adj3" fmla="val 16667"/>
            </a:avLst>
          </a:prstGeom>
          <a:solidFill>
            <a:schemeClr val="accent2">
              <a:lumMod val="7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Grouping Columns</a:t>
            </a:r>
          </a:p>
        </p:txBody>
      </p:sp>
      <p:sp>
        <p:nvSpPr>
          <p:cNvPr id="13" name="AutoShape 7"/>
          <p:cNvSpPr>
            <a:spLocks noChangeArrowheads="1"/>
          </p:cNvSpPr>
          <p:nvPr/>
        </p:nvSpPr>
        <p:spPr bwMode="auto">
          <a:xfrm>
            <a:off x="9074756" y="2872992"/>
            <a:ext cx="2139222" cy="829992"/>
          </a:xfrm>
          <a:prstGeom prst="wedgeRoundRectCallout">
            <a:avLst>
              <a:gd name="adj1" fmla="val -89626"/>
              <a:gd name="adj2" fmla="val 16208"/>
              <a:gd name="adj3" fmla="val 16667"/>
            </a:avLst>
          </a:prstGeom>
          <a:solidFill>
            <a:schemeClr val="accent2">
              <a:lumMod val="7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New </a:t>
            </a:r>
            <a:br>
              <a:rPr lang="en-US" sz="2800" noProof="1">
                <a:solidFill>
                  <a:srgbClr val="FFFFFF"/>
                </a:solidFill>
              </a:rPr>
            </a:br>
            <a:r>
              <a:rPr lang="en-US" sz="2800" noProof="1">
                <a:solidFill>
                  <a:srgbClr val="FFFFFF"/>
                </a:solidFill>
              </a:rPr>
              <a:t>Column Alias</a:t>
            </a:r>
          </a:p>
        </p:txBody>
      </p:sp>
      <p:sp>
        <p:nvSpPr>
          <p:cNvPr id="14" name="AutoShape 7"/>
          <p:cNvSpPr>
            <a:spLocks noChangeArrowheads="1"/>
          </p:cNvSpPr>
          <p:nvPr/>
        </p:nvSpPr>
        <p:spPr bwMode="auto">
          <a:xfrm>
            <a:off x="4570412" y="5543662"/>
            <a:ext cx="2229557" cy="953805"/>
          </a:xfrm>
          <a:prstGeom prst="wedgeRoundRectCallout">
            <a:avLst>
              <a:gd name="adj1" fmla="val -38754"/>
              <a:gd name="adj2" fmla="val -84931"/>
              <a:gd name="adj3" fmla="val 16667"/>
            </a:avLst>
          </a:prstGeom>
          <a:solidFill>
            <a:schemeClr val="accent2">
              <a:lumMod val="75000"/>
            </a:schemeClr>
          </a:solidFill>
          <a:ln w="19050">
            <a:solidFill>
              <a:srgbClr val="F8D49E">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noProof="1">
                <a:solidFill>
                  <a:srgbClr val="FFFFFF"/>
                </a:solidFill>
              </a:rPr>
              <a:t>Having Predicate</a:t>
            </a:r>
          </a:p>
        </p:txBody>
      </p:sp>
      <p:sp>
        <p:nvSpPr>
          <p:cNvPr id="15" name="TextBox 14">
            <a:extLst>
              <a:ext uri="{FF2B5EF4-FFF2-40B4-BE49-F238E27FC236}">
                <a16:creationId xmlns:a16="http://schemas.microsoft.com/office/drawing/2014/main" id="{7FDEA07E-2D59-4639-AC90-FBCCF64CBA30}"/>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Having Clause</a:t>
            </a:r>
            <a:endParaRPr lang="en-US" sz="3600" dirty="0">
              <a:latin typeface="Times New Roman" panose="02020603050405020304" pitchFamily="18" charset="0"/>
              <a:cs typeface="Times New Roman" panose="02020603050405020304" pitchFamily="18" charset="0"/>
            </a:endParaRPr>
          </a:p>
        </p:txBody>
      </p:sp>
      <p:sp>
        <p:nvSpPr>
          <p:cNvPr id="16" name="Content Placeholder 2">
            <a:extLst>
              <a:ext uri="{FF2B5EF4-FFF2-40B4-BE49-F238E27FC236}">
                <a16:creationId xmlns:a16="http://schemas.microsoft.com/office/drawing/2014/main" id="{0AF17261-2C2F-4E71-B323-0B02267B5A67}"/>
              </a:ext>
            </a:extLst>
          </p:cNvPr>
          <p:cNvSpPr>
            <a:spLocks noGrp="1"/>
          </p:cNvSpPr>
          <p:nvPr>
            <p:ph idx="1"/>
          </p:nvPr>
        </p:nvSpPr>
        <p:spPr>
          <a:xfrm>
            <a:off x="453154" y="1024822"/>
            <a:ext cx="10933199" cy="4960755"/>
          </a:xfrm>
        </p:spPr>
        <p:txBody>
          <a:bodyPr>
            <a:normAutofit/>
          </a:bodyPr>
          <a:lstStyle/>
          <a:p>
            <a:pPr>
              <a:lnSpc>
                <a:spcPct val="100000"/>
              </a:lnSpc>
            </a:pPr>
            <a:r>
              <a:rPr lang="en-US" sz="2800" dirty="0">
                <a:latin typeface="Segoe UI" panose="020B0502040204020203" pitchFamily="34" charset="0"/>
                <a:cs typeface="Segoe UI" panose="020B0502040204020203" pitchFamily="34" charset="0"/>
              </a:rPr>
              <a:t>Syntax.</a:t>
            </a:r>
          </a:p>
        </p:txBody>
      </p:sp>
    </p:spTree>
    <p:extLst>
      <p:ext uri="{BB962C8B-B14F-4D97-AF65-F5344CB8AC3E}">
        <p14:creationId xmlns:p14="http://schemas.microsoft.com/office/powerpoint/2010/main" val="34471228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7981" y="990600"/>
            <a:ext cx="10512862" cy="4351338"/>
          </a:xfrm>
        </p:spPr>
        <p:txBody>
          <a:bodyPr>
            <a:noAutofit/>
          </a:bodyPr>
          <a:lstStyle/>
          <a:p>
            <a:pPr marL="444500" indent="-444500">
              <a:lnSpc>
                <a:spcPct val="100000"/>
              </a:lnSpc>
              <a:buFontTx/>
              <a:buAutoNum type="arabicPeriod"/>
            </a:pPr>
            <a:r>
              <a:rPr lang="en-US" sz="3200" dirty="0">
                <a:latin typeface="Segoe UI" panose="020B0502040204020203" pitchFamily="34" charset="0"/>
                <a:cs typeface="Segoe UI" panose="020B0502040204020203" pitchFamily="34" charset="0"/>
              </a:rPr>
              <a:t>Grouping</a:t>
            </a:r>
            <a:endParaRPr lang="bg-BG" sz="3200" dirty="0">
              <a:latin typeface="Segoe UI" panose="020B0502040204020203" pitchFamily="34" charset="0"/>
              <a:cs typeface="Segoe UI" panose="020B0502040204020203" pitchFamily="34" charset="0"/>
            </a:endParaRPr>
          </a:p>
          <a:p>
            <a:pPr marL="444500" indent="-444500">
              <a:lnSpc>
                <a:spcPct val="100000"/>
              </a:lnSpc>
              <a:buFontTx/>
              <a:buAutoNum type="arabicPeriod"/>
            </a:pPr>
            <a:r>
              <a:rPr lang="en-US" sz="3200" dirty="0">
                <a:latin typeface="Segoe UI" panose="020B0502040204020203" pitchFamily="34" charset="0"/>
                <a:cs typeface="Segoe UI" panose="020B0502040204020203" pitchFamily="34" charset="0"/>
              </a:rPr>
              <a:t>Aggregate Functions</a:t>
            </a:r>
            <a:endParaRPr lang="bg-BG" sz="3200" dirty="0">
              <a:latin typeface="Segoe UI" panose="020B0502040204020203" pitchFamily="34" charset="0"/>
              <a:cs typeface="Segoe UI" panose="020B0502040204020203" pitchFamily="34" charset="0"/>
            </a:endParaRPr>
          </a:p>
          <a:p>
            <a:pPr marL="444500" indent="-444500">
              <a:lnSpc>
                <a:spcPct val="100000"/>
              </a:lnSpc>
              <a:buFontTx/>
              <a:buAutoNum type="arabicPeriod"/>
            </a:pPr>
            <a:r>
              <a:rPr lang="en-US" sz="3200" dirty="0">
                <a:latin typeface="Segoe UI" panose="020B0502040204020203" pitchFamily="34" charset="0"/>
                <a:cs typeface="Segoe UI" panose="020B0502040204020203" pitchFamily="34" charset="0"/>
              </a:rPr>
              <a:t>Having</a:t>
            </a:r>
          </a:p>
          <a:p>
            <a:pPr marL="0" indent="0">
              <a:lnSpc>
                <a:spcPct val="100000"/>
              </a:lnSpc>
              <a:buNone/>
            </a:pPr>
            <a:endParaRPr lang="en-US" sz="3200" dirty="0">
              <a:latin typeface="Segoe UI" panose="020B0502040204020203" pitchFamily="34" charset="0"/>
              <a:cs typeface="Segoe UI" panose="020B0502040204020203" pitchFamily="34" charset="0"/>
            </a:endParaRPr>
          </a:p>
        </p:txBody>
      </p:sp>
      <p:sp>
        <p:nvSpPr>
          <p:cNvPr id="11" name="Rectangle 9"/>
          <p:cNvSpPr>
            <a:spLocks noChangeArrowheads="1"/>
          </p:cNvSpPr>
          <p:nvPr/>
        </p:nvSpPr>
        <p:spPr bwMode="auto">
          <a:xfrm>
            <a:off x="3351212" y="2202193"/>
            <a:ext cx="8077200" cy="3665207"/>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144000" tIns="108000" rIns="144000" bIns="108000" rtlCol="0">
            <a:spAutoFit/>
          </a:bodyPr>
          <a:lstStyle/>
          <a:p>
            <a:r>
              <a:rPr lang="en-US" sz="2800" b="1" dirty="0">
                <a:solidFill>
                  <a:schemeClr val="tx2"/>
                </a:solidFill>
                <a:latin typeface="Consolas" panose="020B0609020204030204" pitchFamily="49" charset="0"/>
              </a:rPr>
              <a:t>SELECT</a:t>
            </a:r>
            <a:r>
              <a:rPr lang="en-US" sz="2800" dirty="0">
                <a:solidFill>
                  <a:schemeClr val="tx2"/>
                </a:solidFill>
                <a:latin typeface="Consolas" panose="020B0609020204030204" pitchFamily="49" charset="0"/>
              </a:rPr>
              <a:t> </a:t>
            </a:r>
            <a:endParaRPr lang="bg-BG" sz="2800" noProof="1">
              <a:solidFill>
                <a:schemeClr val="tx2"/>
              </a:solidFill>
              <a:latin typeface="Consolas" panose="020B0609020204030204" pitchFamily="49" charset="0"/>
            </a:endParaRPr>
          </a:p>
          <a:p>
            <a:r>
              <a:rPr lang="bg-BG" sz="2800" b="1" noProof="1">
                <a:solidFill>
                  <a:schemeClr val="tx2"/>
                </a:solidFill>
                <a:latin typeface="Consolas" panose="020B0609020204030204" pitchFamily="49" charset="0"/>
              </a:rPr>
              <a:t>  </a:t>
            </a:r>
            <a:r>
              <a:rPr lang="en-US" sz="2800" b="1" dirty="0">
                <a:solidFill>
                  <a:srgbClr val="F3BE60"/>
                </a:solidFill>
                <a:latin typeface="Consolas" panose="020B0609020204030204" pitchFamily="49" charset="0"/>
              </a:rPr>
              <a:t>SUM</a:t>
            </a:r>
            <a:r>
              <a:rPr lang="en-US" sz="2800" dirty="0">
                <a:solidFill>
                  <a:schemeClr val="tx2"/>
                </a:solidFill>
                <a:latin typeface="Consolas" panose="020B0609020204030204" pitchFamily="49" charset="0"/>
              </a:rPr>
              <a:t>(e.Salary) </a:t>
            </a:r>
            <a:r>
              <a:rPr lang="en-US" sz="2800" b="1" dirty="0">
                <a:solidFill>
                  <a:srgbClr val="F3BE60"/>
                </a:solidFill>
                <a:latin typeface="Consolas" panose="020B0609020204030204" pitchFamily="49" charset="0"/>
              </a:rPr>
              <a:t>AS</a:t>
            </a:r>
            <a:r>
              <a:rPr lang="en-US" sz="2800" dirty="0">
                <a:solidFill>
                  <a:schemeClr val="tx2"/>
                </a:solidFill>
                <a:latin typeface="Consolas" panose="020B0609020204030204" pitchFamily="49" charset="0"/>
              </a:rPr>
              <a:t> '</a:t>
            </a:r>
            <a:r>
              <a:rPr lang="en-US" sz="2800" dirty="0" err="1">
                <a:solidFill>
                  <a:schemeClr val="tx2"/>
                </a:solidFill>
                <a:latin typeface="Consolas" panose="020B0609020204030204" pitchFamily="49" charset="0"/>
              </a:rPr>
              <a:t>TotalSalary</a:t>
            </a:r>
            <a:r>
              <a:rPr lang="en-US" sz="2800" dirty="0">
                <a:solidFill>
                  <a:schemeClr val="tx2"/>
                </a:solidFill>
                <a:latin typeface="Consolas" panose="020B0609020204030204" pitchFamily="49" charset="0"/>
              </a:rPr>
              <a:t>’</a:t>
            </a:r>
          </a:p>
          <a:p>
            <a:r>
              <a:rPr lang="en-US" sz="2800" dirty="0">
                <a:solidFill>
                  <a:schemeClr val="tx2"/>
                </a:solidFill>
                <a:latin typeface="Consolas" panose="020B0609020204030204" pitchFamily="49" charset="0"/>
              </a:rPr>
              <a:t> ,</a:t>
            </a:r>
            <a:r>
              <a:rPr lang="en-US" sz="2800" b="1" dirty="0">
                <a:solidFill>
                  <a:srgbClr val="F3BE60"/>
                </a:solidFill>
                <a:latin typeface="Consolas" panose="020B0609020204030204" pitchFamily="49" charset="0"/>
              </a:rPr>
              <a:t>AVG</a:t>
            </a:r>
            <a:r>
              <a:rPr lang="en-US" sz="2800" dirty="0">
                <a:solidFill>
                  <a:schemeClr val="tx2"/>
                </a:solidFill>
                <a:latin typeface="Consolas" panose="020B0609020204030204" pitchFamily="49" charset="0"/>
              </a:rPr>
              <a:t>(</a:t>
            </a:r>
            <a:r>
              <a:rPr lang="en-US" sz="2800" dirty="0" err="1">
                <a:solidFill>
                  <a:schemeClr val="tx2"/>
                </a:solidFill>
                <a:latin typeface="Consolas" panose="020B0609020204030204" pitchFamily="49" charset="0"/>
              </a:rPr>
              <a:t>e.Salary</a:t>
            </a:r>
            <a:r>
              <a:rPr lang="en-US" sz="2800" dirty="0">
                <a:solidFill>
                  <a:schemeClr val="tx2"/>
                </a:solidFill>
                <a:latin typeface="Consolas" panose="020B0609020204030204" pitchFamily="49" charset="0"/>
              </a:rPr>
              <a:t>) </a:t>
            </a:r>
            <a:r>
              <a:rPr lang="en-US" sz="2800" b="1" dirty="0">
                <a:solidFill>
                  <a:srgbClr val="F3BE60"/>
                </a:solidFill>
                <a:latin typeface="Consolas" panose="020B0609020204030204" pitchFamily="49" charset="0"/>
              </a:rPr>
              <a:t>AS</a:t>
            </a:r>
            <a:r>
              <a:rPr lang="en-US" sz="2800" dirty="0">
                <a:solidFill>
                  <a:schemeClr val="tx2"/>
                </a:solidFill>
                <a:latin typeface="Consolas" panose="020B0609020204030204" pitchFamily="49" charset="0"/>
              </a:rPr>
              <a:t> ‘</a:t>
            </a:r>
            <a:r>
              <a:rPr lang="en-US" sz="2800" dirty="0" err="1">
                <a:solidFill>
                  <a:schemeClr val="tx2"/>
                </a:solidFill>
                <a:latin typeface="Consolas" panose="020B0609020204030204" pitchFamily="49" charset="0"/>
              </a:rPr>
              <a:t>AverageSalary</a:t>
            </a:r>
            <a:r>
              <a:rPr lang="en-US" sz="2800" dirty="0">
                <a:solidFill>
                  <a:schemeClr val="tx2"/>
                </a:solidFill>
                <a:latin typeface="Consolas" panose="020B0609020204030204" pitchFamily="49" charset="0"/>
              </a:rPr>
              <a:t>’</a:t>
            </a:r>
          </a:p>
          <a:p>
            <a:r>
              <a:rPr lang="en-US" sz="2800" dirty="0">
                <a:solidFill>
                  <a:schemeClr val="tx2"/>
                </a:solidFill>
                <a:latin typeface="Consolas" panose="020B0609020204030204" pitchFamily="49" charset="0"/>
              </a:rPr>
              <a:t> ,</a:t>
            </a:r>
            <a:r>
              <a:rPr lang="en-US" sz="2800" b="1" dirty="0">
                <a:solidFill>
                  <a:srgbClr val="F3BE60"/>
                </a:solidFill>
                <a:latin typeface="Consolas" panose="020B0609020204030204" pitchFamily="49" charset="0"/>
              </a:rPr>
              <a:t>MIN</a:t>
            </a:r>
            <a:r>
              <a:rPr lang="en-US" sz="2800" dirty="0">
                <a:solidFill>
                  <a:schemeClr val="tx2"/>
                </a:solidFill>
                <a:latin typeface="Consolas" panose="020B0609020204030204" pitchFamily="49" charset="0"/>
              </a:rPr>
              <a:t>(</a:t>
            </a:r>
            <a:r>
              <a:rPr lang="en-US" sz="2800" dirty="0" err="1">
                <a:solidFill>
                  <a:schemeClr val="tx2"/>
                </a:solidFill>
                <a:latin typeface="Consolas" panose="020B0609020204030204" pitchFamily="49" charset="0"/>
              </a:rPr>
              <a:t>e.Salary</a:t>
            </a:r>
            <a:r>
              <a:rPr lang="en-US" sz="2800" dirty="0">
                <a:solidFill>
                  <a:schemeClr val="tx2"/>
                </a:solidFill>
                <a:latin typeface="Consolas" panose="020B0609020204030204" pitchFamily="49" charset="0"/>
              </a:rPr>
              <a:t>) </a:t>
            </a:r>
            <a:r>
              <a:rPr lang="en-US" sz="2800" b="1" dirty="0">
                <a:solidFill>
                  <a:srgbClr val="F3BE60"/>
                </a:solidFill>
                <a:latin typeface="Consolas" panose="020B0609020204030204" pitchFamily="49" charset="0"/>
              </a:rPr>
              <a:t>AS</a:t>
            </a:r>
            <a:r>
              <a:rPr lang="en-US" sz="2800" dirty="0">
                <a:solidFill>
                  <a:schemeClr val="tx2"/>
                </a:solidFill>
                <a:latin typeface="Consolas" panose="020B0609020204030204" pitchFamily="49" charset="0"/>
              </a:rPr>
              <a:t> ‘</a:t>
            </a:r>
            <a:r>
              <a:rPr lang="en-US" sz="2800" dirty="0" err="1">
                <a:solidFill>
                  <a:schemeClr val="tx2"/>
                </a:solidFill>
                <a:latin typeface="Consolas" panose="020B0609020204030204" pitchFamily="49" charset="0"/>
              </a:rPr>
              <a:t>MinSalary</a:t>
            </a:r>
            <a:r>
              <a:rPr lang="en-US" sz="2800" dirty="0">
                <a:solidFill>
                  <a:schemeClr val="tx2"/>
                </a:solidFill>
                <a:latin typeface="Consolas" panose="020B0609020204030204" pitchFamily="49" charset="0"/>
              </a:rPr>
              <a:t>’</a:t>
            </a:r>
          </a:p>
          <a:p>
            <a:r>
              <a:rPr lang="en-US" sz="2800" dirty="0">
                <a:solidFill>
                  <a:schemeClr val="tx2"/>
                </a:solidFill>
                <a:latin typeface="Consolas" panose="020B0609020204030204" pitchFamily="49" charset="0"/>
              </a:rPr>
              <a:t> ,</a:t>
            </a:r>
            <a:r>
              <a:rPr lang="en-US" sz="2800" b="1" dirty="0">
                <a:solidFill>
                  <a:srgbClr val="F3BE60"/>
                </a:solidFill>
                <a:latin typeface="Consolas" panose="020B0609020204030204" pitchFamily="49" charset="0"/>
              </a:rPr>
              <a:t>MAX</a:t>
            </a:r>
            <a:r>
              <a:rPr lang="en-US" sz="2800" dirty="0">
                <a:solidFill>
                  <a:schemeClr val="tx2"/>
                </a:solidFill>
                <a:latin typeface="Consolas" panose="020B0609020204030204" pitchFamily="49" charset="0"/>
              </a:rPr>
              <a:t>(</a:t>
            </a:r>
            <a:r>
              <a:rPr lang="en-US" sz="2800" dirty="0" err="1">
                <a:solidFill>
                  <a:schemeClr val="tx2"/>
                </a:solidFill>
                <a:latin typeface="Consolas" panose="020B0609020204030204" pitchFamily="49" charset="0"/>
              </a:rPr>
              <a:t>e.Salary</a:t>
            </a:r>
            <a:r>
              <a:rPr lang="en-US" sz="2800" dirty="0">
                <a:solidFill>
                  <a:schemeClr val="tx2"/>
                </a:solidFill>
                <a:latin typeface="Consolas" panose="020B0609020204030204" pitchFamily="49" charset="0"/>
              </a:rPr>
              <a:t>) </a:t>
            </a:r>
            <a:r>
              <a:rPr lang="en-US" sz="2800" b="1" dirty="0">
                <a:solidFill>
                  <a:srgbClr val="F3BE60"/>
                </a:solidFill>
                <a:latin typeface="Consolas" panose="020B0609020204030204" pitchFamily="49" charset="0"/>
              </a:rPr>
              <a:t>AS</a:t>
            </a:r>
            <a:r>
              <a:rPr lang="en-US" sz="2800" dirty="0">
                <a:solidFill>
                  <a:schemeClr val="tx2"/>
                </a:solidFill>
                <a:latin typeface="Consolas" panose="020B0609020204030204" pitchFamily="49" charset="0"/>
              </a:rPr>
              <a:t> ‘</a:t>
            </a:r>
            <a:r>
              <a:rPr lang="en-US" sz="2800" dirty="0" err="1">
                <a:solidFill>
                  <a:schemeClr val="tx2"/>
                </a:solidFill>
                <a:latin typeface="Consolas" panose="020B0609020204030204" pitchFamily="49" charset="0"/>
              </a:rPr>
              <a:t>MaxSalary</a:t>
            </a:r>
            <a:r>
              <a:rPr lang="en-US" sz="2800" dirty="0">
                <a:solidFill>
                  <a:schemeClr val="tx2"/>
                </a:solidFill>
                <a:latin typeface="Consolas" panose="020B0609020204030204" pitchFamily="49" charset="0"/>
              </a:rPr>
              <a:t>’</a:t>
            </a:r>
          </a:p>
          <a:p>
            <a:r>
              <a:rPr lang="en-GB" sz="2800" b="1" dirty="0">
                <a:solidFill>
                  <a:schemeClr val="tx2"/>
                </a:solidFill>
                <a:latin typeface="Consolas" panose="020B0609020204030204" pitchFamily="49" charset="0"/>
              </a:rPr>
              <a:t>FROM</a:t>
            </a:r>
            <a:r>
              <a:rPr lang="en-GB" sz="2800" dirty="0">
                <a:solidFill>
                  <a:schemeClr val="tx2"/>
                </a:solidFill>
                <a:latin typeface="Consolas" panose="020B0609020204030204" pitchFamily="49" charset="0"/>
              </a:rPr>
              <a:t> Employees </a:t>
            </a:r>
            <a:r>
              <a:rPr lang="en-GB" sz="2800" b="1" dirty="0">
                <a:solidFill>
                  <a:srgbClr val="F3BE60"/>
                </a:solidFill>
                <a:latin typeface="Consolas" panose="020B0609020204030204" pitchFamily="49" charset="0"/>
              </a:rPr>
              <a:t>AS</a:t>
            </a:r>
            <a:r>
              <a:rPr lang="en-GB" sz="2800" dirty="0">
                <a:solidFill>
                  <a:schemeClr val="tx2"/>
                </a:solidFill>
                <a:latin typeface="Consolas" panose="020B0609020204030204" pitchFamily="49" charset="0"/>
              </a:rPr>
              <a:t> e</a:t>
            </a:r>
          </a:p>
          <a:p>
            <a:r>
              <a:rPr lang="en-GB" sz="2800" b="1" dirty="0">
                <a:solidFill>
                  <a:srgbClr val="F3BE60"/>
                </a:solidFill>
                <a:latin typeface="Consolas" panose="020B0609020204030204" pitchFamily="49" charset="0"/>
              </a:rPr>
              <a:t>GROUP</a:t>
            </a:r>
            <a:r>
              <a:rPr lang="en-GB" sz="2800" dirty="0">
                <a:solidFill>
                  <a:srgbClr val="F3BE60"/>
                </a:solidFill>
                <a:latin typeface="Consolas" panose="020B0609020204030204" pitchFamily="49" charset="0"/>
              </a:rPr>
              <a:t> </a:t>
            </a:r>
            <a:r>
              <a:rPr lang="en-GB" sz="2800" b="1" dirty="0">
                <a:solidFill>
                  <a:srgbClr val="F3BE60"/>
                </a:solidFill>
                <a:latin typeface="Consolas" panose="020B0609020204030204" pitchFamily="49" charset="0"/>
              </a:rPr>
              <a:t>BY</a:t>
            </a:r>
            <a:r>
              <a:rPr lang="en-GB" sz="2800" dirty="0">
                <a:solidFill>
                  <a:srgbClr val="F3BE60"/>
                </a:solidFill>
                <a:latin typeface="Consolas" panose="020B0609020204030204" pitchFamily="49" charset="0"/>
              </a:rPr>
              <a:t> </a:t>
            </a:r>
            <a:r>
              <a:rPr lang="en-US" sz="2800" noProof="1">
                <a:solidFill>
                  <a:schemeClr val="tx2"/>
                </a:solidFill>
                <a:latin typeface="Consolas" panose="020B0609020204030204" pitchFamily="49" charset="0"/>
              </a:rPr>
              <a:t>e.DepartmentID</a:t>
            </a:r>
          </a:p>
          <a:p>
            <a:r>
              <a:rPr lang="en-GB" sz="2800" b="1" dirty="0">
                <a:solidFill>
                  <a:srgbClr val="F3BE60"/>
                </a:solidFill>
                <a:latin typeface="Consolas" panose="020B0609020204030204" pitchFamily="49" charset="0"/>
              </a:rPr>
              <a:t>HAVING</a:t>
            </a:r>
            <a:r>
              <a:rPr lang="en-GB" sz="2800" dirty="0">
                <a:solidFill>
                  <a:schemeClr val="tx2"/>
                </a:solidFill>
                <a:latin typeface="Consolas" panose="020B0609020204030204" pitchFamily="49" charset="0"/>
              </a:rPr>
              <a:t> </a:t>
            </a:r>
            <a:r>
              <a:rPr lang="en-GB" sz="2800" b="1" dirty="0">
                <a:solidFill>
                  <a:srgbClr val="F3BE60"/>
                </a:solidFill>
                <a:latin typeface="Consolas" panose="020B0609020204030204" pitchFamily="49" charset="0"/>
              </a:rPr>
              <a:t>SUM</a:t>
            </a:r>
            <a:r>
              <a:rPr lang="en-GB" sz="2800" dirty="0">
                <a:solidFill>
                  <a:schemeClr val="tx2"/>
                </a:solidFill>
                <a:latin typeface="Consolas" panose="020B0609020204030204" pitchFamily="49" charset="0"/>
              </a:rPr>
              <a:t>(e.Salary) &lt; 250000</a:t>
            </a:r>
          </a:p>
        </p:txBody>
      </p:sp>
      <p:sp>
        <p:nvSpPr>
          <p:cNvPr id="15" name="TextBox 14">
            <a:extLst>
              <a:ext uri="{FF2B5EF4-FFF2-40B4-BE49-F238E27FC236}">
                <a16:creationId xmlns:a16="http://schemas.microsoft.com/office/drawing/2014/main" id="{616AA6FA-FF56-48CE-AB8F-1932A76A84F5}"/>
              </a:ext>
            </a:extLst>
          </p:cNvPr>
          <p:cNvSpPr txBox="1"/>
          <p:nvPr/>
        </p:nvSpPr>
        <p:spPr>
          <a:xfrm>
            <a:off x="424262" y="364878"/>
            <a:ext cx="8641949" cy="646331"/>
          </a:xfrm>
          <a:prstGeom prst="rect">
            <a:avLst/>
          </a:prstGeom>
          <a:noFill/>
        </p:spPr>
        <p:txBody>
          <a:bodyPr wrap="square">
            <a:spAutoFit/>
          </a:bodyPr>
          <a:lstStyle/>
          <a:p>
            <a:r>
              <a:rPr lang="en-US" sz="3600" b="1" kern="0" spc="-5" dirty="0">
                <a:solidFill>
                  <a:srgbClr val="F45D60"/>
                </a:solidFill>
                <a:latin typeface="Times New Roman" panose="02020603050405020304" pitchFamily="18" charset="0"/>
                <a:ea typeface="+mj-ea"/>
                <a:cs typeface="Times New Roman" panose="02020603050405020304" pitchFamily="18" charset="0"/>
              </a:rPr>
              <a:t>Summary</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918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500"/>
                                        <p:tgtEl>
                                          <p:spTgt spid="11">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5" end="5"/>
                                            </p:txEl>
                                          </p:spTgt>
                                        </p:tgtEl>
                                        <p:attrNameLst>
                                          <p:attrName>style.visibility</p:attrName>
                                        </p:attrNameLst>
                                      </p:cBhvr>
                                      <p:to>
                                        <p:strVal val="visible"/>
                                      </p:to>
                                    </p:set>
                                    <p:animEffect transition="in" filter="fade">
                                      <p:cBhvr>
                                        <p:cTn id="13" dur="500"/>
                                        <p:tgtEl>
                                          <p:spTgt spid="11">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xEl>
                                              <p:pRg st="6" end="6"/>
                                            </p:txEl>
                                          </p:spTgt>
                                        </p:tgtEl>
                                        <p:attrNameLst>
                                          <p:attrName>style.visibility</p:attrName>
                                        </p:attrNameLst>
                                      </p:cBhvr>
                                      <p:to>
                                        <p:strVal val="visible"/>
                                      </p:to>
                                    </p:set>
                                    <p:animEffect transition="in" filter="fade">
                                      <p:cBhvr>
                                        <p:cTn id="16" dur="500"/>
                                        <p:tgtEl>
                                          <p:spTgt spid="11">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500"/>
                                        <p:tgtEl>
                                          <p:spTgt spid="5">
                                            <p:txEl>
                                              <p:pRg st="1" end="1"/>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xEl>
                                              <p:pRg st="1" end="1"/>
                                            </p:txEl>
                                          </p:spTgt>
                                        </p:tgtEl>
                                        <p:attrNameLst>
                                          <p:attrName>style.visibility</p:attrName>
                                        </p:attrNameLst>
                                      </p:cBhvr>
                                      <p:to>
                                        <p:strVal val="visible"/>
                                      </p:to>
                                    </p:set>
                                    <p:animEffect transition="in" filter="fade">
                                      <p:cBhvr>
                                        <p:cTn id="24" dur="500"/>
                                        <p:tgtEl>
                                          <p:spTgt spid="11">
                                            <p:txEl>
                                              <p:pRg st="1" end="1"/>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animEffect transition="in" filter="fade">
                                      <p:cBhvr>
                                        <p:cTn id="27" dur="500"/>
                                        <p:tgtEl>
                                          <p:spTgt spid="11">
                                            <p:txEl>
                                              <p:pRg st="2" end="2"/>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xEl>
                                              <p:pRg st="3" end="3"/>
                                            </p:txEl>
                                          </p:spTgt>
                                        </p:tgtEl>
                                        <p:attrNameLst>
                                          <p:attrName>style.visibility</p:attrName>
                                        </p:attrNameLst>
                                      </p:cBhvr>
                                      <p:to>
                                        <p:strVal val="visible"/>
                                      </p:to>
                                    </p:set>
                                    <p:animEffect transition="in" filter="fade">
                                      <p:cBhvr>
                                        <p:cTn id="30" dur="500"/>
                                        <p:tgtEl>
                                          <p:spTgt spid="11">
                                            <p:txEl>
                                              <p:pRg st="3" end="3"/>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xEl>
                                              <p:pRg st="4" end="4"/>
                                            </p:txEl>
                                          </p:spTgt>
                                        </p:tgtEl>
                                        <p:attrNameLst>
                                          <p:attrName>style.visibility</p:attrName>
                                        </p:attrNameLst>
                                      </p:cBhvr>
                                      <p:to>
                                        <p:strVal val="visible"/>
                                      </p:to>
                                    </p:set>
                                    <p:animEffect transition="in" filter="fade">
                                      <p:cBhvr>
                                        <p:cTn id="33" dur="500"/>
                                        <p:tgtEl>
                                          <p:spTgt spid="11">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
                                            <p:txEl>
                                              <p:pRg st="2" end="2"/>
                                            </p:txEl>
                                          </p:spTgt>
                                        </p:tgtEl>
                                        <p:attrNameLst>
                                          <p:attrName>style.visibility</p:attrName>
                                        </p:attrNameLst>
                                      </p:cBhvr>
                                      <p:to>
                                        <p:strVal val="visible"/>
                                      </p:to>
                                    </p:set>
                                    <p:animEffect transition="in" filter="fade">
                                      <p:cBhvr>
                                        <p:cTn id="38" dur="500"/>
                                        <p:tgtEl>
                                          <p:spTgt spid="5">
                                            <p:txEl>
                                              <p:pRg st="2" end="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1">
                                            <p:txEl>
                                              <p:pRg st="7" end="7"/>
                                            </p:txEl>
                                          </p:spTgt>
                                        </p:tgtEl>
                                        <p:attrNameLst>
                                          <p:attrName>style.visibility</p:attrName>
                                        </p:attrNameLst>
                                      </p:cBhvr>
                                      <p:to>
                                        <p:strVal val="visible"/>
                                      </p:to>
                                    </p:set>
                                    <p:animEffect transition="in" filter="fade">
                                      <p:cBhvr>
                                        <p:cTn id="41"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1812" y="214051"/>
            <a:ext cx="10512862" cy="672517"/>
          </a:xfrm>
        </p:spPr>
        <p:txBody>
          <a:bodyPr>
            <a:normAutofit fontScale="90000"/>
          </a:bodyPr>
          <a:lstStyle/>
          <a:p>
            <a:r>
              <a:rPr lang="en-US" b="1" dirty="0"/>
              <a:t>Logical vs Physical Execution</a:t>
            </a:r>
          </a:p>
        </p:txBody>
      </p:sp>
      <p:sp>
        <p:nvSpPr>
          <p:cNvPr id="2" name="Slide Number Placeholder 1"/>
          <p:cNvSpPr>
            <a:spLocks noGrp="1"/>
          </p:cNvSpPr>
          <p:nvPr>
            <p:ph type="sldNum" sz="quarter" idx="4294967295"/>
          </p:nvPr>
        </p:nvSpPr>
        <p:spPr>
          <a:xfrm>
            <a:off x="8608357" y="6356351"/>
            <a:ext cx="2742486" cy="365125"/>
          </a:xfrm>
          <a:prstGeom prst="rect">
            <a:avLst/>
          </a:prstGeom>
        </p:spPr>
        <p:txBody>
          <a:bodyPr/>
          <a:lstStyle/>
          <a:p>
            <a:fld id="{C014DD1E-5D91-48A3-AD6D-45FBA980D106}" type="slidenum">
              <a:rPr lang="en-US" smtClean="0"/>
              <a:pPr/>
              <a:t>26</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2272027033"/>
              </p:ext>
            </p:extLst>
          </p:nvPr>
        </p:nvGraphicFramePr>
        <p:xfrm>
          <a:off x="531812" y="1049541"/>
          <a:ext cx="4114800" cy="5532758"/>
        </p:xfrm>
        <a:graphic>
          <a:graphicData uri="http://schemas.openxmlformats.org/drawingml/2006/table">
            <a:tbl>
              <a:tblPr firstRow="1" bandRow="1">
                <a:tableStyleId>{7DF18680-E054-41AD-8BC1-D1AEF772440D}</a:tableStyleId>
              </a:tblPr>
              <a:tblGrid>
                <a:gridCol w="2057400">
                  <a:extLst>
                    <a:ext uri="{9D8B030D-6E8A-4147-A177-3AD203B41FA5}">
                      <a16:colId xmlns:a16="http://schemas.microsoft.com/office/drawing/2014/main" val="3434339684"/>
                    </a:ext>
                  </a:extLst>
                </a:gridCol>
                <a:gridCol w="2057400">
                  <a:extLst>
                    <a:ext uri="{9D8B030D-6E8A-4147-A177-3AD203B41FA5}">
                      <a16:colId xmlns:a16="http://schemas.microsoft.com/office/drawing/2014/main" val="2411339168"/>
                    </a:ext>
                  </a:extLst>
                </a:gridCol>
              </a:tblGrid>
              <a:tr h="502978">
                <a:tc>
                  <a:txBody>
                    <a:bodyPr/>
                    <a:lstStyle/>
                    <a:p>
                      <a:pPr algn="ctr"/>
                      <a:r>
                        <a:rPr lang="en-US" sz="2000" dirty="0"/>
                        <a:t>Execution Order</a:t>
                      </a:r>
                    </a:p>
                  </a:txBody>
                  <a:tcPr marL="99421" marR="99421" marT="49709" marB="49709"/>
                </a:tc>
                <a:tc>
                  <a:txBody>
                    <a:bodyPr/>
                    <a:lstStyle/>
                    <a:p>
                      <a:pPr algn="ctr"/>
                      <a:r>
                        <a:rPr lang="en-US" sz="2000" dirty="0"/>
                        <a:t>Logical</a:t>
                      </a:r>
                      <a:r>
                        <a:rPr lang="en-US" sz="2000" baseline="0" dirty="0"/>
                        <a:t> Execution</a:t>
                      </a:r>
                      <a:endParaRPr lang="en-US" sz="2000" dirty="0"/>
                    </a:p>
                  </a:txBody>
                  <a:tcPr marL="99421" marR="99421" marT="49709" marB="49709"/>
                </a:tc>
                <a:extLst>
                  <a:ext uri="{0D108BD9-81ED-4DB2-BD59-A6C34878D82A}">
                    <a16:rowId xmlns:a16="http://schemas.microsoft.com/office/drawing/2014/main" val="3854412626"/>
                  </a:ext>
                </a:extLst>
              </a:tr>
              <a:tr h="502978">
                <a:tc>
                  <a:txBody>
                    <a:bodyPr/>
                    <a:lstStyle/>
                    <a:p>
                      <a:pPr algn="ctr"/>
                      <a:r>
                        <a:rPr lang="en-US" sz="2000" dirty="0"/>
                        <a:t>1</a:t>
                      </a:r>
                    </a:p>
                  </a:txBody>
                  <a:tcPr marL="99421" marR="99421" marT="49709" marB="49709"/>
                </a:tc>
                <a:tc>
                  <a:txBody>
                    <a:bodyPr/>
                    <a:lstStyle/>
                    <a:p>
                      <a:pPr algn="ctr"/>
                      <a:r>
                        <a:rPr lang="en-US" sz="2000" dirty="0"/>
                        <a:t>SELECT</a:t>
                      </a:r>
                    </a:p>
                  </a:txBody>
                  <a:tcPr marL="99421" marR="99421" marT="49709" marB="49709"/>
                </a:tc>
                <a:extLst>
                  <a:ext uri="{0D108BD9-81ED-4DB2-BD59-A6C34878D82A}">
                    <a16:rowId xmlns:a16="http://schemas.microsoft.com/office/drawing/2014/main" val="2348470260"/>
                  </a:ext>
                </a:extLst>
              </a:tr>
              <a:tr h="502978">
                <a:tc>
                  <a:txBody>
                    <a:bodyPr/>
                    <a:lstStyle/>
                    <a:p>
                      <a:pPr algn="ctr"/>
                      <a:r>
                        <a:rPr lang="en-US" sz="2000" dirty="0"/>
                        <a:t>2</a:t>
                      </a:r>
                    </a:p>
                  </a:txBody>
                  <a:tcPr marL="99421" marR="99421" marT="49709" marB="49709"/>
                </a:tc>
                <a:tc>
                  <a:txBody>
                    <a:bodyPr/>
                    <a:lstStyle/>
                    <a:p>
                      <a:pPr algn="ctr"/>
                      <a:r>
                        <a:rPr lang="en-US" sz="2000" dirty="0"/>
                        <a:t>DISTINCT</a:t>
                      </a:r>
                    </a:p>
                  </a:txBody>
                  <a:tcPr marL="99421" marR="99421" marT="49709" marB="49709"/>
                </a:tc>
                <a:extLst>
                  <a:ext uri="{0D108BD9-81ED-4DB2-BD59-A6C34878D82A}">
                    <a16:rowId xmlns:a16="http://schemas.microsoft.com/office/drawing/2014/main" val="2889742606"/>
                  </a:ext>
                </a:extLst>
              </a:tr>
              <a:tr h="502978">
                <a:tc>
                  <a:txBody>
                    <a:bodyPr/>
                    <a:lstStyle/>
                    <a:p>
                      <a:pPr algn="ctr"/>
                      <a:r>
                        <a:rPr lang="en-US" sz="2000" dirty="0"/>
                        <a:t>3</a:t>
                      </a:r>
                    </a:p>
                  </a:txBody>
                  <a:tcPr marL="99421" marR="99421" marT="49709" marB="49709"/>
                </a:tc>
                <a:tc>
                  <a:txBody>
                    <a:bodyPr/>
                    <a:lstStyle/>
                    <a:p>
                      <a:pPr algn="ctr"/>
                      <a:r>
                        <a:rPr lang="en-US" sz="2000" dirty="0"/>
                        <a:t>TOP</a:t>
                      </a:r>
                    </a:p>
                  </a:txBody>
                  <a:tcPr marL="99421" marR="99421" marT="49709" marB="49709"/>
                </a:tc>
                <a:extLst>
                  <a:ext uri="{0D108BD9-81ED-4DB2-BD59-A6C34878D82A}">
                    <a16:rowId xmlns:a16="http://schemas.microsoft.com/office/drawing/2014/main" val="1269310737"/>
                  </a:ext>
                </a:extLst>
              </a:tr>
              <a:tr h="502978">
                <a:tc>
                  <a:txBody>
                    <a:bodyPr/>
                    <a:lstStyle/>
                    <a:p>
                      <a:pPr algn="ctr"/>
                      <a:r>
                        <a:rPr lang="en-US" sz="2000" dirty="0"/>
                        <a:t>4</a:t>
                      </a:r>
                    </a:p>
                  </a:txBody>
                  <a:tcPr marL="99421" marR="99421" marT="49709" marB="49709"/>
                </a:tc>
                <a:tc>
                  <a:txBody>
                    <a:bodyPr/>
                    <a:lstStyle/>
                    <a:p>
                      <a:pPr algn="ctr"/>
                      <a:r>
                        <a:rPr lang="en-US" sz="2000" dirty="0"/>
                        <a:t>FROM</a:t>
                      </a:r>
                    </a:p>
                  </a:txBody>
                  <a:tcPr marL="99421" marR="99421" marT="49709" marB="49709"/>
                </a:tc>
                <a:extLst>
                  <a:ext uri="{0D108BD9-81ED-4DB2-BD59-A6C34878D82A}">
                    <a16:rowId xmlns:a16="http://schemas.microsoft.com/office/drawing/2014/main" val="939920258"/>
                  </a:ext>
                </a:extLst>
              </a:tr>
              <a:tr h="502978">
                <a:tc>
                  <a:txBody>
                    <a:bodyPr/>
                    <a:lstStyle/>
                    <a:p>
                      <a:pPr algn="ctr"/>
                      <a:r>
                        <a:rPr lang="en-US" sz="2000" dirty="0"/>
                        <a:t>5</a:t>
                      </a:r>
                    </a:p>
                  </a:txBody>
                  <a:tcPr marL="99421" marR="99421" marT="49709" marB="49709"/>
                </a:tc>
                <a:tc>
                  <a:txBody>
                    <a:bodyPr/>
                    <a:lstStyle/>
                    <a:p>
                      <a:pPr algn="ctr"/>
                      <a:r>
                        <a:rPr lang="en-US" sz="2000" dirty="0"/>
                        <a:t>ON</a:t>
                      </a:r>
                    </a:p>
                  </a:txBody>
                  <a:tcPr marL="99421" marR="99421" marT="49709" marB="49709"/>
                </a:tc>
                <a:extLst>
                  <a:ext uri="{0D108BD9-81ED-4DB2-BD59-A6C34878D82A}">
                    <a16:rowId xmlns:a16="http://schemas.microsoft.com/office/drawing/2014/main" val="2898239669"/>
                  </a:ext>
                </a:extLst>
              </a:tr>
              <a:tr h="502978">
                <a:tc>
                  <a:txBody>
                    <a:bodyPr/>
                    <a:lstStyle/>
                    <a:p>
                      <a:pPr algn="ctr"/>
                      <a:r>
                        <a:rPr lang="en-US" sz="2000" dirty="0"/>
                        <a:t>6</a:t>
                      </a:r>
                    </a:p>
                  </a:txBody>
                  <a:tcPr marL="99421" marR="99421" marT="49709" marB="49709"/>
                </a:tc>
                <a:tc>
                  <a:txBody>
                    <a:bodyPr/>
                    <a:lstStyle/>
                    <a:p>
                      <a:pPr algn="ctr"/>
                      <a:r>
                        <a:rPr lang="en-US" sz="2000" dirty="0"/>
                        <a:t>OUTER</a:t>
                      </a:r>
                    </a:p>
                  </a:txBody>
                  <a:tcPr marL="99421" marR="99421" marT="49709" marB="49709"/>
                </a:tc>
                <a:extLst>
                  <a:ext uri="{0D108BD9-81ED-4DB2-BD59-A6C34878D82A}">
                    <a16:rowId xmlns:a16="http://schemas.microsoft.com/office/drawing/2014/main" val="1948084126"/>
                  </a:ext>
                </a:extLst>
              </a:tr>
              <a:tr h="502978">
                <a:tc>
                  <a:txBody>
                    <a:bodyPr/>
                    <a:lstStyle/>
                    <a:p>
                      <a:pPr algn="ctr"/>
                      <a:r>
                        <a:rPr lang="en-US" sz="2000" dirty="0"/>
                        <a:t>7</a:t>
                      </a:r>
                    </a:p>
                  </a:txBody>
                  <a:tcPr marL="99421" marR="99421" marT="49709" marB="49709"/>
                </a:tc>
                <a:tc>
                  <a:txBody>
                    <a:bodyPr/>
                    <a:lstStyle/>
                    <a:p>
                      <a:pPr algn="ctr"/>
                      <a:r>
                        <a:rPr lang="en-US" sz="2000" dirty="0"/>
                        <a:t>WHERE</a:t>
                      </a:r>
                    </a:p>
                  </a:txBody>
                  <a:tcPr marL="99421" marR="99421" marT="49709" marB="49709"/>
                </a:tc>
                <a:extLst>
                  <a:ext uri="{0D108BD9-81ED-4DB2-BD59-A6C34878D82A}">
                    <a16:rowId xmlns:a16="http://schemas.microsoft.com/office/drawing/2014/main" val="3827102557"/>
                  </a:ext>
                </a:extLst>
              </a:tr>
              <a:tr h="502978">
                <a:tc>
                  <a:txBody>
                    <a:bodyPr/>
                    <a:lstStyle/>
                    <a:p>
                      <a:pPr algn="ctr"/>
                      <a:r>
                        <a:rPr lang="en-US" sz="2000" dirty="0"/>
                        <a:t>8</a:t>
                      </a:r>
                    </a:p>
                  </a:txBody>
                  <a:tcPr marL="99421" marR="99421" marT="49709" marB="49709"/>
                </a:tc>
                <a:tc>
                  <a:txBody>
                    <a:bodyPr/>
                    <a:lstStyle/>
                    <a:p>
                      <a:pPr algn="ctr"/>
                      <a:r>
                        <a:rPr lang="en-US" sz="2000" dirty="0"/>
                        <a:t>GROUP</a:t>
                      </a:r>
                    </a:p>
                  </a:txBody>
                  <a:tcPr marL="99421" marR="99421" marT="49709" marB="49709"/>
                </a:tc>
                <a:extLst>
                  <a:ext uri="{0D108BD9-81ED-4DB2-BD59-A6C34878D82A}">
                    <a16:rowId xmlns:a16="http://schemas.microsoft.com/office/drawing/2014/main" val="768727039"/>
                  </a:ext>
                </a:extLst>
              </a:tr>
              <a:tr h="502978">
                <a:tc>
                  <a:txBody>
                    <a:bodyPr/>
                    <a:lstStyle/>
                    <a:p>
                      <a:pPr algn="ctr"/>
                      <a:r>
                        <a:rPr lang="en-US" sz="2000" dirty="0"/>
                        <a:t>9</a:t>
                      </a:r>
                    </a:p>
                  </a:txBody>
                  <a:tcPr marL="99421" marR="99421" marT="49709" marB="49709"/>
                </a:tc>
                <a:tc>
                  <a:txBody>
                    <a:bodyPr/>
                    <a:lstStyle/>
                    <a:p>
                      <a:pPr algn="ctr"/>
                      <a:r>
                        <a:rPr lang="en-US" sz="2000" dirty="0"/>
                        <a:t>HAVING</a:t>
                      </a:r>
                    </a:p>
                  </a:txBody>
                  <a:tcPr marL="99421" marR="99421" marT="49709" marB="49709"/>
                </a:tc>
                <a:extLst>
                  <a:ext uri="{0D108BD9-81ED-4DB2-BD59-A6C34878D82A}">
                    <a16:rowId xmlns:a16="http://schemas.microsoft.com/office/drawing/2014/main" val="4100935668"/>
                  </a:ext>
                </a:extLst>
              </a:tr>
              <a:tr h="502978">
                <a:tc>
                  <a:txBody>
                    <a:bodyPr/>
                    <a:lstStyle/>
                    <a:p>
                      <a:pPr algn="ctr"/>
                      <a:r>
                        <a:rPr lang="en-US" sz="2000" dirty="0"/>
                        <a:t>10</a:t>
                      </a:r>
                    </a:p>
                  </a:txBody>
                  <a:tcPr marL="99421" marR="99421" marT="49709" marB="49709"/>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2000" dirty="0"/>
                        <a:t>ORDER BY</a:t>
                      </a:r>
                    </a:p>
                  </a:txBody>
                  <a:tcPr marL="99421" marR="99421" marT="49709" marB="49709"/>
                </a:tc>
                <a:extLst>
                  <a:ext uri="{0D108BD9-81ED-4DB2-BD59-A6C34878D82A}">
                    <a16:rowId xmlns:a16="http://schemas.microsoft.com/office/drawing/2014/main" val="3060012951"/>
                  </a:ext>
                </a:extLst>
              </a:tr>
            </a:tbl>
          </a:graphicData>
        </a:graphic>
      </p:graphicFrame>
      <p:graphicFrame>
        <p:nvGraphicFramePr>
          <p:cNvPr id="3" name="Table 2">
            <a:extLst>
              <a:ext uri="{FF2B5EF4-FFF2-40B4-BE49-F238E27FC236}">
                <a16:creationId xmlns:a16="http://schemas.microsoft.com/office/drawing/2014/main" id="{182A97E4-A153-2BB4-C6EE-0ECB6DCFECD7}"/>
              </a:ext>
            </a:extLst>
          </p:cNvPr>
          <p:cNvGraphicFramePr>
            <a:graphicFrameLocks noGrp="1"/>
          </p:cNvGraphicFramePr>
          <p:nvPr>
            <p:extLst>
              <p:ext uri="{D42A27DB-BD31-4B8C-83A1-F6EECF244321}">
                <p14:modId xmlns:p14="http://schemas.microsoft.com/office/powerpoint/2010/main" val="2414056893"/>
              </p:ext>
            </p:extLst>
          </p:nvPr>
        </p:nvGraphicFramePr>
        <p:xfrm>
          <a:off x="6709076" y="1045772"/>
          <a:ext cx="4648200" cy="5532758"/>
        </p:xfrm>
        <a:graphic>
          <a:graphicData uri="http://schemas.openxmlformats.org/drawingml/2006/table">
            <a:tbl>
              <a:tblPr firstRow="1" bandRow="1">
                <a:tableStyleId>{93296810-A885-4BE3-A3E7-6D5BEEA58F35}</a:tableStyleId>
              </a:tblPr>
              <a:tblGrid>
                <a:gridCol w="2324100">
                  <a:extLst>
                    <a:ext uri="{9D8B030D-6E8A-4147-A177-3AD203B41FA5}">
                      <a16:colId xmlns:a16="http://schemas.microsoft.com/office/drawing/2014/main" val="3434339684"/>
                    </a:ext>
                  </a:extLst>
                </a:gridCol>
                <a:gridCol w="2324100">
                  <a:extLst>
                    <a:ext uri="{9D8B030D-6E8A-4147-A177-3AD203B41FA5}">
                      <a16:colId xmlns:a16="http://schemas.microsoft.com/office/drawing/2014/main" val="1232621847"/>
                    </a:ext>
                  </a:extLst>
                </a:gridCol>
              </a:tblGrid>
              <a:tr h="502978">
                <a:tc>
                  <a:txBody>
                    <a:bodyPr/>
                    <a:lstStyle/>
                    <a:p>
                      <a:pPr algn="ctr"/>
                      <a:r>
                        <a:rPr lang="en-US" sz="2000" dirty="0"/>
                        <a:t>Execution Order</a:t>
                      </a:r>
                    </a:p>
                  </a:txBody>
                  <a:tcPr marL="99421" marR="99421" marT="49709" marB="49709"/>
                </a:tc>
                <a:tc>
                  <a:txBody>
                    <a:bodyPr/>
                    <a:lstStyle/>
                    <a:p>
                      <a:pPr algn="ctr"/>
                      <a:r>
                        <a:rPr lang="en-US" sz="2000" dirty="0"/>
                        <a:t>Physical Execution</a:t>
                      </a:r>
                    </a:p>
                  </a:txBody>
                  <a:tcPr marL="99421" marR="99421" marT="49709" marB="49709"/>
                </a:tc>
                <a:extLst>
                  <a:ext uri="{0D108BD9-81ED-4DB2-BD59-A6C34878D82A}">
                    <a16:rowId xmlns:a16="http://schemas.microsoft.com/office/drawing/2014/main" val="3854412626"/>
                  </a:ext>
                </a:extLst>
              </a:tr>
              <a:tr h="502978">
                <a:tc>
                  <a:txBody>
                    <a:bodyPr/>
                    <a:lstStyle/>
                    <a:p>
                      <a:pPr algn="ctr"/>
                      <a:r>
                        <a:rPr lang="en-US" sz="2000" dirty="0"/>
                        <a:t>1</a:t>
                      </a:r>
                    </a:p>
                  </a:txBody>
                  <a:tcPr marL="99421" marR="99421" marT="49709" marB="49709"/>
                </a:tc>
                <a:tc>
                  <a:txBody>
                    <a:bodyPr/>
                    <a:lstStyle/>
                    <a:p>
                      <a:pPr algn="ctr"/>
                      <a:r>
                        <a:rPr lang="en-US" sz="2000" dirty="0"/>
                        <a:t>FROM</a:t>
                      </a:r>
                    </a:p>
                  </a:txBody>
                  <a:tcPr marL="99421" marR="99421" marT="49709" marB="49709"/>
                </a:tc>
                <a:extLst>
                  <a:ext uri="{0D108BD9-81ED-4DB2-BD59-A6C34878D82A}">
                    <a16:rowId xmlns:a16="http://schemas.microsoft.com/office/drawing/2014/main" val="2348470260"/>
                  </a:ext>
                </a:extLst>
              </a:tr>
              <a:tr h="502978">
                <a:tc>
                  <a:txBody>
                    <a:bodyPr/>
                    <a:lstStyle/>
                    <a:p>
                      <a:pPr algn="ctr"/>
                      <a:r>
                        <a:rPr lang="en-US" sz="2000" dirty="0"/>
                        <a:t>2</a:t>
                      </a:r>
                    </a:p>
                  </a:txBody>
                  <a:tcPr marL="99421" marR="99421" marT="49709" marB="49709"/>
                </a:tc>
                <a:tc>
                  <a:txBody>
                    <a:bodyPr/>
                    <a:lstStyle/>
                    <a:p>
                      <a:pPr algn="ctr"/>
                      <a:r>
                        <a:rPr lang="en-US" sz="2000" dirty="0"/>
                        <a:t>ON</a:t>
                      </a:r>
                    </a:p>
                  </a:txBody>
                  <a:tcPr marL="99421" marR="99421" marT="49709" marB="49709"/>
                </a:tc>
                <a:extLst>
                  <a:ext uri="{0D108BD9-81ED-4DB2-BD59-A6C34878D82A}">
                    <a16:rowId xmlns:a16="http://schemas.microsoft.com/office/drawing/2014/main" val="2889742606"/>
                  </a:ext>
                </a:extLst>
              </a:tr>
              <a:tr h="502978">
                <a:tc>
                  <a:txBody>
                    <a:bodyPr/>
                    <a:lstStyle/>
                    <a:p>
                      <a:pPr algn="ctr"/>
                      <a:r>
                        <a:rPr lang="en-US" sz="2000" dirty="0"/>
                        <a:t>3</a:t>
                      </a:r>
                    </a:p>
                  </a:txBody>
                  <a:tcPr marL="99421" marR="99421" marT="49709" marB="49709"/>
                </a:tc>
                <a:tc>
                  <a:txBody>
                    <a:bodyPr/>
                    <a:lstStyle/>
                    <a:p>
                      <a:pPr algn="ctr"/>
                      <a:r>
                        <a:rPr lang="en-US" sz="2000" dirty="0"/>
                        <a:t>OUTER</a:t>
                      </a:r>
                    </a:p>
                  </a:txBody>
                  <a:tcPr marL="99421" marR="99421" marT="49709" marB="49709"/>
                </a:tc>
                <a:extLst>
                  <a:ext uri="{0D108BD9-81ED-4DB2-BD59-A6C34878D82A}">
                    <a16:rowId xmlns:a16="http://schemas.microsoft.com/office/drawing/2014/main" val="1269310737"/>
                  </a:ext>
                </a:extLst>
              </a:tr>
              <a:tr h="502978">
                <a:tc>
                  <a:txBody>
                    <a:bodyPr/>
                    <a:lstStyle/>
                    <a:p>
                      <a:pPr algn="ctr"/>
                      <a:r>
                        <a:rPr lang="en-US" sz="2000" dirty="0"/>
                        <a:t>4</a:t>
                      </a:r>
                    </a:p>
                  </a:txBody>
                  <a:tcPr marL="99421" marR="99421" marT="49709" marB="49709"/>
                </a:tc>
                <a:tc>
                  <a:txBody>
                    <a:bodyPr/>
                    <a:lstStyle/>
                    <a:p>
                      <a:pPr algn="ctr"/>
                      <a:r>
                        <a:rPr lang="en-US" sz="2000" dirty="0"/>
                        <a:t>WHERE</a:t>
                      </a:r>
                    </a:p>
                  </a:txBody>
                  <a:tcPr marL="99421" marR="99421" marT="49709" marB="49709"/>
                </a:tc>
                <a:extLst>
                  <a:ext uri="{0D108BD9-81ED-4DB2-BD59-A6C34878D82A}">
                    <a16:rowId xmlns:a16="http://schemas.microsoft.com/office/drawing/2014/main" val="939920258"/>
                  </a:ext>
                </a:extLst>
              </a:tr>
              <a:tr h="502978">
                <a:tc>
                  <a:txBody>
                    <a:bodyPr/>
                    <a:lstStyle/>
                    <a:p>
                      <a:pPr algn="ctr"/>
                      <a:r>
                        <a:rPr lang="en-US" sz="2000" dirty="0"/>
                        <a:t>5</a:t>
                      </a:r>
                    </a:p>
                  </a:txBody>
                  <a:tcPr marL="99421" marR="99421" marT="49709" marB="49709"/>
                </a:tc>
                <a:tc>
                  <a:txBody>
                    <a:bodyPr/>
                    <a:lstStyle/>
                    <a:p>
                      <a:pPr algn="ctr"/>
                      <a:r>
                        <a:rPr lang="en-US" sz="2000" dirty="0"/>
                        <a:t>GROUP BY</a:t>
                      </a:r>
                    </a:p>
                  </a:txBody>
                  <a:tcPr marL="99421" marR="99421" marT="49709" marB="49709"/>
                </a:tc>
                <a:extLst>
                  <a:ext uri="{0D108BD9-81ED-4DB2-BD59-A6C34878D82A}">
                    <a16:rowId xmlns:a16="http://schemas.microsoft.com/office/drawing/2014/main" val="2898239669"/>
                  </a:ext>
                </a:extLst>
              </a:tr>
              <a:tr h="502978">
                <a:tc>
                  <a:txBody>
                    <a:bodyPr/>
                    <a:lstStyle/>
                    <a:p>
                      <a:pPr algn="ctr"/>
                      <a:r>
                        <a:rPr lang="en-US" sz="2000" dirty="0"/>
                        <a:t>6</a:t>
                      </a:r>
                    </a:p>
                  </a:txBody>
                  <a:tcPr marL="99421" marR="99421" marT="49709" marB="49709"/>
                </a:tc>
                <a:tc>
                  <a:txBody>
                    <a:bodyPr/>
                    <a:lstStyle/>
                    <a:p>
                      <a:pPr algn="ctr"/>
                      <a:r>
                        <a:rPr lang="en-US" sz="2000" dirty="0"/>
                        <a:t>HAVING</a:t>
                      </a:r>
                    </a:p>
                  </a:txBody>
                  <a:tcPr marL="99421" marR="99421" marT="49709" marB="49709"/>
                </a:tc>
                <a:extLst>
                  <a:ext uri="{0D108BD9-81ED-4DB2-BD59-A6C34878D82A}">
                    <a16:rowId xmlns:a16="http://schemas.microsoft.com/office/drawing/2014/main" val="1948084126"/>
                  </a:ext>
                </a:extLst>
              </a:tr>
              <a:tr h="502978">
                <a:tc>
                  <a:txBody>
                    <a:bodyPr/>
                    <a:lstStyle/>
                    <a:p>
                      <a:pPr algn="ctr"/>
                      <a:r>
                        <a:rPr lang="en-US" sz="2000" dirty="0"/>
                        <a:t>7</a:t>
                      </a:r>
                    </a:p>
                  </a:txBody>
                  <a:tcPr marL="99421" marR="99421" marT="49709" marB="49709"/>
                </a:tc>
                <a:tc>
                  <a:txBody>
                    <a:bodyPr/>
                    <a:lstStyle/>
                    <a:p>
                      <a:pPr algn="ctr"/>
                      <a:r>
                        <a:rPr lang="en-US" sz="2000" dirty="0"/>
                        <a:t>SELECT</a:t>
                      </a:r>
                    </a:p>
                  </a:txBody>
                  <a:tcPr marL="99421" marR="99421" marT="49709" marB="49709"/>
                </a:tc>
                <a:extLst>
                  <a:ext uri="{0D108BD9-81ED-4DB2-BD59-A6C34878D82A}">
                    <a16:rowId xmlns:a16="http://schemas.microsoft.com/office/drawing/2014/main" val="3827102557"/>
                  </a:ext>
                </a:extLst>
              </a:tr>
              <a:tr h="502978">
                <a:tc>
                  <a:txBody>
                    <a:bodyPr/>
                    <a:lstStyle/>
                    <a:p>
                      <a:pPr algn="ctr"/>
                      <a:r>
                        <a:rPr lang="en-US" sz="2000" dirty="0"/>
                        <a:t>8</a:t>
                      </a:r>
                    </a:p>
                  </a:txBody>
                  <a:tcPr marL="99421" marR="99421" marT="49709" marB="49709"/>
                </a:tc>
                <a:tc>
                  <a:txBody>
                    <a:bodyPr/>
                    <a:lstStyle/>
                    <a:p>
                      <a:pPr algn="ctr"/>
                      <a:r>
                        <a:rPr lang="en-US" sz="2000" dirty="0"/>
                        <a:t>DISTINCT</a:t>
                      </a:r>
                    </a:p>
                  </a:txBody>
                  <a:tcPr marL="99421" marR="99421" marT="49709" marB="49709"/>
                </a:tc>
                <a:extLst>
                  <a:ext uri="{0D108BD9-81ED-4DB2-BD59-A6C34878D82A}">
                    <a16:rowId xmlns:a16="http://schemas.microsoft.com/office/drawing/2014/main" val="768727039"/>
                  </a:ext>
                </a:extLst>
              </a:tr>
              <a:tr h="502978">
                <a:tc>
                  <a:txBody>
                    <a:bodyPr/>
                    <a:lstStyle/>
                    <a:p>
                      <a:pPr algn="ctr"/>
                      <a:r>
                        <a:rPr lang="en-US" sz="2000" dirty="0"/>
                        <a:t>9</a:t>
                      </a:r>
                    </a:p>
                  </a:txBody>
                  <a:tcPr marL="99421" marR="99421" marT="49709" marB="49709"/>
                </a:tc>
                <a:tc>
                  <a:txBody>
                    <a:bodyPr/>
                    <a:lstStyle/>
                    <a:p>
                      <a:pPr algn="ctr"/>
                      <a:r>
                        <a:rPr lang="en-US" sz="2000" dirty="0"/>
                        <a:t>ORDER BY</a:t>
                      </a:r>
                    </a:p>
                  </a:txBody>
                  <a:tcPr marL="99421" marR="99421" marT="49709" marB="49709"/>
                </a:tc>
                <a:extLst>
                  <a:ext uri="{0D108BD9-81ED-4DB2-BD59-A6C34878D82A}">
                    <a16:rowId xmlns:a16="http://schemas.microsoft.com/office/drawing/2014/main" val="4100935668"/>
                  </a:ext>
                </a:extLst>
              </a:tr>
              <a:tr h="502978">
                <a:tc>
                  <a:txBody>
                    <a:bodyPr/>
                    <a:lstStyle/>
                    <a:p>
                      <a:pPr algn="ctr"/>
                      <a:r>
                        <a:rPr lang="en-US" sz="2000" dirty="0"/>
                        <a:t>10</a:t>
                      </a:r>
                    </a:p>
                  </a:txBody>
                  <a:tcPr marL="99421" marR="99421" marT="49709" marB="49709"/>
                </a:tc>
                <a:tc>
                  <a:txBody>
                    <a:bodyPr/>
                    <a:lstStyle/>
                    <a:p>
                      <a:pPr marL="0" marR="0" indent="0" algn="ctr" defTabSz="1218987" rtl="0" eaLnBrk="1" fontAlgn="auto" latinLnBrk="0" hangingPunct="1">
                        <a:lnSpc>
                          <a:spcPct val="100000"/>
                        </a:lnSpc>
                        <a:spcBef>
                          <a:spcPts val="0"/>
                        </a:spcBef>
                        <a:spcAft>
                          <a:spcPts val="0"/>
                        </a:spcAft>
                        <a:buClrTx/>
                        <a:buSzTx/>
                        <a:buFontTx/>
                        <a:buNone/>
                        <a:tabLst/>
                        <a:defRPr/>
                      </a:pPr>
                      <a:r>
                        <a:rPr lang="en-US" sz="2000" dirty="0"/>
                        <a:t>TOP/LIMIT</a:t>
                      </a:r>
                    </a:p>
                  </a:txBody>
                  <a:tcPr marL="99421" marR="99421" marT="49709" marB="49709"/>
                </a:tc>
                <a:extLst>
                  <a:ext uri="{0D108BD9-81ED-4DB2-BD59-A6C34878D82A}">
                    <a16:rowId xmlns:a16="http://schemas.microsoft.com/office/drawing/2014/main" val="3060012951"/>
                  </a:ext>
                </a:extLst>
              </a:tr>
            </a:tbl>
          </a:graphicData>
        </a:graphic>
      </p:graphicFrame>
    </p:spTree>
    <p:extLst>
      <p:ext uri="{BB962C8B-B14F-4D97-AF65-F5344CB8AC3E}">
        <p14:creationId xmlns:p14="http://schemas.microsoft.com/office/powerpoint/2010/main" val="2361346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4B2D4C9A1D66B45AAC7DF823AC34687" ma:contentTypeVersion="9" ma:contentTypeDescription="Create a new document." ma:contentTypeScope="" ma:versionID="0466c91e75b0043766871b21af5d4650">
  <xsd:schema xmlns:xsd="http://www.w3.org/2001/XMLSchema" xmlns:xs="http://www.w3.org/2001/XMLSchema" xmlns:p="http://schemas.microsoft.com/office/2006/metadata/properties" xmlns:ns2="9eef95c9-828c-409c-a7e4-d6f8945e3a00" xmlns:ns3="0327e4cb-458d-4bcc-91c2-6b295fda8f37" targetNamespace="http://schemas.microsoft.com/office/2006/metadata/properties" ma:root="true" ma:fieldsID="70f0d2433bfe180acf2716bb0bd3a7b7" ns2:_="" ns3:_="">
    <xsd:import namespace="9eef95c9-828c-409c-a7e4-d6f8945e3a00"/>
    <xsd:import namespace="0327e4cb-458d-4bcc-91c2-6b295fda8f37"/>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ef95c9-828c-409c-a7e4-d6f8945e3a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3b64ef9-597b-4c99-8f75-8e42860b9f9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327e4cb-458d-4bcc-91c2-6b295fda8f3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d658e49a-7a2f-4051-9567-0c1652778040}" ma:internalName="TaxCatchAll" ma:showField="CatchAllData" ma:web="0327e4cb-458d-4bcc-91c2-6b295fda8f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0327e4cb-458d-4bcc-91c2-6b295fda8f37" xsi:nil="true"/>
    <lcf76f155ced4ddcb4097134ff3c332f xmlns="9eef95c9-828c-409c-a7e4-d6f8945e3a0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C6C91B-95BE-4044-B647-8E4318D3CC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ef95c9-828c-409c-a7e4-d6f8945e3a00"/>
    <ds:schemaRef ds:uri="0327e4cb-458d-4bcc-91c2-6b295fda8f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2D90252-86DB-4D0E-A486-44DEFCCBB814}">
  <ds:schemaRefs>
    <ds:schemaRef ds:uri="http://schemas.microsoft.com/office/2006/metadata/properties"/>
    <ds:schemaRef ds:uri="http://schemas.microsoft.com/office/infopath/2007/PartnerControls"/>
    <ds:schemaRef ds:uri="0327e4cb-458d-4bcc-91c2-6b295fda8f37"/>
    <ds:schemaRef ds:uri="9eef95c9-828c-409c-a7e4-d6f8945e3a00"/>
  </ds:schemaRefs>
</ds:datastoreItem>
</file>

<file path=customXml/itemProps3.xml><?xml version="1.0" encoding="utf-8"?>
<ds:datastoreItem xmlns:ds="http://schemas.openxmlformats.org/officeDocument/2006/customXml" ds:itemID="{F09FF415-1DF2-4912-9EB2-272BA6EE9E9F}">
  <ds:schemaRefs>
    <ds:schemaRef ds:uri="http://schemas.microsoft.com/sharepoint/v3/contenttype/forms"/>
  </ds:schemaRefs>
</ds:datastoreItem>
</file>

<file path=docMetadata/LabelInfo.xml><?xml version="1.0" encoding="utf-8"?>
<clbl:labelList xmlns:clbl="http://schemas.microsoft.com/office/2020/mipLabelMetadata">
  <clbl:label id="{4970c7fe-5391-4388-8b1f-6eba3d8371e6}" enabled="1" method="Standard" siteId="{f15dd8d1-822a-4009-bdbf-57951d225a99}" removed="0"/>
</clbl:labelList>
</file>

<file path=docProps/app.xml><?xml version="1.0" encoding="utf-8"?>
<Properties xmlns="http://schemas.openxmlformats.org/officeDocument/2006/extended-properties" xmlns:vt="http://schemas.openxmlformats.org/officeDocument/2006/docPropsVTypes">
  <Template/>
  <TotalTime>3481</TotalTime>
  <Words>2226</Words>
  <Application>Microsoft Office PowerPoint</Application>
  <PresentationFormat>Custom</PresentationFormat>
  <Paragraphs>536</Paragraphs>
  <Slides>26</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Calibri Light</vt:lpstr>
      <vt:lpstr>Consolas</vt:lpstr>
      <vt:lpstr>Courier New</vt:lpstr>
      <vt:lpstr>Sarabun Light</vt:lpstr>
      <vt:lpstr>Segoe UI</vt:lpstr>
      <vt:lpstr>Times New Roman</vt:lpstr>
      <vt:lpstr>Office Theme</vt:lpstr>
      <vt:lpstr>DATA AGGREGATION</vt:lpstr>
      <vt:lpstr>PowerPoint Presentation</vt:lpstr>
      <vt:lpstr>Grouping</vt:lpstr>
      <vt:lpstr>PowerPoint Presentation</vt:lpstr>
      <vt:lpstr>PowerPoint Presentation</vt:lpstr>
      <vt:lpstr>PowerPoint Presentation</vt:lpstr>
      <vt:lpstr>PowerPoint Presentation</vt:lpstr>
      <vt:lpstr>PowerPoint Presentation</vt:lpstr>
      <vt:lpstr>Aggregate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Having</vt:lpstr>
      <vt:lpstr>PowerPoint Presentation</vt:lpstr>
      <vt:lpstr>PowerPoint Presentation</vt:lpstr>
      <vt:lpstr>PowerPoint Presentation</vt:lpstr>
      <vt:lpstr>PowerPoint Presentation</vt:lpstr>
      <vt:lpstr>Logical vs Physical Execution</vt:lpstr>
    </vt:vector>
  </TitlesOfParts>
  <Manager/>
  <Company>Neurond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AGGREGATION</dc:title>
  <dc:subject/>
  <dc:creator>thanh.ho@orientsoftware.com</dc:creator>
  <dc:description/>
  <cp:lastModifiedBy>An Ly Minh</cp:lastModifiedBy>
  <cp:revision>251</cp:revision>
  <dcterms:created xsi:type="dcterms:W3CDTF">2014-01-02T17:00:34Z</dcterms:created>
  <dcterms:modified xsi:type="dcterms:W3CDTF">2025-05-06T21:30:05Z</dcterms:modified>
  <cp:category/>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TC027879909991</vt:lpwstr>
  </property>
  <property fmtid="{D5CDD505-2E9C-101B-9397-08002B2CF9AE}" pid="3" name="ContentTypeId">
    <vt:lpwstr>0x01010074B2D4C9A1D66B45AAC7DF823AC34687</vt:lpwstr>
  </property>
  <property fmtid="{D5CDD505-2E9C-101B-9397-08002B2CF9AE}" pid="4" name="MediaServiceImageTags">
    <vt:lpwstr/>
  </property>
  <property fmtid="{D5CDD505-2E9C-101B-9397-08002B2CF9AE}" pid="5" name="MSIP_Label_4970c7fe-5391-4388-8b1f-6eba3d8371e6_Enabled">
    <vt:lpwstr>true</vt:lpwstr>
  </property>
  <property fmtid="{D5CDD505-2E9C-101B-9397-08002B2CF9AE}" pid="6" name="MSIP_Label_4970c7fe-5391-4388-8b1f-6eba3d8371e6_SetDate">
    <vt:lpwstr>2023-01-10T03:05:36Z</vt:lpwstr>
  </property>
  <property fmtid="{D5CDD505-2E9C-101B-9397-08002B2CF9AE}" pid="7" name="MSIP_Label_4970c7fe-5391-4388-8b1f-6eba3d8371e6_Method">
    <vt:lpwstr>Standard</vt:lpwstr>
  </property>
  <property fmtid="{D5CDD505-2E9C-101B-9397-08002B2CF9AE}" pid="8" name="MSIP_Label_4970c7fe-5391-4388-8b1f-6eba3d8371e6_Name">
    <vt:lpwstr>Internal</vt:lpwstr>
  </property>
  <property fmtid="{D5CDD505-2E9C-101B-9397-08002B2CF9AE}" pid="9" name="MSIP_Label_4970c7fe-5391-4388-8b1f-6eba3d8371e6_SiteId">
    <vt:lpwstr>f15dd8d1-822a-4009-bdbf-57951d225a99</vt:lpwstr>
  </property>
  <property fmtid="{D5CDD505-2E9C-101B-9397-08002B2CF9AE}" pid="10" name="MSIP_Label_4970c7fe-5391-4388-8b1f-6eba3d8371e6_ActionId">
    <vt:lpwstr>75b49493-e6a2-40cf-8333-2456e064e6f7</vt:lpwstr>
  </property>
  <property fmtid="{D5CDD505-2E9C-101B-9397-08002B2CF9AE}" pid="11" name="MSIP_Label_4970c7fe-5391-4388-8b1f-6eba3d8371e6_ContentBits">
    <vt:lpwstr>0</vt:lpwstr>
  </property>
</Properties>
</file>