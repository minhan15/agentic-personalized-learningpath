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changesInfos/changesInfo1.xml" ContentType="application/vnd.ms-powerpoint.changesinfo+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Override PartName="/docMetadata/LabelInfo.xml" ContentType="application/vnd.ms-office.classificationlabel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6" Type="http://schemas.microsoft.com/office/2020/02/relationships/classificationlabels" Target="docMetadata/LabelInfo.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73" r:id="rId4"/>
  </p:sldMasterIdLst>
  <p:notesMasterIdLst>
    <p:notesMasterId r:id="rId32"/>
  </p:notesMasterIdLst>
  <p:handoutMasterIdLst>
    <p:handoutMasterId r:id="rId33"/>
  </p:handoutMasterIdLst>
  <p:sldIdLst>
    <p:sldId id="274" r:id="rId5"/>
    <p:sldId id="276" r:id="rId6"/>
    <p:sldId id="420" r:id="rId7"/>
    <p:sldId id="423" r:id="rId8"/>
    <p:sldId id="425" r:id="rId9"/>
    <p:sldId id="418" r:id="rId10"/>
    <p:sldId id="426" r:id="rId11"/>
    <p:sldId id="429" r:id="rId12"/>
    <p:sldId id="432" r:id="rId13"/>
    <p:sldId id="433" r:id="rId14"/>
    <p:sldId id="437" r:id="rId15"/>
    <p:sldId id="438" r:id="rId16"/>
    <p:sldId id="431" r:id="rId17"/>
    <p:sldId id="441" r:id="rId18"/>
    <p:sldId id="442" r:id="rId19"/>
    <p:sldId id="454" r:id="rId20"/>
    <p:sldId id="455" r:id="rId21"/>
    <p:sldId id="458" r:id="rId22"/>
    <p:sldId id="444" r:id="rId23"/>
    <p:sldId id="447" r:id="rId24"/>
    <p:sldId id="411" r:id="rId25"/>
    <p:sldId id="459" r:id="rId26"/>
    <p:sldId id="450" r:id="rId27"/>
    <p:sldId id="451" r:id="rId28"/>
    <p:sldId id="456" r:id="rId29"/>
    <p:sldId id="457" r:id="rId30"/>
    <p:sldId id="349" r:id="rId31"/>
  </p:sldIdLst>
  <p:sldSz cx="12188825"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521415D9-36F7-43E2-AB2F-B90AF26B5E84}">
      <p14:sectionLst xmlns:p14="http://schemas.microsoft.com/office/powerpoint/2010/main">
        <p14:section name="Intro" id="{709A2BE3-2D0E-4BDF-9E7B-B5B14B6C6981}">
          <p14:sldIdLst>
            <p14:sldId id="274"/>
            <p14:sldId id="276"/>
          </p14:sldIdLst>
        </p14:section>
        <p14:section name="SQL Basics" id="{54083675-7767-4D3E-A81A-34053BCA503C}">
          <p14:sldIdLst>
            <p14:sldId id="420"/>
            <p14:sldId id="423"/>
            <p14:sldId id="425"/>
          </p14:sldIdLst>
        </p14:section>
        <p14:section name="Retrieving Data" id="{8C9B2028-B8F2-44DB-8E62-CCC941262FD0}">
          <p14:sldIdLst>
            <p14:sldId id="418"/>
            <p14:sldId id="426"/>
            <p14:sldId id="429"/>
            <p14:sldId id="432"/>
            <p14:sldId id="433"/>
            <p14:sldId id="437"/>
            <p14:sldId id="438"/>
            <p14:sldId id="431"/>
            <p14:sldId id="441"/>
            <p14:sldId id="442"/>
            <p14:sldId id="454"/>
            <p14:sldId id="455"/>
          </p14:sldIdLst>
        </p14:section>
        <p14:section name="Writing Data" id="{A8DE8DEC-D481-4F4E-AD76-C7F7EB860802}">
          <p14:sldIdLst>
            <p14:sldId id="458"/>
            <p14:sldId id="444"/>
            <p14:sldId id="447"/>
            <p14:sldId id="411"/>
          </p14:sldIdLst>
        </p14:section>
        <p14:section name="Updating and Deleting" id="{98F96385-65F2-4689-BF84-EC8DFAD50B98}">
          <p14:sldIdLst>
            <p14:sldId id="459"/>
            <p14:sldId id="450"/>
            <p14:sldId id="451"/>
            <p14:sldId id="456"/>
            <p14:sldId id="457"/>
          </p14:sldIdLst>
        </p14:section>
        <p14:section name="Conclusion" id="{10E03AB1-9AA8-4E86-9A64-D741901E50A2}">
          <p14:sldIdLst>
            <p14:sldId id="349"/>
          </p14:sldIdLst>
        </p14:section>
      </p14:sectionLst>
    </p:ext>
    <p:ext uri="{EFAFB233-063F-42B5-8137-9DF3F51BA10A}">
      <p15:sldGuideLst xmlns:p15="http://schemas.microsoft.com/office/powerpoint/2012/main">
        <p15:guide id="1" orient="horz" pos="2160" userDrawn="1">
          <p15:clr>
            <a:srgbClr val="A4A3A4"/>
          </p15:clr>
        </p15:guide>
        <p15:guide id="5" pos="3839" userDrawn="1">
          <p15:clr>
            <a:srgbClr val="A4A3A4"/>
          </p15:clr>
        </p15:guide>
      </p15:sldGuideLst>
    </p:ext>
    <p:ext uri="{2D200454-40CA-4A62-9FC3-DE9A4176ACB9}">
      <p15:notesGuideLst xmlns:p15="http://schemas.microsoft.com/office/powerpoint/2012/main">
        <p15:guide id="1" orient="horz" pos="2880">
          <p15:clr>
            <a:srgbClr val="A4A3A4"/>
          </p15:clr>
        </p15:guide>
        <p15:guide id="2" pos="2160">
          <p15:clr>
            <a:srgbClr val="A4A3A4"/>
          </p15:clr>
        </p15:guide>
      </p15:notes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FF5050"/>
    <a:srgbClr val="D9D5C7"/>
    <a:srgbClr val="643F07"/>
    <a:srgbClr val="3BABFF"/>
    <a:srgbClr val="005828"/>
    <a:srgbClr val="00B050"/>
    <a:srgbClr val="003760"/>
    <a:srgbClr val="0070C0"/>
    <a:srgbClr val="C6C0AA"/>
    <a:srgbClr val="FFF0D9"/>
  </p:clrMru>
  <p:extLst>
    <p:ext uri="{E76CE94A-603C-4142-B9EB-6D1370010A27}">
      <p14:discardImageEditData xmlns:p14="http://schemas.microsoft.com/office/powerpoint/2010/main" val="1"/>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B301B821-A1FF-4177-AEE7-76D212191A09}" styleName="Medium Style 1 - Accent 1">
    <a:wholeTbl>
      <a:tcTxStyle>
        <a:fontRef idx="minor">
          <a:scrgbClr r="0" g="0" b="0"/>
        </a:fontRef>
        <a:schemeClr val="dk1"/>
      </a:tcTxStyle>
      <a:tcStyle>
        <a:tcBdr>
          <a:left>
            <a:ln w="12700" cmpd="sng">
              <a:solidFill>
                <a:schemeClr val="accent1"/>
              </a:solidFill>
            </a:ln>
          </a:left>
          <a:right>
            <a:ln w="12700" cmpd="sng">
              <a:solidFill>
                <a:schemeClr val="accent1"/>
              </a:solidFill>
            </a:ln>
          </a:right>
          <a:top>
            <a:ln w="12700" cmpd="sng">
              <a:solidFill>
                <a:schemeClr val="accent1"/>
              </a:solidFill>
            </a:ln>
          </a:top>
          <a:bottom>
            <a:ln w="12700" cmpd="sng">
              <a:solidFill>
                <a:schemeClr val="accent1"/>
              </a:solidFill>
            </a:ln>
          </a:bottom>
          <a:insideH>
            <a:ln w="12700" cmpd="sng">
              <a:solidFill>
                <a:schemeClr val="accent1"/>
              </a:solidFill>
            </a:ln>
          </a:insideH>
          <a:insideV>
            <a:ln>
              <a:noFill/>
            </a:ln>
          </a:insideV>
        </a:tcBdr>
        <a:fill>
          <a:solidFill>
            <a:schemeClr val="lt1"/>
          </a:solidFill>
        </a:fill>
      </a:tcStyle>
    </a:wholeTbl>
    <a:band1H>
      <a:tcStyle>
        <a:tcBdr/>
        <a:fill>
          <a:solidFill>
            <a:schemeClr val="accent1">
              <a:tint val="20000"/>
            </a:schemeClr>
          </a:solidFill>
        </a:fill>
      </a:tcStyle>
    </a:band1H>
    <a:band1V>
      <a:tcStyle>
        <a:tcBdr/>
        <a:fill>
          <a:solidFill>
            <a:schemeClr val="accent1">
              <a:tint val="20000"/>
            </a:schemeClr>
          </a:solidFill>
        </a:fill>
      </a:tcStyle>
    </a:band1V>
    <a:lastCol>
      <a:tcTxStyle b="on"/>
      <a:tcStyle>
        <a:tcBdr/>
      </a:tcStyle>
    </a:lastCol>
    <a:firstCol>
      <a:tcTxStyle b="on"/>
      <a:tcStyle>
        <a:tcBdr/>
      </a:tcStyle>
    </a:firstCol>
    <a:lastRow>
      <a:tcTxStyle b="on"/>
      <a:tcStyle>
        <a:tcBdr>
          <a:top>
            <a:ln w="50800" cmpd="dbl">
              <a:solidFill>
                <a:schemeClr val="accent1"/>
              </a:solidFill>
            </a:ln>
          </a:top>
        </a:tcBdr>
        <a:fill>
          <a:solidFill>
            <a:schemeClr val="lt1"/>
          </a:solidFill>
        </a:fill>
      </a:tcStyle>
    </a:lastRow>
    <a:firstRow>
      <a:tcTxStyle b="on">
        <a:fontRef idx="minor">
          <a:scrgbClr r="0" g="0" b="0"/>
        </a:fontRef>
        <a:schemeClr val="lt1"/>
      </a:tcTxStyle>
      <a:tcStyle>
        <a:tcBdr/>
        <a:fill>
          <a:solidFill>
            <a:schemeClr val="accent1"/>
          </a:solidFill>
        </a:fill>
      </a:tcStyle>
    </a:firstRow>
  </a:tblStyle>
  <a:tblStyle styleId="{8A107856-5554-42FB-B03E-39F5DBC370BA}" styleName="Medium Style 4 - Accent 2">
    <a:wholeTbl>
      <a:tcTxStyle>
        <a:fontRef idx="minor">
          <a:scrgbClr r="0" g="0" b="0"/>
        </a:fontRef>
        <a:schemeClr val="dk1"/>
      </a:tcTxStyle>
      <a:tcStyle>
        <a:tcBdr>
          <a:left>
            <a:ln w="12700" cmpd="sng">
              <a:solidFill>
                <a:schemeClr val="accent2"/>
              </a:solidFill>
            </a:ln>
          </a:left>
          <a:right>
            <a:ln w="12700" cmpd="sng">
              <a:solidFill>
                <a:schemeClr val="accent2"/>
              </a:solidFill>
            </a:ln>
          </a:right>
          <a:top>
            <a:ln w="12700" cmpd="sng">
              <a:solidFill>
                <a:schemeClr val="accent2"/>
              </a:solidFill>
            </a:ln>
          </a:top>
          <a:bottom>
            <a:ln w="12700" cmpd="sng">
              <a:solidFill>
                <a:schemeClr val="accent2"/>
              </a:solidFill>
            </a:ln>
          </a:bottom>
          <a:insideH>
            <a:ln w="12700" cmpd="sng">
              <a:solidFill>
                <a:schemeClr val="accent2"/>
              </a:solidFill>
            </a:ln>
          </a:insideH>
          <a:insideV>
            <a:ln w="12700" cmpd="sng">
              <a:solidFill>
                <a:schemeClr val="accent2"/>
              </a:solidFill>
            </a:ln>
          </a:insideV>
        </a:tcBdr>
        <a:fill>
          <a:solidFill>
            <a:schemeClr val="accent2">
              <a:tint val="20000"/>
            </a:schemeClr>
          </a:solidFill>
        </a:fill>
      </a:tcStyle>
    </a:wholeTbl>
    <a:band1H>
      <a:tcStyle>
        <a:tcBdr/>
        <a:fill>
          <a:solidFill>
            <a:schemeClr val="accent2">
              <a:tint val="40000"/>
            </a:schemeClr>
          </a:solidFill>
        </a:fill>
      </a:tcStyle>
    </a:band1H>
    <a:band1V>
      <a:tcStyle>
        <a:tcBdr/>
        <a:fill>
          <a:solidFill>
            <a:schemeClr val="accent2">
              <a:tint val="40000"/>
            </a:schemeClr>
          </a:solidFill>
        </a:fill>
      </a:tcStyle>
    </a:band1V>
    <a:lastCol>
      <a:tcTxStyle b="on"/>
      <a:tcStyle>
        <a:tcBdr/>
      </a:tcStyle>
    </a:lastCol>
    <a:firstCol>
      <a:tcTxStyle b="on"/>
      <a:tcStyle>
        <a:tcBdr/>
      </a:tcStyle>
    </a:firstCol>
    <a:lastRow>
      <a:tcTxStyle b="on"/>
      <a:tcStyle>
        <a:tcBdr>
          <a:top>
            <a:ln w="25400" cmpd="sng">
              <a:solidFill>
                <a:schemeClr val="accent2"/>
              </a:solidFill>
            </a:ln>
          </a:top>
        </a:tcBdr>
        <a:fill>
          <a:solidFill>
            <a:schemeClr val="accent2">
              <a:tint val="20000"/>
            </a:schemeClr>
          </a:solidFill>
        </a:fill>
      </a:tcStyle>
    </a:lastRow>
    <a:firstRow>
      <a:tcTxStyle b="on"/>
      <a:tcStyle>
        <a:tcBdr/>
        <a:fill>
          <a:solidFill>
            <a:schemeClr val="accent2">
              <a:tint val="20000"/>
            </a:schemeClr>
          </a:solidFill>
        </a:fill>
      </a:tcStyle>
    </a:firstRow>
  </a:tblStyle>
  <a:tblStyle styleId="{08FB837D-C827-4EFA-A057-4D05807E0F7C}" styleName="Themed Style 1 - Accent 6">
    <a:tblBg>
      <a:fillRef idx="2">
        <a:schemeClr val="accent6"/>
      </a:fillRef>
      <a:effectRef idx="1">
        <a:schemeClr val="accent6"/>
      </a:effectRef>
    </a:tblBg>
    <a:wholeTbl>
      <a:tcTxStyle>
        <a:fontRef idx="minor">
          <a:scrgbClr r="0" g="0" b="0"/>
        </a:fontRef>
        <a:schemeClr val="dk1"/>
      </a:tcTxStyle>
      <a:tcStyle>
        <a:tcBdr>
          <a:left>
            <a:lnRef idx="1">
              <a:schemeClr val="accent6"/>
            </a:lnRef>
          </a:left>
          <a:right>
            <a:lnRef idx="1">
              <a:schemeClr val="accent6"/>
            </a:lnRef>
          </a:right>
          <a:top>
            <a:lnRef idx="1">
              <a:schemeClr val="accent6"/>
            </a:lnRef>
          </a:top>
          <a:bottom>
            <a:lnRef idx="1">
              <a:schemeClr val="accent6"/>
            </a:lnRef>
          </a:bottom>
          <a:insideH>
            <a:lnRef idx="1">
              <a:schemeClr val="accent6"/>
            </a:lnRef>
          </a:insideH>
          <a:insideV>
            <a:lnRef idx="1">
              <a:schemeClr val="accent6"/>
            </a:lnRef>
          </a:insideV>
        </a:tcBdr>
        <a:fill>
          <a:noFill/>
        </a:fill>
      </a:tcStyle>
    </a:wholeTbl>
    <a:band1H>
      <a:tcStyle>
        <a:tcBdr/>
        <a:fill>
          <a:solidFill>
            <a:schemeClr val="accent6">
              <a:alpha val="40000"/>
            </a:schemeClr>
          </a:solidFill>
        </a:fill>
      </a:tcStyle>
    </a:band1H>
    <a:band2H>
      <a:tcStyle>
        <a:tcBdr/>
      </a:tcStyle>
    </a:band2H>
    <a:band1V>
      <a:tcStyle>
        <a:tcBdr>
          <a:top>
            <a:lnRef idx="1">
              <a:schemeClr val="accent6"/>
            </a:lnRef>
          </a:top>
          <a:bottom>
            <a:lnRef idx="1">
              <a:schemeClr val="accent6"/>
            </a:lnRef>
          </a:bottom>
        </a:tcBdr>
        <a:fill>
          <a:solidFill>
            <a:schemeClr val="accent6">
              <a:alpha val="40000"/>
            </a:schemeClr>
          </a:solidFill>
        </a:fill>
      </a:tcStyle>
    </a:band1V>
    <a:band2V>
      <a:tcStyle>
        <a:tcBdr/>
      </a:tcStyle>
    </a:band2V>
    <a:lastCol>
      <a:tcTxStyle b="on"/>
      <a:tcStyle>
        <a:tcBdr>
          <a:left>
            <a:lnRef idx="2">
              <a:schemeClr val="accent6"/>
            </a:lnRef>
          </a:left>
          <a:right>
            <a:lnRef idx="1">
              <a:schemeClr val="accent6"/>
            </a:lnRef>
          </a:right>
          <a:top>
            <a:lnRef idx="1">
              <a:schemeClr val="accent6"/>
            </a:lnRef>
          </a:top>
          <a:bottom>
            <a:lnRef idx="1">
              <a:schemeClr val="accent6"/>
            </a:lnRef>
          </a:bottom>
          <a:insideH>
            <a:lnRef idx="1">
              <a:schemeClr val="accent6"/>
            </a:lnRef>
          </a:insideH>
          <a:insideV>
            <a:ln>
              <a:noFill/>
            </a:ln>
          </a:insideV>
        </a:tcBdr>
      </a:tcStyle>
    </a:lastCol>
    <a:firstCol>
      <a:tcTxStyle b="on"/>
      <a:tcStyle>
        <a:tcBdr>
          <a:left>
            <a:lnRef idx="1">
              <a:schemeClr val="accent6"/>
            </a:lnRef>
          </a:left>
          <a:right>
            <a:lnRef idx="2">
              <a:schemeClr val="accent6"/>
            </a:lnRef>
          </a:right>
          <a:top>
            <a:lnRef idx="1">
              <a:schemeClr val="accent6"/>
            </a:lnRef>
          </a:top>
          <a:bottom>
            <a:lnRef idx="1">
              <a:schemeClr val="accent6"/>
            </a:lnRef>
          </a:bottom>
          <a:insideH>
            <a:lnRef idx="1">
              <a:schemeClr val="accent6"/>
            </a:lnRef>
          </a:insideH>
          <a:insideV>
            <a:ln>
              <a:noFill/>
            </a:ln>
          </a:insideV>
        </a:tcBdr>
      </a:tcStyle>
    </a:firstCol>
    <a:lastRow>
      <a:tcTxStyle b="on"/>
      <a:tcStyle>
        <a:tcBdr>
          <a:left>
            <a:lnRef idx="1">
              <a:schemeClr val="accent6"/>
            </a:lnRef>
          </a:left>
          <a:right>
            <a:lnRef idx="1">
              <a:schemeClr val="accent6"/>
            </a:lnRef>
          </a:right>
          <a:top>
            <a:lnRef idx="2">
              <a:schemeClr val="accent6"/>
            </a:lnRef>
          </a:top>
          <a:bottom>
            <a:lnRef idx="2">
              <a:schemeClr val="accent6"/>
            </a:lnRef>
          </a:bottom>
          <a:insideH>
            <a:ln>
              <a:noFill/>
            </a:ln>
          </a:insideH>
          <a:insideV>
            <a:ln>
              <a:noFill/>
            </a:ln>
          </a:insideV>
        </a:tcBdr>
        <a:fill>
          <a:noFill/>
        </a:fill>
      </a:tcStyle>
    </a:lastRow>
    <a:firstRow>
      <a:tcTxStyle b="on">
        <a:fontRef idx="minor">
          <a:scrgbClr r="0" g="0" b="0"/>
        </a:fontRef>
        <a:schemeClr val="lt1"/>
      </a:tcTxStyle>
      <a:tcStyle>
        <a:tcBdr>
          <a:left>
            <a:lnRef idx="1">
              <a:schemeClr val="accent6"/>
            </a:lnRef>
          </a:left>
          <a:right>
            <a:lnRef idx="1">
              <a:schemeClr val="accent6"/>
            </a:lnRef>
          </a:right>
          <a:top>
            <a:lnRef idx="1">
              <a:schemeClr val="accent6"/>
            </a:lnRef>
          </a:top>
          <a:bottom>
            <a:lnRef idx="2">
              <a:schemeClr val="lt1"/>
            </a:lnRef>
          </a:bottom>
          <a:insideH>
            <a:ln>
              <a:noFill/>
            </a:ln>
          </a:insideH>
          <a:insideV>
            <a:ln>
              <a:noFill/>
            </a:ln>
          </a:insideV>
        </a:tcBdr>
        <a:fill>
          <a:solidFill>
            <a:schemeClr val="accent6"/>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6985" autoAdjust="0"/>
    <p:restoredTop sz="78080" autoAdjust="0"/>
  </p:normalViewPr>
  <p:slideViewPr>
    <p:cSldViewPr>
      <p:cViewPr varScale="1">
        <p:scale>
          <a:sx n="95" d="100"/>
          <a:sy n="95" d="100"/>
        </p:scale>
        <p:origin x="115" y="72"/>
      </p:cViewPr>
      <p:guideLst>
        <p:guide orient="horz" pos="2160"/>
        <p:guide pos="3839"/>
      </p:guideLst>
    </p:cSldViewPr>
  </p:slideViewPr>
  <p:outlineViewPr>
    <p:cViewPr>
      <p:scale>
        <a:sx n="33" d="100"/>
        <a:sy n="33" d="100"/>
      </p:scale>
      <p:origin x="0" y="-6192"/>
    </p:cViewPr>
    <p:sldLst>
      <p:sld r:id="rId1" collapse="1"/>
      <p:sld r:id="rId2" collapse="1"/>
      <p:sld r:id="rId3" collapse="1"/>
    </p:sldLst>
  </p:outlineViewPr>
  <p:notesTextViewPr>
    <p:cViewPr>
      <p:scale>
        <a:sx n="1" d="1"/>
        <a:sy n="1" d="1"/>
      </p:scale>
      <p:origin x="0" y="0"/>
    </p:cViewPr>
  </p:notesTextViewPr>
  <p:sorterViewPr>
    <p:cViewPr>
      <p:scale>
        <a:sx n="100" d="100"/>
        <a:sy n="100" d="100"/>
      </p:scale>
      <p:origin x="0" y="0"/>
    </p:cViewPr>
  </p:sorterViewPr>
  <p:notesViewPr>
    <p:cSldViewPr showGuides="1">
      <p:cViewPr varScale="1">
        <p:scale>
          <a:sx n="64" d="100"/>
          <a:sy n="64" d="100"/>
        </p:scale>
        <p:origin x="2592" y="66"/>
      </p:cViewPr>
      <p:guideLst>
        <p:guide orient="horz" pos="2880"/>
        <p:guide pos="2160"/>
      </p:guideLst>
    </p:cSldViewPr>
  </p:notesViewPr>
  <p:gridSpacing cx="76200" cy="76200"/>
</p:viewPr>
</file>

<file path=ppt/_rels/presentation.xml.rels><?xml version="1.0" encoding="UTF-8" standalone="yes"?>
<Relationships xmlns="http://schemas.openxmlformats.org/package/2006/relationships"><Relationship Id="rId13" Type="http://schemas.openxmlformats.org/officeDocument/2006/relationships/slide" Target="slides/slide9.xml"/><Relationship Id="rId18" Type="http://schemas.openxmlformats.org/officeDocument/2006/relationships/slide" Target="slides/slide14.xml"/><Relationship Id="rId26" Type="http://schemas.openxmlformats.org/officeDocument/2006/relationships/slide" Target="slides/slide22.xml"/><Relationship Id="rId21" Type="http://schemas.openxmlformats.org/officeDocument/2006/relationships/slide" Target="slides/slide17.xml"/><Relationship Id="rId34" Type="http://schemas.openxmlformats.org/officeDocument/2006/relationships/presProps" Target="presProps.xml"/><Relationship Id="rId7" Type="http://schemas.openxmlformats.org/officeDocument/2006/relationships/slide" Target="slides/slide3.xml"/><Relationship Id="rId12" Type="http://schemas.openxmlformats.org/officeDocument/2006/relationships/slide" Target="slides/slide8.xml"/><Relationship Id="rId17" Type="http://schemas.openxmlformats.org/officeDocument/2006/relationships/slide" Target="slides/slide13.xml"/><Relationship Id="rId25" Type="http://schemas.openxmlformats.org/officeDocument/2006/relationships/slide" Target="slides/slide21.xml"/><Relationship Id="rId33" Type="http://schemas.openxmlformats.org/officeDocument/2006/relationships/handoutMaster" Target="handoutMasters/handoutMaster1.xml"/><Relationship Id="rId38" Type="http://schemas.microsoft.com/office/2016/11/relationships/changesInfo" Target="changesInfos/changesInfo1.xml"/><Relationship Id="rId2" Type="http://schemas.openxmlformats.org/officeDocument/2006/relationships/customXml" Target="../customXml/item2.xml"/><Relationship Id="rId16" Type="http://schemas.openxmlformats.org/officeDocument/2006/relationships/slide" Target="slides/slide12.xml"/><Relationship Id="rId20" Type="http://schemas.openxmlformats.org/officeDocument/2006/relationships/slide" Target="slides/slide16.xml"/><Relationship Id="rId29" Type="http://schemas.openxmlformats.org/officeDocument/2006/relationships/slide" Target="slides/slide25.xml"/><Relationship Id="rId1" Type="http://schemas.openxmlformats.org/officeDocument/2006/relationships/customXml" Target="../customXml/item1.xml"/><Relationship Id="rId6" Type="http://schemas.openxmlformats.org/officeDocument/2006/relationships/slide" Target="slides/slide2.xml"/><Relationship Id="rId11" Type="http://schemas.openxmlformats.org/officeDocument/2006/relationships/slide" Target="slides/slide7.xml"/><Relationship Id="rId24" Type="http://schemas.openxmlformats.org/officeDocument/2006/relationships/slide" Target="slides/slide20.xml"/><Relationship Id="rId32" Type="http://schemas.openxmlformats.org/officeDocument/2006/relationships/notesMaster" Target="notesMasters/notesMaster1.xml"/><Relationship Id="rId37" Type="http://schemas.openxmlformats.org/officeDocument/2006/relationships/tableStyles" Target="tableStyles.xml"/><Relationship Id="rId5" Type="http://schemas.openxmlformats.org/officeDocument/2006/relationships/slide" Target="slides/slide1.xml"/><Relationship Id="rId15" Type="http://schemas.openxmlformats.org/officeDocument/2006/relationships/slide" Target="slides/slide11.xml"/><Relationship Id="rId23" Type="http://schemas.openxmlformats.org/officeDocument/2006/relationships/slide" Target="slides/slide19.xml"/><Relationship Id="rId28" Type="http://schemas.openxmlformats.org/officeDocument/2006/relationships/slide" Target="slides/slide24.xml"/><Relationship Id="rId36" Type="http://schemas.openxmlformats.org/officeDocument/2006/relationships/theme" Target="theme/theme1.xml"/><Relationship Id="rId10" Type="http://schemas.openxmlformats.org/officeDocument/2006/relationships/slide" Target="slides/slide6.xml"/><Relationship Id="rId19" Type="http://schemas.openxmlformats.org/officeDocument/2006/relationships/slide" Target="slides/slide15.xml"/><Relationship Id="rId31" Type="http://schemas.openxmlformats.org/officeDocument/2006/relationships/slide" Target="slides/slide27.xml"/><Relationship Id="rId4" Type="http://schemas.openxmlformats.org/officeDocument/2006/relationships/slideMaster" Target="slideMasters/slideMaster1.xml"/><Relationship Id="rId9" Type="http://schemas.openxmlformats.org/officeDocument/2006/relationships/slide" Target="slides/slide5.xml"/><Relationship Id="rId14" Type="http://schemas.openxmlformats.org/officeDocument/2006/relationships/slide" Target="slides/slide10.xml"/><Relationship Id="rId22" Type="http://schemas.openxmlformats.org/officeDocument/2006/relationships/slide" Target="slides/slide18.xml"/><Relationship Id="rId27" Type="http://schemas.openxmlformats.org/officeDocument/2006/relationships/slide" Target="slides/slide23.xml"/><Relationship Id="rId30" Type="http://schemas.openxmlformats.org/officeDocument/2006/relationships/slide" Target="slides/slide26.xml"/><Relationship Id="rId35" Type="http://schemas.openxmlformats.org/officeDocument/2006/relationships/viewProps" Target="viewProps.xml"/><Relationship Id="rId8" Type="http://schemas.openxmlformats.org/officeDocument/2006/relationships/slide" Target="slides/slide4.xml"/><Relationship Id="rId3" Type="http://schemas.openxmlformats.org/officeDocument/2006/relationships/customXml" Target="../customXml/item3.xml"/></Relationships>
</file>

<file path=ppt/_rels/viewProps.xml.rels><?xml version="1.0" encoding="UTF-8" standalone="yes"?>
<Relationships xmlns="http://schemas.openxmlformats.org/package/2006/relationships"><Relationship Id="rId3" Type="http://schemas.openxmlformats.org/officeDocument/2006/relationships/slide" Target="slides/slide12.xml"/><Relationship Id="rId2" Type="http://schemas.openxmlformats.org/officeDocument/2006/relationships/slide" Target="slides/slide8.xml"/><Relationship Id="rId1" Type="http://schemas.openxmlformats.org/officeDocument/2006/relationships/slide" Target="slides/slide7.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Thanh Ho Hoang" userId="bdaa2ca6-9388-4c5e-9437-595bc402494c" providerId="ADAL" clId="{49B8D07E-C2C6-47DA-AD1F-6DC9E3E1E742}"/>
    <pc:docChg chg="undo custSel modSld">
      <pc:chgData name="Thanh Ho Hoang" userId="bdaa2ca6-9388-4c5e-9437-595bc402494c" providerId="ADAL" clId="{49B8D07E-C2C6-47DA-AD1F-6DC9E3E1E742}" dt="2021-12-30T07:01:04.038" v="25" actId="113"/>
      <pc:docMkLst>
        <pc:docMk/>
      </pc:docMkLst>
      <pc:sldChg chg="addSp delSp modSp">
        <pc:chgData name="Thanh Ho Hoang" userId="bdaa2ca6-9388-4c5e-9437-595bc402494c" providerId="ADAL" clId="{49B8D07E-C2C6-47DA-AD1F-6DC9E3E1E742}" dt="2021-12-30T07:00:10.755" v="4" actId="113"/>
        <pc:sldMkLst>
          <pc:docMk/>
          <pc:sldMk cId="1646986932" sldId="276"/>
        </pc:sldMkLst>
      </pc:sldChg>
      <pc:sldChg chg="modSp">
        <pc:chgData name="Thanh Ho Hoang" userId="bdaa2ca6-9388-4c5e-9437-595bc402494c" providerId="ADAL" clId="{49B8D07E-C2C6-47DA-AD1F-6DC9E3E1E742}" dt="2021-12-30T07:01:04.038" v="25" actId="113"/>
        <pc:sldMkLst>
          <pc:docMk/>
          <pc:sldMk cId="2087190546" sldId="349"/>
        </pc:sldMkLst>
      </pc:sldChg>
      <pc:sldChg chg="modSp">
        <pc:chgData name="Thanh Ho Hoang" userId="bdaa2ca6-9388-4c5e-9437-595bc402494c" providerId="ADAL" clId="{49B8D07E-C2C6-47DA-AD1F-6DC9E3E1E742}" dt="2021-12-30T07:00:49.299" v="20" actId="113"/>
        <pc:sldMkLst>
          <pc:docMk/>
          <pc:sldMk cId="720977763" sldId="411"/>
        </pc:sldMkLst>
      </pc:sldChg>
      <pc:sldChg chg="modSp">
        <pc:chgData name="Thanh Ho Hoang" userId="bdaa2ca6-9388-4c5e-9437-595bc402494c" providerId="ADAL" clId="{49B8D07E-C2C6-47DA-AD1F-6DC9E3E1E742}" dt="2021-12-30T07:00:12.939" v="5" actId="113"/>
        <pc:sldMkLst>
          <pc:docMk/>
          <pc:sldMk cId="490131648" sldId="423"/>
        </pc:sldMkLst>
      </pc:sldChg>
      <pc:sldChg chg="modSp">
        <pc:chgData name="Thanh Ho Hoang" userId="bdaa2ca6-9388-4c5e-9437-595bc402494c" providerId="ADAL" clId="{49B8D07E-C2C6-47DA-AD1F-6DC9E3E1E742}" dt="2021-12-30T07:00:16.572" v="6" actId="113"/>
        <pc:sldMkLst>
          <pc:docMk/>
          <pc:sldMk cId="3748604494" sldId="425"/>
        </pc:sldMkLst>
      </pc:sldChg>
      <pc:sldChg chg="modSp">
        <pc:chgData name="Thanh Ho Hoang" userId="bdaa2ca6-9388-4c5e-9437-595bc402494c" providerId="ADAL" clId="{49B8D07E-C2C6-47DA-AD1F-6DC9E3E1E742}" dt="2021-12-30T07:00:19.576" v="7" actId="113"/>
        <pc:sldMkLst>
          <pc:docMk/>
          <pc:sldMk cId="2273232941" sldId="426"/>
        </pc:sldMkLst>
      </pc:sldChg>
      <pc:sldChg chg="modSp">
        <pc:chgData name="Thanh Ho Hoang" userId="bdaa2ca6-9388-4c5e-9437-595bc402494c" providerId="ADAL" clId="{49B8D07E-C2C6-47DA-AD1F-6DC9E3E1E742}" dt="2021-12-30T07:00:22.028" v="8" actId="113"/>
        <pc:sldMkLst>
          <pc:docMk/>
          <pc:sldMk cId="1985165512" sldId="429"/>
        </pc:sldMkLst>
      </pc:sldChg>
      <pc:sldChg chg="modSp">
        <pc:chgData name="Thanh Ho Hoang" userId="bdaa2ca6-9388-4c5e-9437-595bc402494c" providerId="ADAL" clId="{49B8D07E-C2C6-47DA-AD1F-6DC9E3E1E742}" dt="2021-12-30T07:00:32.851" v="13" actId="113"/>
        <pc:sldMkLst>
          <pc:docMk/>
          <pc:sldMk cId="2844560536" sldId="431"/>
        </pc:sldMkLst>
      </pc:sldChg>
      <pc:sldChg chg="modSp">
        <pc:chgData name="Thanh Ho Hoang" userId="bdaa2ca6-9388-4c5e-9437-595bc402494c" providerId="ADAL" clId="{49B8D07E-C2C6-47DA-AD1F-6DC9E3E1E742}" dt="2021-12-30T07:00:24.020" v="9" actId="113"/>
        <pc:sldMkLst>
          <pc:docMk/>
          <pc:sldMk cId="852657281" sldId="432"/>
        </pc:sldMkLst>
      </pc:sldChg>
      <pc:sldChg chg="modSp">
        <pc:chgData name="Thanh Ho Hoang" userId="bdaa2ca6-9388-4c5e-9437-595bc402494c" providerId="ADAL" clId="{49B8D07E-C2C6-47DA-AD1F-6DC9E3E1E742}" dt="2021-12-30T07:00:26.528" v="10" actId="113"/>
        <pc:sldMkLst>
          <pc:docMk/>
          <pc:sldMk cId="2600722926" sldId="433"/>
        </pc:sldMkLst>
      </pc:sldChg>
      <pc:sldChg chg="modSp">
        <pc:chgData name="Thanh Ho Hoang" userId="bdaa2ca6-9388-4c5e-9437-595bc402494c" providerId="ADAL" clId="{49B8D07E-C2C6-47DA-AD1F-6DC9E3E1E742}" dt="2021-12-30T07:00:28.784" v="11" actId="113"/>
        <pc:sldMkLst>
          <pc:docMk/>
          <pc:sldMk cId="546981166" sldId="437"/>
        </pc:sldMkLst>
      </pc:sldChg>
      <pc:sldChg chg="modSp">
        <pc:chgData name="Thanh Ho Hoang" userId="bdaa2ca6-9388-4c5e-9437-595bc402494c" providerId="ADAL" clId="{49B8D07E-C2C6-47DA-AD1F-6DC9E3E1E742}" dt="2021-12-30T07:00:30.814" v="12" actId="113"/>
        <pc:sldMkLst>
          <pc:docMk/>
          <pc:sldMk cId="3256463480" sldId="438"/>
        </pc:sldMkLst>
      </pc:sldChg>
      <pc:sldChg chg="modSp">
        <pc:chgData name="Thanh Ho Hoang" userId="bdaa2ca6-9388-4c5e-9437-595bc402494c" providerId="ADAL" clId="{49B8D07E-C2C6-47DA-AD1F-6DC9E3E1E742}" dt="2021-12-30T07:00:35.014" v="14" actId="113"/>
        <pc:sldMkLst>
          <pc:docMk/>
          <pc:sldMk cId="2411587612" sldId="441"/>
        </pc:sldMkLst>
      </pc:sldChg>
      <pc:sldChg chg="modSp">
        <pc:chgData name="Thanh Ho Hoang" userId="bdaa2ca6-9388-4c5e-9437-595bc402494c" providerId="ADAL" clId="{49B8D07E-C2C6-47DA-AD1F-6DC9E3E1E742}" dt="2021-12-30T07:00:37.609" v="15" actId="113"/>
        <pc:sldMkLst>
          <pc:docMk/>
          <pc:sldMk cId="1185093375" sldId="442"/>
        </pc:sldMkLst>
      </pc:sldChg>
      <pc:sldChg chg="modSp">
        <pc:chgData name="Thanh Ho Hoang" userId="bdaa2ca6-9388-4c5e-9437-595bc402494c" providerId="ADAL" clId="{49B8D07E-C2C6-47DA-AD1F-6DC9E3E1E742}" dt="2021-12-30T07:00:44.821" v="18" actId="113"/>
        <pc:sldMkLst>
          <pc:docMk/>
          <pc:sldMk cId="767289762" sldId="444"/>
        </pc:sldMkLst>
      </pc:sldChg>
      <pc:sldChg chg="modSp">
        <pc:chgData name="Thanh Ho Hoang" userId="bdaa2ca6-9388-4c5e-9437-595bc402494c" providerId="ADAL" clId="{49B8D07E-C2C6-47DA-AD1F-6DC9E3E1E742}" dt="2021-12-30T07:00:47.154" v="19" actId="113"/>
        <pc:sldMkLst>
          <pc:docMk/>
          <pc:sldMk cId="3028477957" sldId="447"/>
        </pc:sldMkLst>
      </pc:sldChg>
      <pc:sldChg chg="modSp">
        <pc:chgData name="Thanh Ho Hoang" userId="bdaa2ca6-9388-4c5e-9437-595bc402494c" providerId="ADAL" clId="{49B8D07E-C2C6-47DA-AD1F-6DC9E3E1E742}" dt="2021-12-30T07:00:51.313" v="21" actId="113"/>
        <pc:sldMkLst>
          <pc:docMk/>
          <pc:sldMk cId="662503170" sldId="450"/>
        </pc:sldMkLst>
      </pc:sldChg>
      <pc:sldChg chg="modSp">
        <pc:chgData name="Thanh Ho Hoang" userId="bdaa2ca6-9388-4c5e-9437-595bc402494c" providerId="ADAL" clId="{49B8D07E-C2C6-47DA-AD1F-6DC9E3E1E742}" dt="2021-12-30T07:00:54.252" v="22" actId="113"/>
        <pc:sldMkLst>
          <pc:docMk/>
          <pc:sldMk cId="1649308056" sldId="451"/>
        </pc:sldMkLst>
      </pc:sldChg>
      <pc:sldChg chg="modSp">
        <pc:chgData name="Thanh Ho Hoang" userId="bdaa2ca6-9388-4c5e-9437-595bc402494c" providerId="ADAL" clId="{49B8D07E-C2C6-47DA-AD1F-6DC9E3E1E742}" dt="2021-12-30T07:00:39.702" v="16" actId="113"/>
        <pc:sldMkLst>
          <pc:docMk/>
          <pc:sldMk cId="3982490429" sldId="454"/>
        </pc:sldMkLst>
      </pc:sldChg>
      <pc:sldChg chg="modSp">
        <pc:chgData name="Thanh Ho Hoang" userId="bdaa2ca6-9388-4c5e-9437-595bc402494c" providerId="ADAL" clId="{49B8D07E-C2C6-47DA-AD1F-6DC9E3E1E742}" dt="2021-12-30T07:00:41.940" v="17" actId="113"/>
        <pc:sldMkLst>
          <pc:docMk/>
          <pc:sldMk cId="1562784955" sldId="455"/>
        </pc:sldMkLst>
      </pc:sldChg>
      <pc:sldChg chg="modSp">
        <pc:chgData name="Thanh Ho Hoang" userId="bdaa2ca6-9388-4c5e-9437-595bc402494c" providerId="ADAL" clId="{49B8D07E-C2C6-47DA-AD1F-6DC9E3E1E742}" dt="2021-12-30T07:00:56.240" v="23" actId="113"/>
        <pc:sldMkLst>
          <pc:docMk/>
          <pc:sldMk cId="3681334338" sldId="456"/>
        </pc:sldMkLst>
      </pc:sldChg>
      <pc:sldChg chg="modSp">
        <pc:chgData name="Thanh Ho Hoang" userId="bdaa2ca6-9388-4c5e-9437-595bc402494c" providerId="ADAL" clId="{49B8D07E-C2C6-47DA-AD1F-6DC9E3E1E742}" dt="2021-12-30T07:00:59.964" v="24" actId="113"/>
        <pc:sldMkLst>
          <pc:docMk/>
          <pc:sldMk cId="1003622072" sldId="457"/>
        </pc:sldMkLst>
      </pc:sldChg>
    </pc:docChg>
  </pc:docChgLst>
  <pc:docChgLst>
    <pc:chgData name="Vu Nguyen Dinh" userId="S::vu.nguyen@orientsoftware.com::94660a93-fa35-4311-ab95-3ec8af57ff03" providerId="AD" clId="Web-{E8D73224-C1ED-F2D2-FEDE-967638DB7242}"/>
    <pc:docChg chg="mod">
      <pc:chgData name="Vu Nguyen Dinh" userId="S::vu.nguyen@orientsoftware.com::94660a93-fa35-4311-ab95-3ec8af57ff03" providerId="AD" clId="Web-{E8D73224-C1ED-F2D2-FEDE-967638DB7242}" dt="2022-07-18T04:26:09.675" v="0" actId="33475"/>
      <pc:docMkLst>
        <pc:docMk/>
      </pc:docMkLst>
    </pc:docChg>
  </pc:docChgLst>
  <pc:docChgLst>
    <pc:chgData name="An Ly Minh" userId="901a9585-0bad-4e98-9c58-38fecc165e20" providerId="ADAL" clId="{C6D2DEB4-FDEE-4941-9F69-2F6433551A39}"/>
    <pc:docChg chg="undo custSel modSld">
      <pc:chgData name="An Ly Minh" userId="901a9585-0bad-4e98-9c58-38fecc165e20" providerId="ADAL" clId="{C6D2DEB4-FDEE-4941-9F69-2F6433551A39}" dt="2025-05-06T21:23:51.861" v="11" actId="478"/>
      <pc:docMkLst>
        <pc:docMk/>
      </pc:docMkLst>
      <pc:sldChg chg="delSp mod">
        <pc:chgData name="An Ly Minh" userId="901a9585-0bad-4e98-9c58-38fecc165e20" providerId="ADAL" clId="{C6D2DEB4-FDEE-4941-9F69-2F6433551A39}" dt="2025-05-06T21:23:51.861" v="11" actId="478"/>
        <pc:sldMkLst>
          <pc:docMk/>
          <pc:sldMk cId="3215379390" sldId="274"/>
        </pc:sldMkLst>
        <pc:spChg chg="del">
          <ac:chgData name="An Ly Minh" userId="901a9585-0bad-4e98-9c58-38fecc165e20" providerId="ADAL" clId="{C6D2DEB4-FDEE-4941-9F69-2F6433551A39}" dt="2025-05-06T21:23:51.861" v="11" actId="478"/>
          <ac:spMkLst>
            <pc:docMk/>
            <pc:sldMk cId="3215379390" sldId="274"/>
            <ac:spMk id="20" creationId="{BDCDEA2A-0069-428C-BC54-4E0C98C910BC}"/>
          </ac:spMkLst>
        </pc:spChg>
        <pc:picChg chg="del">
          <ac:chgData name="An Ly Minh" userId="901a9585-0bad-4e98-9c58-38fecc165e20" providerId="ADAL" clId="{C6D2DEB4-FDEE-4941-9F69-2F6433551A39}" dt="2025-05-06T21:22:48.425" v="0" actId="478"/>
          <ac:picMkLst>
            <pc:docMk/>
            <pc:sldMk cId="3215379390" sldId="274"/>
            <ac:picMk id="21" creationId="{F9438748-3B3E-4272-A5BF-17997245C761}"/>
          </ac:picMkLst>
        </pc:picChg>
      </pc:sldChg>
      <pc:sldChg chg="delSp mod">
        <pc:chgData name="An Ly Minh" userId="901a9585-0bad-4e98-9c58-38fecc165e20" providerId="ADAL" clId="{C6D2DEB4-FDEE-4941-9F69-2F6433551A39}" dt="2025-05-06T21:23:03.474" v="4" actId="478"/>
        <pc:sldMkLst>
          <pc:docMk/>
          <pc:sldMk cId="4153620332" sldId="418"/>
        </pc:sldMkLst>
        <pc:spChg chg="del">
          <ac:chgData name="An Ly Minh" userId="901a9585-0bad-4e98-9c58-38fecc165e20" providerId="ADAL" clId="{C6D2DEB4-FDEE-4941-9F69-2F6433551A39}" dt="2025-05-06T21:23:03.474" v="4" actId="478"/>
          <ac:spMkLst>
            <pc:docMk/>
            <pc:sldMk cId="4153620332" sldId="418"/>
            <ac:spMk id="7" creationId="{9A1B4752-1EAC-485F-B137-4AC5D3A212E2}"/>
          </ac:spMkLst>
        </pc:spChg>
        <pc:picChg chg="del">
          <ac:chgData name="An Ly Minh" userId="901a9585-0bad-4e98-9c58-38fecc165e20" providerId="ADAL" clId="{C6D2DEB4-FDEE-4941-9F69-2F6433551A39}" dt="2025-05-06T21:23:01.820" v="3" actId="478"/>
          <ac:picMkLst>
            <pc:docMk/>
            <pc:sldMk cId="4153620332" sldId="418"/>
            <ac:picMk id="8" creationId="{0B85E4A3-3234-44BE-ACF6-5826B54EDF3A}"/>
          </ac:picMkLst>
        </pc:picChg>
      </pc:sldChg>
      <pc:sldChg chg="delSp mod">
        <pc:chgData name="An Ly Minh" userId="901a9585-0bad-4e98-9c58-38fecc165e20" providerId="ADAL" clId="{C6D2DEB4-FDEE-4941-9F69-2F6433551A39}" dt="2025-05-06T21:22:55.267" v="2" actId="478"/>
        <pc:sldMkLst>
          <pc:docMk/>
          <pc:sldMk cId="587135111" sldId="420"/>
        </pc:sldMkLst>
        <pc:spChg chg="del">
          <ac:chgData name="An Ly Minh" userId="901a9585-0bad-4e98-9c58-38fecc165e20" providerId="ADAL" clId="{C6D2DEB4-FDEE-4941-9F69-2F6433551A39}" dt="2025-05-06T21:22:55.267" v="2" actId="478"/>
          <ac:spMkLst>
            <pc:docMk/>
            <pc:sldMk cId="587135111" sldId="420"/>
            <ac:spMk id="7" creationId="{911AF908-B014-41A8-8389-CA7AEA919773}"/>
          </ac:spMkLst>
        </pc:spChg>
        <pc:picChg chg="del">
          <ac:chgData name="An Ly Minh" userId="901a9585-0bad-4e98-9c58-38fecc165e20" providerId="ADAL" clId="{C6D2DEB4-FDEE-4941-9F69-2F6433551A39}" dt="2025-05-06T21:22:51.092" v="1" actId="478"/>
          <ac:picMkLst>
            <pc:docMk/>
            <pc:sldMk cId="587135111" sldId="420"/>
            <ac:picMk id="8" creationId="{3B9E1015-B681-4F2B-8E0D-8B39274488D0}"/>
          </ac:picMkLst>
        </pc:picChg>
      </pc:sldChg>
      <pc:sldChg chg="addSp delSp mod">
        <pc:chgData name="An Ly Minh" userId="901a9585-0bad-4e98-9c58-38fecc165e20" providerId="ADAL" clId="{C6D2DEB4-FDEE-4941-9F69-2F6433551A39}" dt="2025-05-06T21:23:18.973" v="8" actId="478"/>
        <pc:sldMkLst>
          <pc:docMk/>
          <pc:sldMk cId="2877812328" sldId="458"/>
        </pc:sldMkLst>
        <pc:spChg chg="del">
          <ac:chgData name="An Ly Minh" userId="901a9585-0bad-4e98-9c58-38fecc165e20" providerId="ADAL" clId="{C6D2DEB4-FDEE-4941-9F69-2F6433551A39}" dt="2025-05-06T21:23:18.973" v="8" actId="478"/>
          <ac:spMkLst>
            <pc:docMk/>
            <pc:sldMk cId="2877812328" sldId="458"/>
            <ac:spMk id="7" creationId="{911AF908-B014-41A8-8389-CA7AEA919773}"/>
          </ac:spMkLst>
        </pc:spChg>
        <pc:picChg chg="add del">
          <ac:chgData name="An Ly Minh" userId="901a9585-0bad-4e98-9c58-38fecc165e20" providerId="ADAL" clId="{C6D2DEB4-FDEE-4941-9F69-2F6433551A39}" dt="2025-05-06T21:23:16.648" v="7" actId="478"/>
          <ac:picMkLst>
            <pc:docMk/>
            <pc:sldMk cId="2877812328" sldId="458"/>
            <ac:picMk id="4" creationId="{2A314168-CA2F-4EF1-B7A0-F90A004C837F}"/>
          </ac:picMkLst>
        </pc:picChg>
        <pc:picChg chg="del">
          <ac:chgData name="An Ly Minh" userId="901a9585-0bad-4e98-9c58-38fecc165e20" providerId="ADAL" clId="{C6D2DEB4-FDEE-4941-9F69-2F6433551A39}" dt="2025-05-06T21:23:13.828" v="5" actId="478"/>
          <ac:picMkLst>
            <pc:docMk/>
            <pc:sldMk cId="2877812328" sldId="458"/>
            <ac:picMk id="8" creationId="{3B9E1015-B681-4F2B-8E0D-8B39274488D0}"/>
          </ac:picMkLst>
        </pc:picChg>
      </pc:sldChg>
      <pc:sldChg chg="delSp mod">
        <pc:chgData name="An Ly Minh" userId="901a9585-0bad-4e98-9c58-38fecc165e20" providerId="ADAL" clId="{C6D2DEB4-FDEE-4941-9F69-2F6433551A39}" dt="2025-05-06T21:23:28.274" v="10" actId="478"/>
        <pc:sldMkLst>
          <pc:docMk/>
          <pc:sldMk cId="1562540167" sldId="459"/>
        </pc:sldMkLst>
        <pc:spChg chg="del">
          <ac:chgData name="An Ly Minh" userId="901a9585-0bad-4e98-9c58-38fecc165e20" providerId="ADAL" clId="{C6D2DEB4-FDEE-4941-9F69-2F6433551A39}" dt="2025-05-06T21:23:28.274" v="10" actId="478"/>
          <ac:spMkLst>
            <pc:docMk/>
            <pc:sldMk cId="1562540167" sldId="459"/>
            <ac:spMk id="7" creationId="{911AF908-B014-41A8-8389-CA7AEA919773}"/>
          </ac:spMkLst>
        </pc:spChg>
        <pc:picChg chg="del">
          <ac:chgData name="An Ly Minh" userId="901a9585-0bad-4e98-9c58-38fecc165e20" providerId="ADAL" clId="{C6D2DEB4-FDEE-4941-9F69-2F6433551A39}" dt="2025-05-06T21:23:26.600" v="9" actId="478"/>
          <ac:picMkLst>
            <pc:docMk/>
            <pc:sldMk cId="1562540167" sldId="459"/>
            <ac:picMk id="8" creationId="{3B9E1015-B681-4F2B-8E0D-8B39274488D0}"/>
          </ac:picMkLst>
        </pc:picChg>
      </pc:sldChg>
    </pc:docChg>
  </pc:docChgLst>
</pc:chgInfo>
</file>

<file path=ppt/handoutMasters/_rels/handoutMaster1.xml.rels><?xml version="1.0" encoding="UTF-8" standalone="yes"?>
<Relationships xmlns="http://schemas.openxmlformats.org/package/2006/relationships"><Relationship Id="rId3" Type="http://schemas.openxmlformats.org/officeDocument/2006/relationships/hyperlink" Target="http://creativecommons.org/licenses/by-nc-sa/4.0/" TargetMode="External"/><Relationship Id="rId2" Type="http://schemas.openxmlformats.org/officeDocument/2006/relationships/hyperlink" Target="http://softuni.org/" TargetMode="External"/><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252000"/>
          </a:xfrm>
          <a:prstGeom prst="rect">
            <a:avLst/>
          </a:prstGeom>
        </p:spPr>
        <p:txBody>
          <a:bodyPr vert="horz" lIns="91440" tIns="45720" rIns="91440" bIns="45720" rtlCol="0"/>
          <a:lstStyle>
            <a:lvl1pPr algn="l">
              <a:defRPr sz="1200"/>
            </a:lvl1pPr>
          </a:lstStyle>
          <a:p>
            <a:endParaRPr dirty="0"/>
          </a:p>
        </p:txBody>
      </p:sp>
      <p:sp>
        <p:nvSpPr>
          <p:cNvPr id="3" name="Date Placeholder 2"/>
          <p:cNvSpPr>
            <a:spLocks noGrp="1"/>
          </p:cNvSpPr>
          <p:nvPr>
            <p:ph type="dt" sz="quarter" idx="1"/>
          </p:nvPr>
        </p:nvSpPr>
        <p:spPr>
          <a:xfrm>
            <a:off x="3884613" y="0"/>
            <a:ext cx="2971800" cy="252000"/>
          </a:xfrm>
          <a:prstGeom prst="rect">
            <a:avLst/>
          </a:prstGeom>
        </p:spPr>
        <p:txBody>
          <a:bodyPr vert="horz" lIns="91440" tIns="45720" rIns="91440" bIns="45720" rtlCol="0"/>
          <a:lstStyle>
            <a:lvl1pPr algn="r">
              <a:defRPr sz="1200"/>
            </a:lvl1pPr>
          </a:lstStyle>
          <a:p>
            <a:fld id="{FE5B4EDC-59C0-49C7-8ADA-5A781B329E02}" type="datetimeFigureOut">
              <a:rPr lang="en-US"/>
              <a:pPr/>
              <a:t>5/7/2025</a:t>
            </a:fld>
            <a:endParaRPr dirty="0"/>
          </a:p>
        </p:txBody>
      </p:sp>
      <p:sp>
        <p:nvSpPr>
          <p:cNvPr id="4" name="Footer Placeholder 3"/>
          <p:cNvSpPr>
            <a:spLocks noGrp="1"/>
          </p:cNvSpPr>
          <p:nvPr>
            <p:ph type="ftr" sz="quarter" idx="2"/>
          </p:nvPr>
        </p:nvSpPr>
        <p:spPr>
          <a:xfrm>
            <a:off x="0" y="8747999"/>
            <a:ext cx="6165000" cy="394413"/>
          </a:xfrm>
          <a:prstGeom prst="rect">
            <a:avLst/>
          </a:prstGeom>
        </p:spPr>
        <p:txBody>
          <a:bodyPr vert="horz" lIns="91440" tIns="45720" rIns="91440" bIns="45720" rtlCol="0" anchor="b"/>
          <a:lstStyle>
            <a:lvl1pPr algn="l">
              <a:defRPr sz="1200"/>
            </a:lvl1pPr>
          </a:lstStyle>
          <a:p>
            <a:r>
              <a:rPr lang="en-US" sz="1000" dirty="0"/>
              <a:t>© Software University Foundation – </a:t>
            </a:r>
            <a:r>
              <a:rPr lang="en-US" sz="1000" u="sng" dirty="0">
                <a:hlinkClick r:id="rId2"/>
              </a:rPr>
              <a:t>http://softuni.org</a:t>
            </a:r>
            <a:endParaRPr lang="en-US" sz="1000" dirty="0"/>
          </a:p>
          <a:p>
            <a:r>
              <a:rPr lang="en-US" sz="1000" dirty="0"/>
              <a:t>This work is licensed under the </a:t>
            </a:r>
            <a:r>
              <a:rPr lang="en-US" sz="1000" u="sng" noProof="1">
                <a:hlinkClick r:id="rId3"/>
              </a:rPr>
              <a:t>Creative Commons Attribution-NonCommercial-ShareAlike</a:t>
            </a:r>
            <a:r>
              <a:rPr lang="en-US" sz="1000" noProof="1"/>
              <a:t> </a:t>
            </a:r>
            <a:r>
              <a:rPr lang="en-US" sz="1000" dirty="0"/>
              <a:t>license.</a:t>
            </a:r>
            <a:endParaRPr sz="1000" dirty="0"/>
          </a:p>
        </p:txBody>
      </p:sp>
      <p:sp>
        <p:nvSpPr>
          <p:cNvPr id="5" name="Slide Number Placeholder 4"/>
          <p:cNvSpPr>
            <a:spLocks noGrp="1"/>
          </p:cNvSpPr>
          <p:nvPr>
            <p:ph type="sldNum" sz="quarter" idx="3"/>
          </p:nvPr>
        </p:nvSpPr>
        <p:spPr>
          <a:xfrm>
            <a:off x="6165000" y="8748000"/>
            <a:ext cx="691412" cy="394412"/>
          </a:xfrm>
          <a:prstGeom prst="rect">
            <a:avLst/>
          </a:prstGeom>
        </p:spPr>
        <p:txBody>
          <a:bodyPr vert="horz" lIns="91440" tIns="45720" rIns="91440" bIns="45720" rtlCol="0" anchor="b"/>
          <a:lstStyle>
            <a:lvl1pPr algn="r">
              <a:defRPr sz="1200"/>
            </a:lvl1pPr>
          </a:lstStyle>
          <a:p>
            <a:fld id="{79429053-DC2A-4342-ADD4-2FD729D91E2C}" type="slidenum">
              <a:rPr sz="1000"/>
              <a:pPr/>
              <a:t>‹#›</a:t>
            </a:fld>
            <a:endParaRPr sz="1000" dirty="0"/>
          </a:p>
        </p:txBody>
      </p:sp>
    </p:spTree>
    <p:extLst>
      <p:ext uri="{BB962C8B-B14F-4D97-AF65-F5344CB8AC3E}">
        <p14:creationId xmlns:p14="http://schemas.microsoft.com/office/powerpoint/2010/main" val="4232045756"/>
      </p:ext>
    </p:extLst>
  </p:cSld>
  <p:clrMap bg1="lt1" tx1="dk1" bg2="lt2" tx2="dk2" accent1="accent1" accent2="accent2" accent3="accent3" accent4="accent4" accent5="accent5" accent6="accent6" hlink="hlink" folHlink="folHlink"/>
  <p:hf hdr="0" dt="0"/>
</p:handoutMaster>
</file>

<file path=ppt/notesMasters/_rels/notesMaster1.xml.rels><?xml version="1.0" encoding="UTF-8" standalone="yes"?>
<Relationships xmlns="http://schemas.openxmlformats.org/package/2006/relationships"><Relationship Id="rId3" Type="http://schemas.openxmlformats.org/officeDocument/2006/relationships/hyperlink" Target="http://creativecommons.org/licenses/by-nc-sa/4.0/" TargetMode="External"/><Relationship Id="rId2" Type="http://schemas.openxmlformats.org/officeDocument/2006/relationships/hyperlink" Target="http://softuni.org/" TargetMode="External"/><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252000"/>
          </a:xfrm>
          <a:prstGeom prst="rect">
            <a:avLst/>
          </a:prstGeom>
        </p:spPr>
        <p:txBody>
          <a:bodyPr vert="horz" lIns="91440" tIns="45720" rIns="91440" bIns="45720" rtlCol="0"/>
          <a:lstStyle>
            <a:lvl1pPr algn="l">
              <a:defRPr sz="1000"/>
            </a:lvl1pPr>
          </a:lstStyle>
          <a:p>
            <a:endParaRPr lang="en-US" dirty="0"/>
          </a:p>
        </p:txBody>
      </p:sp>
      <p:sp>
        <p:nvSpPr>
          <p:cNvPr id="3" name="Date Placeholder 2"/>
          <p:cNvSpPr>
            <a:spLocks noGrp="1"/>
          </p:cNvSpPr>
          <p:nvPr>
            <p:ph type="dt" idx="1"/>
          </p:nvPr>
        </p:nvSpPr>
        <p:spPr>
          <a:xfrm>
            <a:off x="3884613" y="0"/>
            <a:ext cx="2971800" cy="252000"/>
          </a:xfrm>
          <a:prstGeom prst="rect">
            <a:avLst/>
          </a:prstGeom>
        </p:spPr>
        <p:txBody>
          <a:bodyPr vert="horz" lIns="91440" tIns="45720" rIns="91440" bIns="45720" rtlCol="0"/>
          <a:lstStyle>
            <a:lvl1pPr algn="r">
              <a:defRPr sz="1000"/>
            </a:lvl1pPr>
          </a:lstStyle>
          <a:p>
            <a:fld id="{F2D8D46A-B586-417D-BFBD-8C8FE0AAF762}" type="datetimeFigureOut">
              <a:rPr lang="en-US" smtClean="0"/>
              <a:pPr/>
              <a:t>5/7/2025</a:t>
            </a:fld>
            <a:endParaRPr lang="en-US"/>
          </a:p>
        </p:txBody>
      </p:sp>
      <p:sp>
        <p:nvSpPr>
          <p:cNvPr id="4" name="Slide Image Placeholder 3"/>
          <p:cNvSpPr>
            <a:spLocks noGrp="1" noRot="1" noChangeAspect="1"/>
          </p:cNvSpPr>
          <p:nvPr>
            <p:ph type="sldImg" idx="2"/>
          </p:nvPr>
        </p:nvSpPr>
        <p:spPr>
          <a:xfrm>
            <a:off x="381000" y="685800"/>
            <a:ext cx="6096000" cy="3429000"/>
          </a:xfrm>
          <a:prstGeom prst="rect">
            <a:avLst/>
          </a:prstGeom>
          <a:noFill/>
          <a:ln w="12700">
            <a:solidFill>
              <a:prstClr val="black"/>
            </a:solidFill>
          </a:ln>
        </p:spPr>
        <p:txBody>
          <a:bodyPr vert="horz" lIns="91440" tIns="45720" rIns="91440" bIns="45720" rtlCol="0" anchor="ctr"/>
          <a:lstStyle/>
          <a:p>
            <a:endParaRPr/>
          </a:p>
        </p:txBody>
      </p:sp>
      <p:sp>
        <p:nvSpPr>
          <p:cNvPr id="5" name="Notes Placeholder 4"/>
          <p:cNvSpPr>
            <a:spLocks noGrp="1"/>
          </p:cNvSpPr>
          <p:nvPr>
            <p:ph type="body" sz="quarter" idx="3"/>
          </p:nvPr>
        </p:nvSpPr>
        <p:spPr>
          <a:xfrm>
            <a:off x="381000" y="4343400"/>
            <a:ext cx="6096000" cy="4114800"/>
          </a:xfrm>
          <a:prstGeom prst="rect">
            <a:avLst/>
          </a:prstGeom>
        </p:spPr>
        <p:txBody>
          <a:bodyPr vert="horz" lIns="91440" tIns="45720" rIns="91440" bIns="45720" rtlCol="0"/>
          <a:lstStyle/>
          <a:p>
            <a:pPr lvl="0"/>
            <a:r>
              <a:rPr dirty="0"/>
              <a:t>Click to edit Master text styles</a:t>
            </a:r>
          </a:p>
          <a:p>
            <a:pPr lvl="1"/>
            <a:r>
              <a:rPr dirty="0"/>
              <a:t>Second level</a:t>
            </a:r>
          </a:p>
          <a:p>
            <a:pPr lvl="2"/>
            <a:r>
              <a:rPr dirty="0"/>
              <a:t>Third level</a:t>
            </a:r>
          </a:p>
          <a:p>
            <a:pPr lvl="3"/>
            <a:r>
              <a:rPr dirty="0"/>
              <a:t>Fourth level</a:t>
            </a:r>
          </a:p>
          <a:p>
            <a:pPr lvl="4"/>
            <a:r>
              <a:rPr dirty="0"/>
              <a:t>Fifth level</a:t>
            </a:r>
          </a:p>
        </p:txBody>
      </p:sp>
      <p:sp>
        <p:nvSpPr>
          <p:cNvPr id="6" name="Footer Placeholder 5"/>
          <p:cNvSpPr>
            <a:spLocks noGrp="1"/>
          </p:cNvSpPr>
          <p:nvPr>
            <p:ph type="ftr" sz="quarter" idx="4"/>
          </p:nvPr>
        </p:nvSpPr>
        <p:spPr>
          <a:xfrm>
            <a:off x="-1" y="8747999"/>
            <a:ext cx="6308999" cy="394413"/>
          </a:xfrm>
          <a:prstGeom prst="rect">
            <a:avLst/>
          </a:prstGeom>
        </p:spPr>
        <p:txBody>
          <a:bodyPr vert="horz" lIns="91440" tIns="45720" rIns="91440" bIns="45720" rtlCol="0" anchor="b"/>
          <a:lstStyle>
            <a:lvl1pPr algn="l">
              <a:defRPr sz="1000"/>
            </a:lvl1pPr>
          </a:lstStyle>
          <a:p>
            <a:r>
              <a:rPr lang="en-US" sz="1000" dirty="0"/>
              <a:t>© Software University Foundation – </a:t>
            </a:r>
            <a:r>
              <a:rPr lang="en-US" sz="1000" u="sng" dirty="0">
                <a:hlinkClick r:id="rId2"/>
              </a:rPr>
              <a:t>http://softuni.org</a:t>
            </a:r>
            <a:endParaRPr lang="en-US" sz="1000" dirty="0"/>
          </a:p>
          <a:p>
            <a:r>
              <a:rPr lang="en-US" sz="1000" dirty="0"/>
              <a:t>This work is licensed under the </a:t>
            </a:r>
            <a:r>
              <a:rPr lang="en-US" sz="1000" u="sng" noProof="1">
                <a:hlinkClick r:id="rId3"/>
              </a:rPr>
              <a:t>Creative Commons Attribution-NonCommercial-ShareAlike</a:t>
            </a:r>
            <a:r>
              <a:rPr lang="en-US" sz="1000" noProof="1"/>
              <a:t> </a:t>
            </a:r>
            <a:r>
              <a:rPr lang="en-US" sz="1000" dirty="0"/>
              <a:t>license.</a:t>
            </a:r>
          </a:p>
        </p:txBody>
      </p:sp>
      <p:sp>
        <p:nvSpPr>
          <p:cNvPr id="7" name="Slide Number Placeholder 6"/>
          <p:cNvSpPr>
            <a:spLocks noGrp="1"/>
          </p:cNvSpPr>
          <p:nvPr>
            <p:ph type="sldNum" sz="quarter" idx="5"/>
          </p:nvPr>
        </p:nvSpPr>
        <p:spPr>
          <a:xfrm>
            <a:off x="6308999" y="8747999"/>
            <a:ext cx="547413" cy="394413"/>
          </a:xfrm>
          <a:prstGeom prst="rect">
            <a:avLst/>
          </a:prstGeom>
        </p:spPr>
        <p:txBody>
          <a:bodyPr vert="horz" lIns="91440" tIns="45720" rIns="91440" bIns="45720" rtlCol="0" anchor="b"/>
          <a:lstStyle>
            <a:lvl1pPr algn="r">
              <a:defRPr sz="1000"/>
            </a:lvl1pPr>
          </a:lstStyle>
          <a:p>
            <a:fld id="{3EBA5BD7-F043-4D1B-AA17-CD412FC534DE}" type="slidenum">
              <a:rPr lang="en-US" smtClean="0"/>
              <a:pPr/>
              <a:t>‹#›</a:t>
            </a:fld>
            <a:endParaRPr lang="en-US" dirty="0"/>
          </a:p>
        </p:txBody>
      </p:sp>
    </p:spTree>
    <p:extLst>
      <p:ext uri="{BB962C8B-B14F-4D97-AF65-F5344CB8AC3E}">
        <p14:creationId xmlns:p14="http://schemas.microsoft.com/office/powerpoint/2010/main" val="276705785"/>
      </p:ext>
    </p:extLst>
  </p:cSld>
  <p:clrMap bg1="lt1" tx1="dk1" bg2="lt2" tx2="dk2" accent1="accent1" accent2="accent2" accent3="accent3" accent4="accent4" accent5="accent5" accent6="accent6" hlink="hlink" folHlink="folHlink"/>
  <p:hf hdr="0" dt="0"/>
  <p:notesStyle>
    <a:lvl1pPr marL="0" algn="l" defTabSz="1218987" rtl="0" eaLnBrk="1" latinLnBrk="0" hangingPunct="1">
      <a:defRPr sz="1600" kern="1200">
        <a:solidFill>
          <a:schemeClr val="tx1"/>
        </a:solidFill>
        <a:latin typeface="+mn-lt"/>
        <a:ea typeface="+mn-ea"/>
        <a:cs typeface="+mn-cs"/>
      </a:defRPr>
    </a:lvl1pPr>
    <a:lvl2pPr marL="177800" indent="0" algn="l" defTabSz="1218987" rtl="0" eaLnBrk="1" latinLnBrk="0" hangingPunct="1">
      <a:defRPr sz="1600" kern="1200">
        <a:solidFill>
          <a:schemeClr val="tx1"/>
        </a:solidFill>
        <a:latin typeface="+mn-lt"/>
        <a:ea typeface="+mn-ea"/>
        <a:cs typeface="+mn-cs"/>
      </a:defRPr>
    </a:lvl2pPr>
    <a:lvl3pPr marL="361950" indent="0" algn="l" defTabSz="1218987" rtl="0" eaLnBrk="1" latinLnBrk="0" hangingPunct="1">
      <a:defRPr sz="1600" kern="1200">
        <a:solidFill>
          <a:schemeClr val="tx1"/>
        </a:solidFill>
        <a:latin typeface="+mn-lt"/>
        <a:ea typeface="+mn-ea"/>
        <a:cs typeface="+mn-cs"/>
      </a:defRPr>
    </a:lvl3pPr>
    <a:lvl4pPr marL="539750" indent="0" algn="l" defTabSz="1218987" rtl="0" eaLnBrk="1" latinLnBrk="0" hangingPunct="1">
      <a:defRPr sz="1600" kern="1200">
        <a:solidFill>
          <a:schemeClr val="tx1"/>
        </a:solidFill>
        <a:latin typeface="+mn-lt"/>
        <a:ea typeface="+mn-ea"/>
        <a:cs typeface="+mn-cs"/>
      </a:defRPr>
    </a:lvl4pPr>
    <a:lvl5pPr marL="717550" indent="0" algn="l" defTabSz="1218987" rtl="0" eaLnBrk="1" latinLnBrk="0" hangingPunct="1">
      <a:defRPr sz="1600" kern="1200">
        <a:solidFill>
          <a:schemeClr val="tx1"/>
        </a:solidFill>
        <a:latin typeface="+mn-lt"/>
        <a:ea typeface="+mn-ea"/>
        <a:cs typeface="+mn-cs"/>
      </a:defRPr>
    </a:lvl5pPr>
    <a:lvl6pPr marL="3047467" algn="l" defTabSz="1218987" rtl="0" eaLnBrk="1" latinLnBrk="0" hangingPunct="1">
      <a:defRPr sz="1600" kern="1200">
        <a:solidFill>
          <a:schemeClr val="tx1"/>
        </a:solidFill>
        <a:latin typeface="+mn-lt"/>
        <a:ea typeface="+mn-ea"/>
        <a:cs typeface="+mn-cs"/>
      </a:defRPr>
    </a:lvl6pPr>
    <a:lvl7pPr marL="3656960" algn="l" defTabSz="1218987" rtl="0" eaLnBrk="1" latinLnBrk="0" hangingPunct="1">
      <a:defRPr sz="1600" kern="1200">
        <a:solidFill>
          <a:schemeClr val="tx1"/>
        </a:solidFill>
        <a:latin typeface="+mn-lt"/>
        <a:ea typeface="+mn-ea"/>
        <a:cs typeface="+mn-cs"/>
      </a:defRPr>
    </a:lvl7pPr>
    <a:lvl8pPr marL="4266453" algn="l" defTabSz="1218987" rtl="0" eaLnBrk="1" latinLnBrk="0" hangingPunct="1">
      <a:defRPr sz="1600" kern="1200">
        <a:solidFill>
          <a:schemeClr val="tx1"/>
        </a:solidFill>
        <a:latin typeface="+mn-lt"/>
        <a:ea typeface="+mn-ea"/>
        <a:cs typeface="+mn-cs"/>
      </a:defRPr>
    </a:lvl8pPr>
    <a:lvl9pPr marL="4875947" algn="l" defTabSz="1218987" rtl="0" eaLnBrk="1" latinLnBrk="0" hangingPunct="1">
      <a:defRPr sz="16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3" Type="http://schemas.openxmlformats.org/officeDocument/2006/relationships/hyperlink" Target="http://softuni.org/" TargetMode="External"/><Relationship Id="rId2" Type="http://schemas.openxmlformats.org/officeDocument/2006/relationships/slide" Target="../slides/slide1.xml"/><Relationship Id="rId1" Type="http://schemas.openxmlformats.org/officeDocument/2006/relationships/notesMaster" Target="../notesMasters/notesMaster1.xml"/><Relationship Id="rId4" Type="http://schemas.openxmlformats.org/officeDocument/2006/relationships/hyperlink" Target="http://creativecommons.org/licenses/by-nc-sa/4.0/" TargetMode="External"/></Relationships>
</file>

<file path=ppt/notesSlides/_rels/notesSlide2.xml.rels><?xml version="1.0" encoding="UTF-8" standalone="yes"?>
<Relationships xmlns="http://schemas.openxmlformats.org/package/2006/relationships"><Relationship Id="rId3" Type="http://schemas.openxmlformats.org/officeDocument/2006/relationships/hyperlink" Target="http://softuni.org/" TargetMode="External"/><Relationship Id="rId2" Type="http://schemas.openxmlformats.org/officeDocument/2006/relationships/slide" Target="../slides/slide2.xml"/><Relationship Id="rId1" Type="http://schemas.openxmlformats.org/officeDocument/2006/relationships/notesMaster" Target="../notesMasters/notesMaster1.xml"/><Relationship Id="rId4" Type="http://schemas.openxmlformats.org/officeDocument/2006/relationships/hyperlink" Target="http://creativecommons.org/licenses/by-nc-sa/4.0/" TargetMode="Externa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3" Type="http://schemas.openxmlformats.org/officeDocument/2006/relationships/hyperlink" Target="http://softuni.org/" TargetMode="External"/><Relationship Id="rId2" Type="http://schemas.openxmlformats.org/officeDocument/2006/relationships/slide" Target="../slides/slide21.xml"/><Relationship Id="rId1" Type="http://schemas.openxmlformats.org/officeDocument/2006/relationships/notesMaster" Target="../notesMasters/notesMaster1.xml"/><Relationship Id="rId4" Type="http://schemas.openxmlformats.org/officeDocument/2006/relationships/hyperlink" Target="http://creativecommons.org/licenses/by-nc-sa/4.0/" TargetMode="External"/></Relationships>
</file>

<file path=ppt/notesSlides/_rels/notesSlide12.xml.rels><?xml version="1.0" encoding="UTF-8" standalone="yes"?>
<Relationships xmlns="http://schemas.openxmlformats.org/package/2006/relationships"><Relationship Id="rId3" Type="http://schemas.openxmlformats.org/officeDocument/2006/relationships/hyperlink" Target="http://softuni.org/" TargetMode="External"/><Relationship Id="rId2" Type="http://schemas.openxmlformats.org/officeDocument/2006/relationships/slide" Target="../slides/slide27.xml"/><Relationship Id="rId1" Type="http://schemas.openxmlformats.org/officeDocument/2006/relationships/notesMaster" Target="../notesMasters/notesMaster1.xml"/><Relationship Id="rId4" Type="http://schemas.openxmlformats.org/officeDocument/2006/relationships/hyperlink" Target="http://creativecommons.org/licenses/by-nc-sa/4.0/" TargetMode="Externa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5" name="Footer Placeholder 4"/>
          <p:cNvSpPr>
            <a:spLocks noGrp="1"/>
          </p:cNvSpPr>
          <p:nvPr>
            <p:ph type="ftr" sz="quarter" idx="10"/>
          </p:nvPr>
        </p:nvSpPr>
        <p:spPr/>
        <p:txBody>
          <a:bodyPr/>
          <a:lstStyle/>
          <a:p>
            <a:r>
              <a:rPr lang="en-US" sz="1000"/>
              <a:t>© Software University Foundation – </a:t>
            </a:r>
            <a:r>
              <a:rPr lang="en-US" sz="1000" u="sng">
                <a:hlinkClick r:id="rId3"/>
              </a:rPr>
              <a:t>http://softuni.org</a:t>
            </a:r>
            <a:endParaRPr lang="en-US" sz="1000"/>
          </a:p>
          <a:p>
            <a:r>
              <a:rPr lang="en-US" sz="1000"/>
              <a:t>This work is licensed under the </a:t>
            </a:r>
            <a:r>
              <a:rPr lang="en-US" sz="1000" u="sng" noProof="1">
                <a:hlinkClick r:id="rId4"/>
              </a:rPr>
              <a:t>Creative Commons Attribution-NonCommercial-ShareAlike</a:t>
            </a:r>
            <a:r>
              <a:rPr lang="en-US" sz="1000" noProof="1"/>
              <a:t> </a:t>
            </a:r>
            <a:r>
              <a:rPr lang="en-US" sz="1000"/>
              <a:t>license.</a:t>
            </a:r>
            <a:endParaRPr lang="en-US" sz="1000" dirty="0"/>
          </a:p>
        </p:txBody>
      </p:sp>
      <p:sp>
        <p:nvSpPr>
          <p:cNvPr id="6" name="Slide Number Placeholder 5"/>
          <p:cNvSpPr>
            <a:spLocks noGrp="1"/>
          </p:cNvSpPr>
          <p:nvPr>
            <p:ph type="sldNum" sz="quarter" idx="11"/>
          </p:nvPr>
        </p:nvSpPr>
        <p:spPr/>
        <p:txBody>
          <a:bodyPr/>
          <a:lstStyle/>
          <a:p>
            <a:fld id="{3EBA5BD7-F043-4D1B-AA17-CD412FC534DE}" type="slidenum">
              <a:rPr lang="en-US" smtClean="0"/>
              <a:pPr/>
              <a:t>1</a:t>
            </a:fld>
            <a:endParaRPr lang="en-US" dirty="0"/>
          </a:p>
        </p:txBody>
      </p:sp>
    </p:spTree>
    <p:extLst>
      <p:ext uri="{BB962C8B-B14F-4D97-AF65-F5344CB8AC3E}">
        <p14:creationId xmlns:p14="http://schemas.microsoft.com/office/powerpoint/2010/main" val="91415153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45442" name="Rectangle 2"/>
          <p:cNvSpPr>
            <a:spLocks noGrp="1" noRot="1" noChangeAspect="1" noChangeArrowheads="1" noTextEdit="1"/>
          </p:cNvSpPr>
          <p:nvPr>
            <p:ph type="sldImg"/>
          </p:nvPr>
        </p:nvSpPr>
        <p:spPr>
          <a:ln/>
        </p:spPr>
      </p:sp>
      <p:sp>
        <p:nvSpPr>
          <p:cNvPr id="445443" name="Rectangle 3"/>
          <p:cNvSpPr>
            <a:spLocks noGrp="1" noChangeArrowheads="1"/>
          </p:cNvSpPr>
          <p:nvPr>
            <p:ph type="body" idx="1"/>
          </p:nvPr>
        </p:nvSpPr>
        <p:spPr/>
        <p:txBody>
          <a:bodyPr/>
          <a:lstStyle/>
          <a:p>
            <a:endParaRPr lang="bg-BG"/>
          </a:p>
        </p:txBody>
      </p:sp>
      <p:sp>
        <p:nvSpPr>
          <p:cNvPr id="2" name="Footer Placeholder 1"/>
          <p:cNvSpPr>
            <a:spLocks noGrp="1"/>
          </p:cNvSpPr>
          <p:nvPr>
            <p:ph type="ftr" sz="quarter" idx="10"/>
          </p:nvPr>
        </p:nvSpPr>
        <p:spPr/>
        <p:txBody>
          <a:bodyPr/>
          <a:lstStyle/>
          <a:p>
            <a:r>
              <a:rPr lang="en-US" sz="1000"/>
              <a:t>© Software University Foundation – </a:t>
            </a:r>
            <a:r>
              <a:rPr lang="en-US" sz="1000" u="sng">
                <a:hlinkClick r:id="rId3"/>
              </a:rPr>
              <a:t>http://softuni.org</a:t>
            </a:r>
            <a:endParaRPr lang="en-US" sz="1000"/>
          </a:p>
          <a:p>
            <a:r>
              <a:rPr lang="en-US" sz="1000"/>
              <a:t>This work is licensed under the </a:t>
            </a:r>
            <a:r>
              <a:rPr lang="en-US" sz="1000" u="sng" noProof="1">
                <a:hlinkClick r:id="rId4"/>
              </a:rPr>
              <a:t>Creative Commons Attribution-NonCommercial-ShareAlike</a:t>
            </a:r>
            <a:r>
              <a:rPr lang="en-US" sz="1000" noProof="1"/>
              <a:t> </a:t>
            </a:r>
            <a:r>
              <a:rPr lang="en-US" sz="1000"/>
              <a:t>license.</a:t>
            </a:r>
            <a:endParaRPr lang="en-US" sz="1000" dirty="0"/>
          </a:p>
        </p:txBody>
      </p:sp>
      <p:sp>
        <p:nvSpPr>
          <p:cNvPr id="3" name="Slide Number Placeholder 2"/>
          <p:cNvSpPr>
            <a:spLocks noGrp="1"/>
          </p:cNvSpPr>
          <p:nvPr>
            <p:ph type="sldNum" sz="quarter" idx="11"/>
          </p:nvPr>
        </p:nvSpPr>
        <p:spPr/>
        <p:txBody>
          <a:bodyPr/>
          <a:lstStyle/>
          <a:p>
            <a:fld id="{3EBA5BD7-F043-4D1B-AA17-CD412FC534DE}" type="slidenum">
              <a:rPr lang="en-US" smtClean="0"/>
              <a:pPr/>
              <a:t>2</a:t>
            </a:fld>
            <a:endParaRPr lang="en-US" dirty="0"/>
          </a:p>
        </p:txBody>
      </p:sp>
    </p:spTree>
    <p:extLst>
      <p:ext uri="{BB962C8B-B14F-4D97-AF65-F5344CB8AC3E}">
        <p14:creationId xmlns:p14="http://schemas.microsoft.com/office/powerpoint/2010/main" val="1134749778"/>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Rectangle 7"/>
          <p:cNvSpPr>
            <a:spLocks noGrp="1" noChangeArrowheads="1"/>
          </p:cNvSpPr>
          <p:nvPr>
            <p:ph type="sldNum" sz="quarter" idx="5"/>
          </p:nvPr>
        </p:nvSpPr>
        <p:spPr>
          <a:ln/>
        </p:spPr>
        <p:txBody>
          <a:bodyPr/>
          <a:lstStyle/>
          <a:p>
            <a:fld id="{323F4482-E835-4D6D-A703-2ECE310B629A}" type="slidenum">
              <a:rPr lang="en-US"/>
              <a:pPr/>
              <a:t>7</a:t>
            </a:fld>
            <a:r>
              <a:rPr lang="en-US" dirty="0"/>
              <a:t>##</a:t>
            </a:r>
            <a:endParaRPr lang="en-US" sz="1100" dirty="0"/>
          </a:p>
        </p:txBody>
      </p:sp>
      <p:sp>
        <p:nvSpPr>
          <p:cNvPr id="493570" name="Rectangle 2"/>
          <p:cNvSpPr>
            <a:spLocks noGrp="1" noRot="1" noChangeAspect="1" noChangeArrowheads="1" noTextEdit="1"/>
          </p:cNvSpPr>
          <p:nvPr>
            <p:ph type="sldImg"/>
          </p:nvPr>
        </p:nvSpPr>
        <p:spPr>
          <a:ln/>
        </p:spPr>
      </p:sp>
      <p:sp>
        <p:nvSpPr>
          <p:cNvPr id="493571" name="Rectangle 3"/>
          <p:cNvSpPr>
            <a:spLocks noGrp="1" noChangeArrowheads="1"/>
          </p:cNvSpPr>
          <p:nvPr>
            <p:ph type="body" idx="1"/>
          </p:nvPr>
        </p:nvSpPr>
        <p:spPr>
          <a:xfrm>
            <a:off x="688481" y="4416099"/>
            <a:ext cx="5504853" cy="4182457"/>
          </a:xfrm>
        </p:spPr>
        <p:txBody>
          <a:bodyPr/>
          <a:lstStyle/>
          <a:p>
            <a:r>
              <a:rPr lang="en-US" b="1" dirty="0"/>
              <a:t>Capabilities of SQL </a:t>
            </a:r>
            <a:r>
              <a:rPr lang="en-US" b="1" dirty="0">
                <a:latin typeface="Courier New" pitchFamily="49" charset="0"/>
              </a:rPr>
              <a:t>SELECT</a:t>
            </a:r>
            <a:r>
              <a:rPr lang="en-US" b="1" dirty="0"/>
              <a:t> Statements</a:t>
            </a:r>
          </a:p>
          <a:p>
            <a:pPr lvl="1"/>
            <a:r>
              <a:rPr lang="en-US" dirty="0"/>
              <a:t>A </a:t>
            </a:r>
            <a:r>
              <a:rPr lang="en-US" dirty="0">
                <a:latin typeface="Courier New" pitchFamily="49" charset="0"/>
              </a:rPr>
              <a:t>SELECT</a:t>
            </a:r>
            <a:r>
              <a:rPr lang="en-US" dirty="0"/>
              <a:t> statement retrieves information from the database. Using a </a:t>
            </a:r>
            <a:r>
              <a:rPr lang="en-US" dirty="0">
                <a:solidFill>
                  <a:srgbClr val="FC0128"/>
                </a:solidFill>
                <a:latin typeface="Courier New" pitchFamily="49" charset="0"/>
              </a:rPr>
              <a:t>SELECT</a:t>
            </a:r>
            <a:r>
              <a:rPr lang="en-US" dirty="0">
                <a:solidFill>
                  <a:srgbClr val="FC0128"/>
                </a:solidFill>
              </a:rPr>
              <a:t> </a:t>
            </a:r>
            <a:r>
              <a:rPr lang="en-US" dirty="0"/>
              <a:t>statement, you can do the following:</a:t>
            </a:r>
          </a:p>
          <a:p>
            <a:pPr lvl="2"/>
            <a:r>
              <a:rPr lang="en-US" b="1" dirty="0">
                <a:solidFill>
                  <a:srgbClr val="FC0128"/>
                </a:solidFill>
              </a:rPr>
              <a:t>Projection</a:t>
            </a:r>
            <a:r>
              <a:rPr lang="en-US" dirty="0">
                <a:solidFill>
                  <a:srgbClr val="FC0128"/>
                </a:solidFill>
              </a:rPr>
              <a:t>:</a:t>
            </a:r>
            <a:r>
              <a:rPr lang="en-US" dirty="0"/>
              <a:t> You can use the projection capability in SQL to choose the columns in a table that you want returned by your query. You can choose as few or as many columns of the table as you require. </a:t>
            </a:r>
          </a:p>
          <a:p>
            <a:pPr lvl="2"/>
            <a:r>
              <a:rPr lang="en-US" b="1" dirty="0">
                <a:solidFill>
                  <a:srgbClr val="FC0128"/>
                </a:solidFill>
              </a:rPr>
              <a:t>Selection</a:t>
            </a:r>
            <a:r>
              <a:rPr lang="en-US" dirty="0">
                <a:solidFill>
                  <a:srgbClr val="FC0128"/>
                </a:solidFill>
              </a:rPr>
              <a:t>:</a:t>
            </a:r>
            <a:r>
              <a:rPr lang="en-US" dirty="0"/>
              <a:t> You can use the selection capability in SQL to choose the rows in a table that you want returned by a query. You can use various criteria to restrict the rows that you see.</a:t>
            </a:r>
          </a:p>
          <a:p>
            <a:pPr lvl="2"/>
            <a:r>
              <a:rPr lang="en-US" b="1" dirty="0">
                <a:solidFill>
                  <a:srgbClr val="FC0128"/>
                </a:solidFill>
              </a:rPr>
              <a:t>Joining</a:t>
            </a:r>
            <a:r>
              <a:rPr lang="en-US" dirty="0">
                <a:solidFill>
                  <a:srgbClr val="FC0128"/>
                </a:solidFill>
              </a:rPr>
              <a:t>:</a:t>
            </a:r>
            <a:r>
              <a:rPr lang="en-US" dirty="0"/>
              <a:t> You can use the join capability in SQL to bring together data that is stored in different tables by creating a link between them. You learn more about joins in a later lesson.</a:t>
            </a:r>
            <a:r>
              <a:rPr lang="en-US" b="1" dirty="0"/>
              <a:t> </a:t>
            </a:r>
            <a:endParaRPr lang="en-US" b="1" dirty="0">
              <a:solidFill>
                <a:schemeClr val="accent2"/>
              </a:solidFill>
            </a:endParaRPr>
          </a:p>
        </p:txBody>
      </p:sp>
    </p:spTree>
    <p:extLst>
      <p:ext uri="{BB962C8B-B14F-4D97-AF65-F5344CB8AC3E}">
        <p14:creationId xmlns:p14="http://schemas.microsoft.com/office/powerpoint/2010/main" val="1386989514"/>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Rectangle 7"/>
          <p:cNvSpPr>
            <a:spLocks noGrp="1" noChangeArrowheads="1"/>
          </p:cNvSpPr>
          <p:nvPr>
            <p:ph type="sldNum" sz="quarter" idx="5"/>
          </p:nvPr>
        </p:nvSpPr>
        <p:spPr>
          <a:ln/>
        </p:spPr>
        <p:txBody>
          <a:bodyPr/>
          <a:lstStyle/>
          <a:p>
            <a:fld id="{13AAA2EA-81A0-4B25-86A0-D4E3FE99029F}" type="slidenum">
              <a:rPr lang="en-US"/>
              <a:pPr/>
              <a:t>8</a:t>
            </a:fld>
            <a:r>
              <a:rPr lang="en-US" dirty="0"/>
              <a:t>##</a:t>
            </a:r>
            <a:endParaRPr lang="en-US" sz="1100" dirty="0"/>
          </a:p>
        </p:txBody>
      </p:sp>
      <p:sp>
        <p:nvSpPr>
          <p:cNvPr id="497666" name="Rectangle 2"/>
          <p:cNvSpPr>
            <a:spLocks noGrp="1" noRot="1" noChangeAspect="1" noChangeArrowheads="1" noTextEdit="1"/>
          </p:cNvSpPr>
          <p:nvPr>
            <p:ph type="sldImg"/>
          </p:nvPr>
        </p:nvSpPr>
        <p:spPr>
          <a:ln/>
        </p:spPr>
      </p:sp>
      <p:sp>
        <p:nvSpPr>
          <p:cNvPr id="497667" name="Rectangle 3"/>
          <p:cNvSpPr>
            <a:spLocks noGrp="1" noChangeArrowheads="1"/>
          </p:cNvSpPr>
          <p:nvPr>
            <p:ph type="body" idx="1"/>
          </p:nvPr>
        </p:nvSpPr>
        <p:spPr>
          <a:xfrm>
            <a:off x="688481" y="4416099"/>
            <a:ext cx="5504853" cy="4182457"/>
          </a:xfrm>
        </p:spPr>
        <p:txBody>
          <a:bodyPr/>
          <a:lstStyle/>
          <a:p>
            <a:r>
              <a:rPr lang="en-US" b="1" dirty="0"/>
              <a:t>Selecting All Columns of All Rows</a:t>
            </a:r>
          </a:p>
          <a:p>
            <a:pPr lvl="1"/>
            <a:endParaRPr lang="en-US" dirty="0"/>
          </a:p>
          <a:p>
            <a:pPr lvl="1"/>
            <a:r>
              <a:rPr lang="en-US" dirty="0"/>
              <a:t>You can display all columns of data in a table by following the </a:t>
            </a:r>
            <a:r>
              <a:rPr lang="en-US" dirty="0">
                <a:latin typeface="Courier New" pitchFamily="49" charset="0"/>
              </a:rPr>
              <a:t>SELECT</a:t>
            </a:r>
            <a:r>
              <a:rPr lang="en-US" dirty="0"/>
              <a:t> keyword with an asterisk (</a:t>
            </a:r>
            <a:r>
              <a:rPr lang="en-US" dirty="0">
                <a:latin typeface="Courier New" pitchFamily="49" charset="0"/>
              </a:rPr>
              <a:t>*</a:t>
            </a:r>
            <a:r>
              <a:rPr lang="en-US" dirty="0"/>
              <a:t>). In the example on the slide, the department table contains five columns: </a:t>
            </a:r>
            <a:r>
              <a:rPr lang="en-US" dirty="0" err="1">
                <a:latin typeface="Courier New" pitchFamily="49" charset="0"/>
              </a:rPr>
              <a:t>DepartmentID</a:t>
            </a:r>
            <a:r>
              <a:rPr lang="en-US" dirty="0"/>
              <a:t>, </a:t>
            </a:r>
            <a:r>
              <a:rPr lang="en-US" dirty="0">
                <a:latin typeface="Courier New" pitchFamily="49" charset="0"/>
              </a:rPr>
              <a:t>Name</a:t>
            </a:r>
            <a:r>
              <a:rPr lang="en-US" dirty="0"/>
              <a:t>, </a:t>
            </a:r>
            <a:r>
              <a:rPr lang="en-US" dirty="0" err="1">
                <a:latin typeface="Courier New" pitchFamily="49" charset="0"/>
              </a:rPr>
              <a:t>GroupName</a:t>
            </a:r>
            <a:r>
              <a:rPr lang="en-US" dirty="0"/>
              <a:t>, </a:t>
            </a:r>
            <a:r>
              <a:rPr lang="en-US" dirty="0" err="1"/>
              <a:t>ModifiedDate</a:t>
            </a:r>
            <a:r>
              <a:rPr lang="en-US" dirty="0"/>
              <a:t> and </a:t>
            </a:r>
            <a:r>
              <a:rPr lang="en-US" dirty="0" err="1">
                <a:latin typeface="Courier New" pitchFamily="49" charset="0"/>
              </a:rPr>
              <a:t>rowguid</a:t>
            </a:r>
            <a:r>
              <a:rPr lang="en-US" dirty="0"/>
              <a:t>. The table contains 16 rows, one for each department. </a:t>
            </a:r>
          </a:p>
          <a:p>
            <a:pPr lvl="1"/>
            <a:r>
              <a:rPr lang="en-US" dirty="0">
                <a:solidFill>
                  <a:srgbClr val="000000"/>
                </a:solidFill>
              </a:rPr>
              <a:t>You can also display all columns in the table by listing all the columns after the </a:t>
            </a:r>
            <a:r>
              <a:rPr lang="en-US" dirty="0">
                <a:solidFill>
                  <a:srgbClr val="000000"/>
                </a:solidFill>
                <a:latin typeface="Courier New" pitchFamily="49" charset="0"/>
              </a:rPr>
              <a:t>SELECT</a:t>
            </a:r>
            <a:r>
              <a:rPr lang="en-US" dirty="0">
                <a:solidFill>
                  <a:srgbClr val="000000"/>
                </a:solidFill>
              </a:rPr>
              <a:t> keyword. For example, the following SQL statement, like the example on the slide, displays all columns and all rows of the </a:t>
            </a:r>
            <a:r>
              <a:rPr lang="en-US" dirty="0">
                <a:solidFill>
                  <a:srgbClr val="000000"/>
                </a:solidFill>
                <a:latin typeface="Courier New" pitchFamily="49" charset="0"/>
              </a:rPr>
              <a:t>Departments</a:t>
            </a:r>
            <a:r>
              <a:rPr lang="en-US" dirty="0">
                <a:solidFill>
                  <a:srgbClr val="000000"/>
                </a:solidFill>
              </a:rPr>
              <a:t> table:</a:t>
            </a:r>
          </a:p>
          <a:p>
            <a:pPr lvl="1"/>
            <a:endParaRPr lang="en-US" sz="500" dirty="0">
              <a:solidFill>
                <a:srgbClr val="000000"/>
              </a:solidFill>
            </a:endParaRPr>
          </a:p>
          <a:p>
            <a:pPr>
              <a:spcBef>
                <a:spcPct val="0"/>
              </a:spcBef>
            </a:pPr>
            <a:r>
              <a:rPr lang="en-US" b="1" dirty="0">
                <a:latin typeface="Courier New" pitchFamily="49" charset="0"/>
              </a:rPr>
              <a:t>   SELECT  </a:t>
            </a:r>
            <a:r>
              <a:rPr lang="en-US" b="1" dirty="0" err="1">
                <a:latin typeface="Courier New" pitchFamily="49" charset="0"/>
              </a:rPr>
              <a:t>DepartmentID</a:t>
            </a:r>
            <a:r>
              <a:rPr lang="en-US" b="1" dirty="0">
                <a:latin typeface="Courier New" pitchFamily="49" charset="0"/>
              </a:rPr>
              <a:t>, Name, </a:t>
            </a:r>
            <a:r>
              <a:rPr lang="en-US" b="1" dirty="0" err="1">
                <a:latin typeface="Courier New" pitchFamily="49" charset="0"/>
              </a:rPr>
              <a:t>GroupName</a:t>
            </a:r>
            <a:r>
              <a:rPr lang="en-US" b="1" dirty="0">
                <a:latin typeface="Courier New" pitchFamily="49" charset="0"/>
              </a:rPr>
              <a:t>, </a:t>
            </a:r>
            <a:r>
              <a:rPr lang="en-US" b="1" dirty="0" err="1">
                <a:latin typeface="Courier New" pitchFamily="49" charset="0"/>
              </a:rPr>
              <a:t>ModifiedDate</a:t>
            </a:r>
            <a:r>
              <a:rPr lang="en-US" b="1" dirty="0">
                <a:latin typeface="Courier New" pitchFamily="49" charset="0"/>
              </a:rPr>
              <a:t>, </a:t>
            </a:r>
            <a:r>
              <a:rPr lang="en-US" b="1" dirty="0" err="1">
                <a:latin typeface="Courier New" pitchFamily="49" charset="0"/>
              </a:rPr>
              <a:t>rowguid</a:t>
            </a:r>
            <a:endParaRPr lang="en-US" b="1" dirty="0">
              <a:latin typeface="Courier New" pitchFamily="49" charset="0"/>
            </a:endParaRPr>
          </a:p>
          <a:p>
            <a:pPr>
              <a:spcBef>
                <a:spcPct val="0"/>
              </a:spcBef>
            </a:pPr>
            <a:r>
              <a:rPr lang="en-US" b="1" dirty="0">
                <a:latin typeface="Courier New" pitchFamily="49" charset="0"/>
              </a:rPr>
              <a:t>   FROM    department;</a:t>
            </a:r>
            <a:endParaRPr lang="en-US" b="1" dirty="0">
              <a:solidFill>
                <a:srgbClr val="000000"/>
              </a:solidFill>
            </a:endParaRPr>
          </a:p>
          <a:p>
            <a:endParaRPr lang="en-US" dirty="0"/>
          </a:p>
          <a:p>
            <a:r>
              <a:rPr lang="en-US" b="1" dirty="0"/>
              <a:t>Selecting Specific Columns of All Rows</a:t>
            </a:r>
          </a:p>
          <a:p>
            <a:pPr lvl="1"/>
            <a:endParaRPr lang="en-US" dirty="0"/>
          </a:p>
          <a:p>
            <a:pPr lvl="1"/>
            <a:r>
              <a:rPr lang="en-US" dirty="0"/>
              <a:t>You can use the </a:t>
            </a:r>
            <a:r>
              <a:rPr lang="en-US" dirty="0">
                <a:solidFill>
                  <a:srgbClr val="FC0128"/>
                </a:solidFill>
                <a:latin typeface="Courier New" pitchFamily="49" charset="0"/>
              </a:rPr>
              <a:t>SELECT</a:t>
            </a:r>
            <a:r>
              <a:rPr lang="en-US" dirty="0">
                <a:solidFill>
                  <a:srgbClr val="FC0128"/>
                </a:solidFill>
              </a:rPr>
              <a:t> statement</a:t>
            </a:r>
            <a:r>
              <a:rPr lang="en-US" dirty="0"/>
              <a:t> to display specific columns of the table by specifying the column names, separated by commas. The example on the slide displays all the department numbers and location numbers from the </a:t>
            </a:r>
            <a:r>
              <a:rPr lang="en-US" dirty="0">
                <a:latin typeface="Courier New" pitchFamily="49" charset="0"/>
              </a:rPr>
              <a:t>Departments</a:t>
            </a:r>
            <a:r>
              <a:rPr lang="en-US" dirty="0"/>
              <a:t> table. </a:t>
            </a:r>
          </a:p>
          <a:p>
            <a:pPr lvl="1"/>
            <a:r>
              <a:rPr lang="en-US" dirty="0"/>
              <a:t>In the </a:t>
            </a:r>
            <a:r>
              <a:rPr lang="en-US" dirty="0">
                <a:latin typeface="Courier New" pitchFamily="49" charset="0"/>
              </a:rPr>
              <a:t>SELECT</a:t>
            </a:r>
            <a:r>
              <a:rPr lang="en-US" dirty="0"/>
              <a:t> clause, specify the columns that you want, in the order in which you want them to appear in the output. For example, to display location before department number going from left to right, you use the following statement:</a:t>
            </a:r>
          </a:p>
          <a:p>
            <a:pPr lvl="1"/>
            <a:endParaRPr lang="en-US" sz="500" dirty="0"/>
          </a:p>
          <a:p>
            <a:pPr>
              <a:spcBef>
                <a:spcPct val="0"/>
              </a:spcBef>
            </a:pPr>
            <a:r>
              <a:rPr lang="en-US" b="1" dirty="0">
                <a:latin typeface="Courier New" pitchFamily="49" charset="0"/>
              </a:rPr>
              <a:t>    SELECT </a:t>
            </a:r>
            <a:r>
              <a:rPr lang="en-US" b="1" dirty="0" err="1">
                <a:latin typeface="Courier New" pitchFamily="49" charset="0"/>
              </a:rPr>
              <a:t>DepartmentID</a:t>
            </a:r>
            <a:r>
              <a:rPr lang="en-US" b="1" dirty="0">
                <a:latin typeface="Courier New" pitchFamily="49" charset="0"/>
              </a:rPr>
              <a:t>, Name</a:t>
            </a:r>
          </a:p>
          <a:p>
            <a:pPr>
              <a:spcBef>
                <a:spcPct val="0"/>
              </a:spcBef>
            </a:pPr>
            <a:r>
              <a:rPr lang="en-US" b="1" dirty="0">
                <a:latin typeface="Courier New" pitchFamily="49" charset="0"/>
              </a:rPr>
              <a:t>    FROM Departments</a:t>
            </a:r>
          </a:p>
          <a:p>
            <a:endParaRPr lang="bg-BG" dirty="0"/>
          </a:p>
        </p:txBody>
      </p:sp>
    </p:spTree>
    <p:extLst>
      <p:ext uri="{BB962C8B-B14F-4D97-AF65-F5344CB8AC3E}">
        <p14:creationId xmlns:p14="http://schemas.microsoft.com/office/powerpoint/2010/main" val="3586919694"/>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Rectangle 7"/>
          <p:cNvSpPr>
            <a:spLocks noGrp="1" noChangeArrowheads="1"/>
          </p:cNvSpPr>
          <p:nvPr>
            <p:ph type="sldNum" sz="quarter" idx="5"/>
          </p:nvPr>
        </p:nvSpPr>
        <p:spPr>
          <a:ln/>
        </p:spPr>
        <p:txBody>
          <a:bodyPr/>
          <a:lstStyle/>
          <a:p>
            <a:fld id="{BFEB4A5C-547E-49FC-8604-96088E451FB3}" type="slidenum">
              <a:rPr lang="en-US"/>
              <a:pPr/>
              <a:t>9</a:t>
            </a:fld>
            <a:r>
              <a:rPr lang="en-US" dirty="0"/>
              <a:t>##</a:t>
            </a:r>
            <a:endParaRPr lang="en-US" sz="1100" dirty="0"/>
          </a:p>
        </p:txBody>
      </p:sp>
      <p:sp>
        <p:nvSpPr>
          <p:cNvPr id="503810" name="Rectangle 2"/>
          <p:cNvSpPr>
            <a:spLocks noGrp="1" noRot="1" noChangeAspect="1" noChangeArrowheads="1" noTextEdit="1"/>
          </p:cNvSpPr>
          <p:nvPr>
            <p:ph type="sldImg"/>
          </p:nvPr>
        </p:nvSpPr>
        <p:spPr>
          <a:ln/>
        </p:spPr>
      </p:sp>
      <p:sp>
        <p:nvSpPr>
          <p:cNvPr id="503811" name="Rectangle 3"/>
          <p:cNvSpPr>
            <a:spLocks noGrp="1" noChangeArrowheads="1"/>
          </p:cNvSpPr>
          <p:nvPr>
            <p:ph type="body" idx="1"/>
          </p:nvPr>
        </p:nvSpPr>
        <p:spPr>
          <a:xfrm>
            <a:off x="688481" y="4416099"/>
            <a:ext cx="5504853" cy="4182457"/>
          </a:xfrm>
        </p:spPr>
        <p:txBody>
          <a:bodyPr/>
          <a:lstStyle/>
          <a:p>
            <a:pPr>
              <a:lnSpc>
                <a:spcPct val="112000"/>
              </a:lnSpc>
              <a:spcBef>
                <a:spcPct val="0"/>
              </a:spcBef>
              <a:spcAft>
                <a:spcPct val="24000"/>
              </a:spcAft>
            </a:pPr>
            <a:r>
              <a:rPr lang="en-US" b="1" dirty="0"/>
              <a:t>Column Aliases</a:t>
            </a:r>
            <a:endParaRPr lang="en-US" b="1" dirty="0">
              <a:latin typeface="Times" pitchFamily="18" charset="0"/>
            </a:endParaRPr>
          </a:p>
          <a:p>
            <a:pPr lvl="1"/>
            <a:r>
              <a:rPr lang="en-US" dirty="0"/>
              <a:t>When displaying the result of a query, </a:t>
            </a:r>
            <a:r>
              <a:rPr lang="en-US" i="1" dirty="0"/>
              <a:t>SQL Query Analyzer </a:t>
            </a:r>
            <a:r>
              <a:rPr lang="en-US" dirty="0"/>
              <a:t>normally uses the name of the selected column as the column heading. For calculations the value usually is “(No column name)”. This heading is not descriptive and hence may be difficult to understand. You can change a column heading by using a column alias.</a:t>
            </a:r>
          </a:p>
          <a:p>
            <a:pPr lvl="1"/>
            <a:r>
              <a:rPr lang="en-US" dirty="0"/>
              <a:t>Specify the alias after the column in the </a:t>
            </a:r>
            <a:r>
              <a:rPr lang="en-US" dirty="0">
                <a:latin typeface="Courier New" pitchFamily="49" charset="0"/>
              </a:rPr>
              <a:t>SELECT</a:t>
            </a:r>
            <a:r>
              <a:rPr lang="en-US" dirty="0"/>
              <a:t> list using a space as a separator. If the alias contains spaces or special characters (such as # or $), enclose the alias in double quotation marks (" ").</a:t>
            </a:r>
          </a:p>
        </p:txBody>
      </p:sp>
    </p:spTree>
    <p:extLst>
      <p:ext uri="{BB962C8B-B14F-4D97-AF65-F5344CB8AC3E}">
        <p14:creationId xmlns:p14="http://schemas.microsoft.com/office/powerpoint/2010/main" val="2391154862"/>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Rectangle 7"/>
          <p:cNvSpPr>
            <a:spLocks noGrp="1" noChangeArrowheads="1"/>
          </p:cNvSpPr>
          <p:nvPr>
            <p:ph type="sldNum" sz="quarter" idx="5"/>
          </p:nvPr>
        </p:nvSpPr>
        <p:spPr>
          <a:ln/>
        </p:spPr>
        <p:txBody>
          <a:bodyPr/>
          <a:lstStyle/>
          <a:p>
            <a:fld id="{1EC52957-6182-4E9B-A2CC-870C5CF9040D}" type="slidenum">
              <a:rPr lang="en-US"/>
              <a:pPr/>
              <a:t>10</a:t>
            </a:fld>
            <a:r>
              <a:rPr lang="en-US" dirty="0"/>
              <a:t>##</a:t>
            </a:r>
            <a:endParaRPr lang="en-US" sz="1100" dirty="0"/>
          </a:p>
        </p:txBody>
      </p:sp>
      <p:sp>
        <p:nvSpPr>
          <p:cNvPr id="505858" name="Rectangle 2"/>
          <p:cNvSpPr>
            <a:spLocks noGrp="1" noRot="1" noChangeAspect="1" noChangeArrowheads="1" noTextEdit="1"/>
          </p:cNvSpPr>
          <p:nvPr>
            <p:ph type="sldImg"/>
          </p:nvPr>
        </p:nvSpPr>
        <p:spPr>
          <a:ln/>
        </p:spPr>
      </p:sp>
      <p:sp>
        <p:nvSpPr>
          <p:cNvPr id="505859" name="Rectangle 3"/>
          <p:cNvSpPr>
            <a:spLocks noGrp="1" noChangeArrowheads="1"/>
          </p:cNvSpPr>
          <p:nvPr>
            <p:ph type="body" idx="1"/>
          </p:nvPr>
        </p:nvSpPr>
        <p:spPr>
          <a:xfrm>
            <a:off x="688481" y="4416099"/>
            <a:ext cx="5504853" cy="4182457"/>
          </a:xfrm>
        </p:spPr>
        <p:txBody>
          <a:bodyPr/>
          <a:lstStyle/>
          <a:p>
            <a:r>
              <a:rPr lang="en-US" b="1" dirty="0"/>
              <a:t>Concatenation Operator</a:t>
            </a:r>
          </a:p>
          <a:p>
            <a:pPr lvl="1"/>
            <a:r>
              <a:rPr lang="en-US" dirty="0"/>
              <a:t>You can link columns to other columns, arithmetic expressions, or constant values to create a character expression by using the </a:t>
            </a:r>
            <a:r>
              <a:rPr lang="en-US" dirty="0">
                <a:solidFill>
                  <a:srgbClr val="FC0128"/>
                </a:solidFill>
              </a:rPr>
              <a:t>concatenation operator</a:t>
            </a:r>
            <a:r>
              <a:rPr lang="en-US" dirty="0"/>
              <a:t> (+). Columns on either side of the operator are combined to make a single output column.</a:t>
            </a:r>
          </a:p>
          <a:p>
            <a:pPr lvl="1"/>
            <a:r>
              <a:rPr lang="en-US" dirty="0"/>
              <a:t>In the example, </a:t>
            </a:r>
            <a:r>
              <a:rPr lang="en-US" dirty="0" err="1">
                <a:latin typeface="Courier New" pitchFamily="49" charset="0"/>
              </a:rPr>
              <a:t>FirstName</a:t>
            </a:r>
            <a:r>
              <a:rPr lang="en-US" dirty="0"/>
              <a:t> and </a:t>
            </a:r>
            <a:r>
              <a:rPr lang="en-US" dirty="0" err="1">
                <a:latin typeface="Courier New" pitchFamily="49" charset="0"/>
              </a:rPr>
              <a:t>LastName</a:t>
            </a:r>
            <a:r>
              <a:rPr lang="en-US" dirty="0"/>
              <a:t> are concatenated, and they are given the alias </a:t>
            </a:r>
            <a:r>
              <a:rPr lang="en-US" dirty="0" err="1">
                <a:latin typeface="Courier New" pitchFamily="49" charset="0"/>
              </a:rPr>
              <a:t>FullName</a:t>
            </a:r>
            <a:r>
              <a:rPr lang="en-US" dirty="0"/>
              <a:t>. Notice that the employee first name and last name are combined to make a single output column.</a:t>
            </a:r>
          </a:p>
          <a:p>
            <a:pPr lvl="1"/>
            <a:r>
              <a:rPr lang="en-US" dirty="0"/>
              <a:t>The </a:t>
            </a:r>
            <a:r>
              <a:rPr lang="en-US" dirty="0">
                <a:latin typeface="Courier New" pitchFamily="49" charset="0"/>
              </a:rPr>
              <a:t>AS</a:t>
            </a:r>
            <a:r>
              <a:rPr lang="en-US" dirty="0"/>
              <a:t> keyword before the alias name makes the </a:t>
            </a:r>
            <a:r>
              <a:rPr lang="en-US" dirty="0">
                <a:latin typeface="Courier New" pitchFamily="49" charset="0"/>
              </a:rPr>
              <a:t>SELECT</a:t>
            </a:r>
            <a:r>
              <a:rPr lang="en-US" dirty="0"/>
              <a:t> clause easier to read.</a:t>
            </a:r>
          </a:p>
          <a:p>
            <a:endParaRPr lang="en-US" dirty="0"/>
          </a:p>
        </p:txBody>
      </p:sp>
    </p:spTree>
    <p:extLst>
      <p:ext uri="{BB962C8B-B14F-4D97-AF65-F5344CB8AC3E}">
        <p14:creationId xmlns:p14="http://schemas.microsoft.com/office/powerpoint/2010/main" val="29027358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Rectangle 7"/>
          <p:cNvSpPr>
            <a:spLocks noGrp="1" noChangeArrowheads="1"/>
          </p:cNvSpPr>
          <p:nvPr>
            <p:ph type="sldNum" sz="quarter" idx="5"/>
          </p:nvPr>
        </p:nvSpPr>
        <p:spPr>
          <a:ln/>
        </p:spPr>
        <p:txBody>
          <a:bodyPr/>
          <a:lstStyle/>
          <a:p>
            <a:fld id="{9F267CD7-A18F-4980-AB6D-286E4AF98F86}" type="slidenum">
              <a:rPr lang="en-US"/>
              <a:pPr/>
              <a:t>11</a:t>
            </a:fld>
            <a:r>
              <a:rPr lang="en-US" dirty="0"/>
              <a:t>##</a:t>
            </a:r>
            <a:endParaRPr lang="en-US" sz="1100" dirty="0"/>
          </a:p>
        </p:txBody>
      </p:sp>
      <p:sp>
        <p:nvSpPr>
          <p:cNvPr id="512002" name="Rectangle 2"/>
          <p:cNvSpPr>
            <a:spLocks noGrp="1" noRot="1" noChangeAspect="1" noChangeArrowheads="1" noTextEdit="1"/>
          </p:cNvSpPr>
          <p:nvPr>
            <p:ph type="sldImg"/>
          </p:nvPr>
        </p:nvSpPr>
        <p:spPr>
          <a:ln/>
        </p:spPr>
      </p:sp>
      <p:sp>
        <p:nvSpPr>
          <p:cNvPr id="512003" name="Rectangle 3"/>
          <p:cNvSpPr>
            <a:spLocks noGrp="1" noChangeArrowheads="1"/>
          </p:cNvSpPr>
          <p:nvPr>
            <p:ph type="body" idx="1"/>
          </p:nvPr>
        </p:nvSpPr>
        <p:spPr>
          <a:xfrm>
            <a:off x="688481" y="4416099"/>
            <a:ext cx="5504853" cy="4182457"/>
          </a:xfrm>
        </p:spPr>
        <p:txBody>
          <a:bodyPr/>
          <a:lstStyle/>
          <a:p>
            <a:pPr lvl="1"/>
            <a:r>
              <a:rPr lang="en-US">
                <a:solidFill>
                  <a:srgbClr val="000000"/>
                </a:solidFill>
              </a:rPr>
              <a:t>In the example, the </a:t>
            </a:r>
            <a:r>
              <a:rPr lang="en-US">
                <a:solidFill>
                  <a:srgbClr val="000000"/>
                </a:solidFill>
                <a:latin typeface="Courier New" pitchFamily="49" charset="0"/>
              </a:rPr>
              <a:t>SELECT</a:t>
            </a:r>
            <a:r>
              <a:rPr lang="en-US">
                <a:solidFill>
                  <a:srgbClr val="000000"/>
                </a:solidFill>
              </a:rPr>
              <a:t> statement retrieves the name and department number of all employees whose department is 1.</a:t>
            </a:r>
          </a:p>
          <a:p>
            <a:pPr lvl="1"/>
            <a:endParaRPr lang="en-US">
              <a:solidFill>
                <a:srgbClr val="000000"/>
              </a:solidFill>
            </a:endParaRPr>
          </a:p>
          <a:p>
            <a:pPr lvl="1"/>
            <a:r>
              <a:rPr lang="en-US">
                <a:solidFill>
                  <a:srgbClr val="FC0128"/>
                </a:solidFill>
              </a:rPr>
              <a:t>Character strings</a:t>
            </a:r>
            <a:r>
              <a:rPr lang="en-US"/>
              <a:t> and dates in the </a:t>
            </a:r>
            <a:r>
              <a:rPr lang="en-US">
                <a:solidFill>
                  <a:srgbClr val="FC0128"/>
                </a:solidFill>
                <a:latin typeface="Courier New" pitchFamily="49" charset="0"/>
              </a:rPr>
              <a:t>WHERE</a:t>
            </a:r>
            <a:r>
              <a:rPr lang="en-US">
                <a:solidFill>
                  <a:srgbClr val="FC0128"/>
                </a:solidFill>
              </a:rPr>
              <a:t> clause</a:t>
            </a:r>
            <a:r>
              <a:rPr lang="en-US"/>
              <a:t> must be enclosed in single quotation marks (</a:t>
            </a:r>
            <a:r>
              <a:rPr lang="en-US">
                <a:latin typeface="Courier New" pitchFamily="49" charset="0"/>
              </a:rPr>
              <a:t>''</a:t>
            </a:r>
            <a:r>
              <a:rPr lang="en-US"/>
              <a:t>). Number constants, however, should not be enclosed in single quotation marks.</a:t>
            </a:r>
            <a:endParaRPr lang="en-US" b="1"/>
          </a:p>
          <a:p>
            <a:pPr lvl="1"/>
            <a:endParaRPr lang="en-US">
              <a:solidFill>
                <a:srgbClr val="000000"/>
              </a:solidFill>
            </a:endParaRPr>
          </a:p>
        </p:txBody>
      </p:sp>
    </p:spTree>
    <p:extLst>
      <p:ext uri="{BB962C8B-B14F-4D97-AF65-F5344CB8AC3E}">
        <p14:creationId xmlns:p14="http://schemas.microsoft.com/office/powerpoint/2010/main" val="165996334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Rectangle 7"/>
          <p:cNvSpPr>
            <a:spLocks noGrp="1" noChangeArrowheads="1"/>
          </p:cNvSpPr>
          <p:nvPr>
            <p:ph type="sldNum" sz="quarter" idx="5"/>
          </p:nvPr>
        </p:nvSpPr>
        <p:spPr>
          <a:ln/>
        </p:spPr>
        <p:txBody>
          <a:bodyPr/>
          <a:lstStyle/>
          <a:p>
            <a:fld id="{E1583E75-DA76-4813-B316-C64EF6206043}" type="slidenum">
              <a:rPr lang="en-US"/>
              <a:pPr/>
              <a:t>12</a:t>
            </a:fld>
            <a:r>
              <a:rPr lang="en-US" dirty="0"/>
              <a:t>##</a:t>
            </a:r>
            <a:endParaRPr lang="en-US" sz="1100" dirty="0"/>
          </a:p>
        </p:txBody>
      </p:sp>
      <p:sp>
        <p:nvSpPr>
          <p:cNvPr id="514050" name="Rectangle 2"/>
          <p:cNvSpPr>
            <a:spLocks noGrp="1" noRot="1" noChangeAspect="1" noChangeArrowheads="1" noTextEdit="1"/>
          </p:cNvSpPr>
          <p:nvPr>
            <p:ph type="sldImg"/>
          </p:nvPr>
        </p:nvSpPr>
        <p:spPr>
          <a:ln/>
        </p:spPr>
      </p:sp>
      <p:sp>
        <p:nvSpPr>
          <p:cNvPr id="514051" name="Rectangle 3"/>
          <p:cNvSpPr>
            <a:spLocks noGrp="1" noChangeArrowheads="1"/>
          </p:cNvSpPr>
          <p:nvPr>
            <p:ph type="body" idx="1"/>
          </p:nvPr>
        </p:nvSpPr>
        <p:spPr>
          <a:xfrm>
            <a:off x="688481" y="4416099"/>
            <a:ext cx="5504853" cy="4182457"/>
          </a:xfrm>
        </p:spPr>
        <p:txBody>
          <a:bodyPr/>
          <a:lstStyle/>
          <a:p>
            <a:r>
              <a:rPr lang="en-US" b="1" dirty="0"/>
              <a:t>The </a:t>
            </a:r>
            <a:r>
              <a:rPr lang="en-US" b="1" dirty="0">
                <a:latin typeface="Courier New" pitchFamily="49" charset="0"/>
              </a:rPr>
              <a:t>BETWEEN</a:t>
            </a:r>
            <a:r>
              <a:rPr lang="en-US" b="1" dirty="0"/>
              <a:t> Condition</a:t>
            </a:r>
          </a:p>
          <a:p>
            <a:pPr lvl="1"/>
            <a:r>
              <a:rPr lang="en-US" dirty="0"/>
              <a:t>You can display rows based on a range of values using the </a:t>
            </a:r>
            <a:r>
              <a:rPr lang="en-US" dirty="0">
                <a:solidFill>
                  <a:srgbClr val="FC0128"/>
                </a:solidFill>
                <a:latin typeface="Courier New" pitchFamily="49" charset="0"/>
              </a:rPr>
              <a:t>BETWEEN</a:t>
            </a:r>
            <a:r>
              <a:rPr lang="en-US" dirty="0">
                <a:solidFill>
                  <a:srgbClr val="FC0128"/>
                </a:solidFill>
              </a:rPr>
              <a:t> range condition</a:t>
            </a:r>
            <a:r>
              <a:rPr lang="en-US" dirty="0"/>
              <a:t>. The range that you specify contains a lower limit and an upper limit.</a:t>
            </a:r>
          </a:p>
          <a:p>
            <a:pPr lvl="1">
              <a:lnSpc>
                <a:spcPct val="95000"/>
              </a:lnSpc>
              <a:spcBef>
                <a:spcPct val="35000"/>
              </a:spcBef>
            </a:pPr>
            <a:r>
              <a:rPr lang="en-US" dirty="0"/>
              <a:t>The </a:t>
            </a:r>
            <a:r>
              <a:rPr lang="en-US" dirty="0">
                <a:latin typeface="Courier New" pitchFamily="49" charset="0"/>
              </a:rPr>
              <a:t>SELECT</a:t>
            </a:r>
            <a:r>
              <a:rPr lang="en-US" dirty="0"/>
              <a:t> statement on the slide returns rows from the </a:t>
            </a:r>
            <a:r>
              <a:rPr lang="en-US" dirty="0">
                <a:latin typeface="Courier New" pitchFamily="49" charset="0"/>
              </a:rPr>
              <a:t>Employees</a:t>
            </a:r>
            <a:r>
              <a:rPr lang="en-US" dirty="0"/>
              <a:t> table for any employee whose base rate is between 40 and 50.</a:t>
            </a:r>
            <a:endParaRPr lang="en-US" sz="2400" b="1" dirty="0">
              <a:effectLst>
                <a:outerShdw blurRad="38100" dist="38100" dir="2700000" algn="tl">
                  <a:srgbClr val="C0C0C0"/>
                </a:outerShdw>
              </a:effectLst>
            </a:endParaRPr>
          </a:p>
          <a:p>
            <a:pPr lvl="1"/>
            <a:r>
              <a:rPr lang="en-US" dirty="0"/>
              <a:t>Values specified with the </a:t>
            </a:r>
            <a:r>
              <a:rPr lang="en-US" dirty="0">
                <a:latin typeface="Courier New" pitchFamily="49" charset="0"/>
              </a:rPr>
              <a:t>BETWEEN</a:t>
            </a:r>
            <a:r>
              <a:rPr lang="en-US" dirty="0"/>
              <a:t> condition are inclusive. You must specify the lower limit first.</a:t>
            </a:r>
          </a:p>
          <a:p>
            <a:endParaRPr lang="en-US" b="1" dirty="0"/>
          </a:p>
          <a:p>
            <a:r>
              <a:rPr lang="en-US" b="1" dirty="0"/>
              <a:t>The </a:t>
            </a:r>
            <a:r>
              <a:rPr lang="en-US" b="1" dirty="0">
                <a:latin typeface="Courier New" pitchFamily="49" charset="0"/>
              </a:rPr>
              <a:t>IN</a:t>
            </a:r>
            <a:r>
              <a:rPr lang="en-US" b="1" dirty="0"/>
              <a:t> Condition</a:t>
            </a:r>
          </a:p>
          <a:p>
            <a:pPr lvl="1"/>
            <a:r>
              <a:rPr lang="en-US" dirty="0"/>
              <a:t>To test for values in a specified set of values, use the </a:t>
            </a:r>
            <a:r>
              <a:rPr lang="en-US" dirty="0">
                <a:solidFill>
                  <a:srgbClr val="FC0128"/>
                </a:solidFill>
                <a:latin typeface="Courier New" pitchFamily="49" charset="0"/>
              </a:rPr>
              <a:t>IN</a:t>
            </a:r>
            <a:r>
              <a:rPr lang="en-US" dirty="0">
                <a:solidFill>
                  <a:srgbClr val="FC0128"/>
                </a:solidFill>
              </a:rPr>
              <a:t> condition</a:t>
            </a:r>
            <a:r>
              <a:rPr lang="en-US" dirty="0"/>
              <a:t>. The </a:t>
            </a:r>
            <a:r>
              <a:rPr lang="en-US" dirty="0">
                <a:latin typeface="Courier New" pitchFamily="49" charset="0"/>
              </a:rPr>
              <a:t>IN</a:t>
            </a:r>
            <a:r>
              <a:rPr lang="en-US" dirty="0"/>
              <a:t> condition is also known as the </a:t>
            </a:r>
            <a:r>
              <a:rPr lang="en-US" i="1" dirty="0"/>
              <a:t>membership condition</a:t>
            </a:r>
            <a:r>
              <a:rPr lang="en-US" dirty="0"/>
              <a:t>.</a:t>
            </a:r>
          </a:p>
          <a:p>
            <a:pPr lvl="1"/>
            <a:endParaRPr lang="en-US" dirty="0"/>
          </a:p>
          <a:p>
            <a:r>
              <a:rPr lang="en-US" b="1" dirty="0"/>
              <a:t>The </a:t>
            </a:r>
            <a:r>
              <a:rPr lang="en-US" b="1" dirty="0">
                <a:latin typeface="Courier New" pitchFamily="49" charset="0"/>
              </a:rPr>
              <a:t>LIKE</a:t>
            </a:r>
            <a:r>
              <a:rPr lang="en-US" b="1" dirty="0"/>
              <a:t> Condition</a:t>
            </a:r>
          </a:p>
          <a:p>
            <a:pPr lvl="1"/>
            <a:r>
              <a:rPr lang="en-US" dirty="0"/>
              <a:t>You may not always know the exact value to search for. You can select rows that match a character pattern by using the </a:t>
            </a:r>
            <a:r>
              <a:rPr lang="en-US" dirty="0">
                <a:solidFill>
                  <a:srgbClr val="FC0128"/>
                </a:solidFill>
                <a:latin typeface="Courier New" pitchFamily="49" charset="0"/>
              </a:rPr>
              <a:t>LIKE</a:t>
            </a:r>
            <a:r>
              <a:rPr lang="en-US" dirty="0">
                <a:solidFill>
                  <a:srgbClr val="FC0128"/>
                </a:solidFill>
              </a:rPr>
              <a:t> condition</a:t>
            </a:r>
            <a:r>
              <a:rPr lang="en-US" dirty="0"/>
              <a:t>. The character pattern-matching operation is referred to as a </a:t>
            </a:r>
            <a:r>
              <a:rPr lang="en-US" i="1" dirty="0">
                <a:solidFill>
                  <a:srgbClr val="FC0128"/>
                </a:solidFill>
              </a:rPr>
              <a:t>wildcard </a:t>
            </a:r>
            <a:r>
              <a:rPr lang="en-US" dirty="0">
                <a:solidFill>
                  <a:srgbClr val="FC0128"/>
                </a:solidFill>
              </a:rPr>
              <a:t>search</a:t>
            </a:r>
            <a:r>
              <a:rPr lang="en-US" dirty="0"/>
              <a:t>. Two symbols can be used to construct the search string. </a:t>
            </a:r>
          </a:p>
          <a:p>
            <a:r>
              <a:rPr lang="en-US" dirty="0"/>
              <a:t>	Search conditions can contain either literal characters or numbers:</a:t>
            </a:r>
          </a:p>
          <a:p>
            <a:pPr lvl="1"/>
            <a:r>
              <a:rPr lang="en-US" dirty="0">
                <a:latin typeface="Courier New" pitchFamily="49" charset="0"/>
              </a:rPr>
              <a:t>		%</a:t>
            </a:r>
            <a:r>
              <a:rPr lang="en-US" dirty="0"/>
              <a:t> denotes zero or many characters.</a:t>
            </a:r>
          </a:p>
          <a:p>
            <a:pPr lvl="1"/>
            <a:r>
              <a:rPr lang="en-US" dirty="0">
                <a:latin typeface="Courier New" pitchFamily="49" charset="0"/>
              </a:rPr>
              <a:t>		_</a:t>
            </a:r>
            <a:r>
              <a:rPr lang="en-US" dirty="0"/>
              <a:t> denotes one character.</a:t>
            </a:r>
          </a:p>
          <a:p>
            <a:pPr lvl="1"/>
            <a:endParaRPr lang="en-US" dirty="0"/>
          </a:p>
        </p:txBody>
      </p:sp>
    </p:spTree>
    <p:extLst>
      <p:ext uri="{BB962C8B-B14F-4D97-AF65-F5344CB8AC3E}">
        <p14:creationId xmlns:p14="http://schemas.microsoft.com/office/powerpoint/2010/main" val="563513655"/>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Rectangle 7"/>
          <p:cNvSpPr>
            <a:spLocks noGrp="1" noChangeArrowheads="1"/>
          </p:cNvSpPr>
          <p:nvPr>
            <p:ph type="sldNum" sz="quarter" idx="5"/>
          </p:nvPr>
        </p:nvSpPr>
        <p:spPr>
          <a:ln/>
        </p:spPr>
        <p:txBody>
          <a:bodyPr/>
          <a:lstStyle/>
          <a:p>
            <a:fld id="{C3C00336-F467-488C-BA9A-FF63DD7FC134}" type="slidenum">
              <a:rPr lang="en-US"/>
              <a:pPr/>
              <a:t>13</a:t>
            </a:fld>
            <a:r>
              <a:rPr lang="en-US" dirty="0"/>
              <a:t>##</a:t>
            </a:r>
            <a:endParaRPr lang="en-US" sz="1100" dirty="0"/>
          </a:p>
        </p:txBody>
      </p:sp>
      <p:sp>
        <p:nvSpPr>
          <p:cNvPr id="501762" name="Rectangle 2"/>
          <p:cNvSpPr>
            <a:spLocks noGrp="1" noRot="1" noChangeAspect="1" noChangeArrowheads="1" noTextEdit="1"/>
          </p:cNvSpPr>
          <p:nvPr>
            <p:ph type="sldImg"/>
          </p:nvPr>
        </p:nvSpPr>
        <p:spPr>
          <a:ln/>
        </p:spPr>
      </p:sp>
      <p:sp>
        <p:nvSpPr>
          <p:cNvPr id="501763" name="Rectangle 3"/>
          <p:cNvSpPr>
            <a:spLocks noGrp="1" noChangeArrowheads="1"/>
          </p:cNvSpPr>
          <p:nvPr>
            <p:ph type="body" idx="1"/>
          </p:nvPr>
        </p:nvSpPr>
        <p:spPr>
          <a:xfrm>
            <a:off x="688481" y="4416099"/>
            <a:ext cx="5504853" cy="4182457"/>
          </a:xfrm>
        </p:spPr>
        <p:txBody>
          <a:bodyPr/>
          <a:lstStyle/>
          <a:p>
            <a:r>
              <a:rPr lang="en-US" b="1" dirty="0"/>
              <a:t>Null Values</a:t>
            </a:r>
          </a:p>
          <a:p>
            <a:pPr lvl="1"/>
            <a:r>
              <a:rPr lang="en-US" dirty="0"/>
              <a:t>If a row lacks the data value for a particular column, that value is said to be </a:t>
            </a:r>
            <a:r>
              <a:rPr lang="en-US" i="1" dirty="0"/>
              <a:t>null</a:t>
            </a:r>
            <a:r>
              <a:rPr lang="en-US" dirty="0"/>
              <a:t>, or to contain a </a:t>
            </a:r>
            <a:r>
              <a:rPr lang="en-US" dirty="0">
                <a:solidFill>
                  <a:srgbClr val="FC0128"/>
                </a:solidFill>
              </a:rPr>
              <a:t>null.</a:t>
            </a:r>
            <a:r>
              <a:rPr lang="en-US" dirty="0"/>
              <a:t> </a:t>
            </a:r>
          </a:p>
          <a:p>
            <a:pPr lvl="1"/>
            <a:r>
              <a:rPr lang="en-US" dirty="0"/>
              <a:t>A null is a value that is unavailable, unassigned, unknown, or inapplicable. A null is not the same as zero or a space. Zero is a number, and a space is a character. </a:t>
            </a:r>
          </a:p>
          <a:p>
            <a:pPr lvl="1"/>
            <a:r>
              <a:rPr lang="en-US" dirty="0"/>
              <a:t>Columns of any data type can contain nulls. However, some constraints, </a:t>
            </a:r>
            <a:r>
              <a:rPr lang="en-US" dirty="0">
                <a:latin typeface="Courier New" pitchFamily="49" charset="0"/>
              </a:rPr>
              <a:t>NOT NULL</a:t>
            </a:r>
            <a:r>
              <a:rPr lang="en-US" dirty="0"/>
              <a:t> and </a:t>
            </a:r>
            <a:r>
              <a:rPr lang="en-US" dirty="0">
                <a:latin typeface="Courier New" pitchFamily="49" charset="0"/>
              </a:rPr>
              <a:t>PRIMARY KEY</a:t>
            </a:r>
            <a:r>
              <a:rPr lang="en-US" dirty="0"/>
              <a:t>, prevent nulls from being used in the column. </a:t>
            </a:r>
          </a:p>
          <a:p>
            <a:pPr lvl="1"/>
            <a:r>
              <a:rPr lang="en-US" dirty="0"/>
              <a:t>In the </a:t>
            </a:r>
            <a:r>
              <a:rPr lang="en-US" dirty="0" err="1">
                <a:latin typeface="Courier New" pitchFamily="49" charset="0"/>
              </a:rPr>
              <a:t>ManagerID</a:t>
            </a:r>
            <a:r>
              <a:rPr lang="en-US" dirty="0"/>
              <a:t> column in the </a:t>
            </a:r>
            <a:r>
              <a:rPr lang="en-US" dirty="0">
                <a:latin typeface="Courier New" pitchFamily="49" charset="0"/>
              </a:rPr>
              <a:t>Employees</a:t>
            </a:r>
            <a:r>
              <a:rPr lang="en-US" dirty="0"/>
              <a:t> table, notice that managers (like Sanchez) have no </a:t>
            </a:r>
            <a:r>
              <a:rPr lang="en-US" dirty="0" err="1"/>
              <a:t>ManagerID</a:t>
            </a:r>
            <a:r>
              <a:rPr lang="en-US" dirty="0"/>
              <a:t>. </a:t>
            </a:r>
          </a:p>
          <a:p>
            <a:pPr lvl="1"/>
            <a:r>
              <a:rPr lang="en-US" dirty="0"/>
              <a:t>If any column value in an arithmetic expression is null, the result is </a:t>
            </a:r>
            <a:r>
              <a:rPr lang="en-US" dirty="0">
                <a:solidFill>
                  <a:srgbClr val="FC0128"/>
                </a:solidFill>
              </a:rPr>
              <a:t>null.</a:t>
            </a:r>
            <a:r>
              <a:rPr lang="en-US" dirty="0"/>
              <a:t> For example, if you attempt to perform division with zero, you get an error. However, if you divide a number by null, the result is a null or unknown. </a:t>
            </a:r>
          </a:p>
          <a:p>
            <a:pPr lvl="1"/>
            <a:endParaRPr lang="en-US" dirty="0"/>
          </a:p>
          <a:p>
            <a:pPr lvl="1"/>
            <a:endParaRPr lang="en-US" dirty="0">
              <a:solidFill>
                <a:srgbClr val="000000"/>
              </a:solidFill>
            </a:endParaRPr>
          </a:p>
        </p:txBody>
      </p:sp>
    </p:spTree>
    <p:extLst>
      <p:ext uri="{BB962C8B-B14F-4D97-AF65-F5344CB8AC3E}">
        <p14:creationId xmlns:p14="http://schemas.microsoft.com/office/powerpoint/2010/main" val="866214212"/>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Rectangle 7"/>
          <p:cNvSpPr>
            <a:spLocks noGrp="1" noChangeArrowheads="1"/>
          </p:cNvSpPr>
          <p:nvPr>
            <p:ph type="sldNum" sz="quarter" idx="5"/>
          </p:nvPr>
        </p:nvSpPr>
        <p:spPr>
          <a:ln/>
        </p:spPr>
        <p:txBody>
          <a:bodyPr/>
          <a:lstStyle/>
          <a:p>
            <a:fld id="{5AD25F89-D88C-455F-8A69-83D987A61408}" type="slidenum">
              <a:rPr lang="en-US"/>
              <a:pPr/>
              <a:t>14</a:t>
            </a:fld>
            <a:r>
              <a:rPr lang="en-US" dirty="0"/>
              <a:t>##</a:t>
            </a:r>
            <a:endParaRPr lang="en-US" sz="1100" dirty="0"/>
          </a:p>
        </p:txBody>
      </p:sp>
      <p:sp>
        <p:nvSpPr>
          <p:cNvPr id="518146" name="Rectangle 2"/>
          <p:cNvSpPr>
            <a:spLocks noGrp="1" noRot="1" noChangeAspect="1" noChangeArrowheads="1" noTextEdit="1"/>
          </p:cNvSpPr>
          <p:nvPr>
            <p:ph type="sldImg"/>
          </p:nvPr>
        </p:nvSpPr>
        <p:spPr>
          <a:ln/>
        </p:spPr>
      </p:sp>
      <p:sp>
        <p:nvSpPr>
          <p:cNvPr id="518147" name="Rectangle 3"/>
          <p:cNvSpPr>
            <a:spLocks noGrp="1" noChangeArrowheads="1"/>
          </p:cNvSpPr>
          <p:nvPr>
            <p:ph type="body" idx="1"/>
          </p:nvPr>
        </p:nvSpPr>
        <p:spPr>
          <a:xfrm>
            <a:off x="688481" y="4416099"/>
            <a:ext cx="5504853" cy="4182457"/>
          </a:xfrm>
        </p:spPr>
        <p:txBody>
          <a:bodyPr/>
          <a:lstStyle/>
          <a:p>
            <a:r>
              <a:rPr lang="en-US" b="1"/>
              <a:t>The </a:t>
            </a:r>
            <a:r>
              <a:rPr lang="en-US" b="1">
                <a:latin typeface="Courier New" pitchFamily="49" charset="0"/>
              </a:rPr>
              <a:t>ORDER BY</a:t>
            </a:r>
            <a:r>
              <a:rPr lang="en-US" b="1"/>
              <a:t> Clause</a:t>
            </a:r>
          </a:p>
          <a:p>
            <a:pPr lvl="1"/>
            <a:r>
              <a:rPr lang="en-US"/>
              <a:t>The </a:t>
            </a:r>
            <a:r>
              <a:rPr lang="en-US">
                <a:solidFill>
                  <a:srgbClr val="FC0128"/>
                </a:solidFill>
              </a:rPr>
              <a:t>order of rows</a:t>
            </a:r>
            <a:r>
              <a:rPr lang="en-US"/>
              <a:t> returned in a query result is undefined. The </a:t>
            </a:r>
            <a:r>
              <a:rPr lang="en-US">
                <a:solidFill>
                  <a:srgbClr val="FC0128"/>
                </a:solidFill>
                <a:latin typeface="Courier New" pitchFamily="49" charset="0"/>
              </a:rPr>
              <a:t>ORDER BY</a:t>
            </a:r>
            <a:r>
              <a:rPr lang="en-US">
                <a:solidFill>
                  <a:srgbClr val="FC0128"/>
                </a:solidFill>
              </a:rPr>
              <a:t> clause</a:t>
            </a:r>
            <a:r>
              <a:rPr lang="en-US"/>
              <a:t> can be used to sort the rows. If you use the </a:t>
            </a:r>
            <a:r>
              <a:rPr lang="en-US">
                <a:latin typeface="Courier New" pitchFamily="49" charset="0"/>
              </a:rPr>
              <a:t>ORDER BY</a:t>
            </a:r>
            <a:r>
              <a:rPr lang="en-US"/>
              <a:t> clause, it must be the last clause of the SQL statement. You can specify an expression, or an alias, or column position as the sort condition. </a:t>
            </a:r>
          </a:p>
          <a:p>
            <a:pPr lvl="1"/>
            <a:endParaRPr lang="en-US">
              <a:solidFill>
                <a:srgbClr val="000000"/>
              </a:solidFill>
            </a:endParaRPr>
          </a:p>
        </p:txBody>
      </p:sp>
    </p:spTree>
    <p:extLst>
      <p:ext uri="{BB962C8B-B14F-4D97-AF65-F5344CB8AC3E}">
        <p14:creationId xmlns:p14="http://schemas.microsoft.com/office/powerpoint/2010/main" val="1967695258"/>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Footer Placeholder 3"/>
          <p:cNvSpPr>
            <a:spLocks noGrp="1"/>
          </p:cNvSpPr>
          <p:nvPr>
            <p:ph type="ftr" sz="quarter" idx="10"/>
          </p:nvPr>
        </p:nvSpPr>
        <p:spPr/>
        <p:txBody>
          <a:bodyPr/>
          <a:lstStyle/>
          <a:p>
            <a:r>
              <a:rPr lang="en-US" sz="1000"/>
              <a:t>© Software University Foundation – </a:t>
            </a:r>
            <a:r>
              <a:rPr lang="en-US" sz="1000" u="sng">
                <a:hlinkClick r:id="rId3"/>
              </a:rPr>
              <a:t>http://softuni.org</a:t>
            </a:r>
            <a:endParaRPr lang="en-US" sz="1000"/>
          </a:p>
          <a:p>
            <a:r>
              <a:rPr lang="en-US" sz="1000"/>
              <a:t>This work is licensed under the </a:t>
            </a:r>
            <a:r>
              <a:rPr lang="en-US" sz="1000" u="sng" noProof="1">
                <a:hlinkClick r:id="rId4"/>
              </a:rPr>
              <a:t>Creative Commons Attribution-NonCommercial-ShareAlike</a:t>
            </a:r>
            <a:r>
              <a:rPr lang="en-US" sz="1000" noProof="1"/>
              <a:t> </a:t>
            </a:r>
            <a:r>
              <a:rPr lang="en-US" sz="1000"/>
              <a:t>license.</a:t>
            </a:r>
            <a:endParaRPr lang="en-US" sz="1000" dirty="0"/>
          </a:p>
        </p:txBody>
      </p:sp>
      <p:sp>
        <p:nvSpPr>
          <p:cNvPr id="5" name="Slide Number Placeholder 4"/>
          <p:cNvSpPr>
            <a:spLocks noGrp="1"/>
          </p:cNvSpPr>
          <p:nvPr>
            <p:ph type="sldNum" sz="quarter" idx="11"/>
          </p:nvPr>
        </p:nvSpPr>
        <p:spPr/>
        <p:txBody>
          <a:bodyPr/>
          <a:lstStyle/>
          <a:p>
            <a:fld id="{3EBA5BD7-F043-4D1B-AA17-CD412FC534DE}" type="slidenum">
              <a:rPr lang="en-US" smtClean="0"/>
              <a:pPr/>
              <a:t>21</a:t>
            </a:fld>
            <a:endParaRPr lang="en-US" dirty="0"/>
          </a:p>
        </p:txBody>
      </p:sp>
    </p:spTree>
    <p:extLst>
      <p:ext uri="{BB962C8B-B14F-4D97-AF65-F5344CB8AC3E}">
        <p14:creationId xmlns:p14="http://schemas.microsoft.com/office/powerpoint/2010/main" val="1436735267"/>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Footer Placeholder 3"/>
          <p:cNvSpPr>
            <a:spLocks noGrp="1"/>
          </p:cNvSpPr>
          <p:nvPr>
            <p:ph type="ftr" sz="quarter" idx="10"/>
          </p:nvPr>
        </p:nvSpPr>
        <p:spPr/>
        <p:txBody>
          <a:bodyPr/>
          <a:lstStyle/>
          <a:p>
            <a:r>
              <a:rPr lang="en-US" sz="1000"/>
              <a:t>© Software University Foundation – </a:t>
            </a:r>
            <a:r>
              <a:rPr lang="en-US" sz="1000" u="sng">
                <a:hlinkClick r:id="rId3"/>
              </a:rPr>
              <a:t>http://softuni.org</a:t>
            </a:r>
            <a:endParaRPr lang="en-US" sz="1000"/>
          </a:p>
          <a:p>
            <a:r>
              <a:rPr lang="en-US" sz="1000"/>
              <a:t>This work is licensed under the </a:t>
            </a:r>
            <a:r>
              <a:rPr lang="en-US" sz="1000" u="sng" noProof="1">
                <a:hlinkClick r:id="rId4"/>
              </a:rPr>
              <a:t>Creative Commons Attribution-NonCommercial-ShareAlike</a:t>
            </a:r>
            <a:r>
              <a:rPr lang="en-US" sz="1000" noProof="1"/>
              <a:t> </a:t>
            </a:r>
            <a:r>
              <a:rPr lang="en-US" sz="1000"/>
              <a:t>license.</a:t>
            </a:r>
            <a:endParaRPr lang="en-US" sz="1000" dirty="0"/>
          </a:p>
        </p:txBody>
      </p:sp>
      <p:sp>
        <p:nvSpPr>
          <p:cNvPr id="5" name="Slide Number Placeholder 4"/>
          <p:cNvSpPr>
            <a:spLocks noGrp="1"/>
          </p:cNvSpPr>
          <p:nvPr>
            <p:ph type="sldNum" sz="quarter" idx="11"/>
          </p:nvPr>
        </p:nvSpPr>
        <p:spPr/>
        <p:txBody>
          <a:bodyPr/>
          <a:lstStyle/>
          <a:p>
            <a:fld id="{3EBA5BD7-F043-4D1B-AA17-CD412FC534DE}" type="slidenum">
              <a:rPr lang="en-US" smtClean="0"/>
              <a:pPr/>
              <a:t>27</a:t>
            </a:fld>
            <a:endParaRPr lang="en-US" dirty="0"/>
          </a:p>
        </p:txBody>
      </p:sp>
    </p:spTree>
    <p:extLst>
      <p:ext uri="{BB962C8B-B14F-4D97-AF65-F5344CB8AC3E}">
        <p14:creationId xmlns:p14="http://schemas.microsoft.com/office/powerpoint/2010/main" val="9049617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984E5C6-614A-460D-860D-20AA1FDF578C}"/>
              </a:ext>
            </a:extLst>
          </p:cNvPr>
          <p:cNvSpPr>
            <a:spLocks noGrp="1"/>
          </p:cNvSpPr>
          <p:nvPr>
            <p:ph type="ctrTitle"/>
          </p:nvPr>
        </p:nvSpPr>
        <p:spPr>
          <a:xfrm>
            <a:off x="1523603" y="1122363"/>
            <a:ext cx="9141619" cy="2387600"/>
          </a:xfrm>
        </p:spPr>
        <p:txBody>
          <a:bodyPr anchor="b"/>
          <a:lstStyle>
            <a:lvl1pPr algn="ctr">
              <a:defRPr sz="5998"/>
            </a:lvl1pPr>
          </a:lstStyle>
          <a:p>
            <a:r>
              <a:rPr lang="en-US"/>
              <a:t>Click to edit Master title style</a:t>
            </a:r>
          </a:p>
        </p:txBody>
      </p:sp>
      <p:sp>
        <p:nvSpPr>
          <p:cNvPr id="3" name="Subtitle 2">
            <a:extLst>
              <a:ext uri="{FF2B5EF4-FFF2-40B4-BE49-F238E27FC236}">
                <a16:creationId xmlns:a16="http://schemas.microsoft.com/office/drawing/2014/main" id="{B7543144-EBD0-4DD2-A04A-1703A1584BA2}"/>
              </a:ext>
            </a:extLst>
          </p:cNvPr>
          <p:cNvSpPr>
            <a:spLocks noGrp="1"/>
          </p:cNvSpPr>
          <p:nvPr>
            <p:ph type="subTitle" idx="1"/>
          </p:nvPr>
        </p:nvSpPr>
        <p:spPr>
          <a:xfrm>
            <a:off x="1523603" y="3602038"/>
            <a:ext cx="9141619" cy="1655762"/>
          </a:xfrm>
        </p:spPr>
        <p:txBody>
          <a:bodyPr/>
          <a:lstStyle>
            <a:lvl1pPr marL="0" indent="0" algn="ctr">
              <a:buNone/>
              <a:defRPr sz="2399"/>
            </a:lvl1pPr>
            <a:lvl2pPr marL="457063" indent="0" algn="ctr">
              <a:buNone/>
              <a:defRPr sz="1999"/>
            </a:lvl2pPr>
            <a:lvl3pPr marL="914126" indent="0" algn="ctr">
              <a:buNone/>
              <a:defRPr sz="1799"/>
            </a:lvl3pPr>
            <a:lvl4pPr marL="1371189" indent="0" algn="ctr">
              <a:buNone/>
              <a:defRPr sz="1600"/>
            </a:lvl4pPr>
            <a:lvl5pPr marL="1828251" indent="0" algn="ctr">
              <a:buNone/>
              <a:defRPr sz="1600"/>
            </a:lvl5pPr>
            <a:lvl6pPr marL="2285314" indent="0" algn="ctr">
              <a:buNone/>
              <a:defRPr sz="1600"/>
            </a:lvl6pPr>
            <a:lvl7pPr marL="2742377" indent="0" algn="ctr">
              <a:buNone/>
              <a:defRPr sz="1600"/>
            </a:lvl7pPr>
            <a:lvl8pPr marL="3199440" indent="0" algn="ctr">
              <a:buNone/>
              <a:defRPr sz="1600"/>
            </a:lvl8pPr>
            <a:lvl9pPr marL="3656503" indent="0" algn="ctr">
              <a:buNone/>
              <a:defRPr sz="1600"/>
            </a:lvl9pPr>
          </a:lstStyle>
          <a:p>
            <a:r>
              <a:rPr lang="en-US"/>
              <a:t>Click to edit Master subtitle style</a:t>
            </a:r>
          </a:p>
        </p:txBody>
      </p:sp>
      <p:sp>
        <p:nvSpPr>
          <p:cNvPr id="4" name="Date Placeholder 3">
            <a:extLst>
              <a:ext uri="{FF2B5EF4-FFF2-40B4-BE49-F238E27FC236}">
                <a16:creationId xmlns:a16="http://schemas.microsoft.com/office/drawing/2014/main" id="{5AB4B1AB-AD7B-4F16-84ED-3BBCDBC7B7A2}"/>
              </a:ext>
            </a:extLst>
          </p:cNvPr>
          <p:cNvSpPr>
            <a:spLocks noGrp="1"/>
          </p:cNvSpPr>
          <p:nvPr>
            <p:ph type="dt" sz="half" idx="10"/>
          </p:nvPr>
        </p:nvSpPr>
        <p:spPr/>
        <p:txBody>
          <a:bodyPr/>
          <a:lstStyle/>
          <a:p>
            <a:fld id="{FCE65CC6-CBEC-44B0-8BDF-66EEC36A3274}" type="datetime1">
              <a:rPr lang="en-US" smtClean="0"/>
              <a:t>5/7/2025</a:t>
            </a:fld>
            <a:endParaRPr lang="en-US"/>
          </a:p>
        </p:txBody>
      </p:sp>
      <p:sp>
        <p:nvSpPr>
          <p:cNvPr id="5" name="Footer Placeholder 4">
            <a:extLst>
              <a:ext uri="{FF2B5EF4-FFF2-40B4-BE49-F238E27FC236}">
                <a16:creationId xmlns:a16="http://schemas.microsoft.com/office/drawing/2014/main" id="{DB3491B6-AA92-4C33-89E0-4A448D5B10C5}"/>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FD646AEC-13BC-4BE0-BEA9-4B48A199E687}"/>
              </a:ext>
            </a:extLst>
          </p:cNvPr>
          <p:cNvSpPr>
            <a:spLocks noGrp="1"/>
          </p:cNvSpPr>
          <p:nvPr>
            <p:ph type="sldNum" sz="quarter" idx="12"/>
          </p:nvPr>
        </p:nvSpPr>
        <p:spPr/>
        <p:txBody>
          <a:bodyPr/>
          <a:lstStyle/>
          <a:p>
            <a:fld id="{610D51E2-197D-4C83-8C46-11914BD9B6D3}" type="slidenum">
              <a:rPr lang="en-US" smtClean="0"/>
              <a:t>‹#›</a:t>
            </a:fld>
            <a:endParaRPr lang="en-US"/>
          </a:p>
        </p:txBody>
      </p:sp>
    </p:spTree>
    <p:extLst>
      <p:ext uri="{BB962C8B-B14F-4D97-AF65-F5344CB8AC3E}">
        <p14:creationId xmlns:p14="http://schemas.microsoft.com/office/powerpoint/2010/main" val="857251289"/>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A1DADCF-BD4B-4589-91DC-4D25A719A49F}"/>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372A5B4B-8CE4-44FF-B29B-A830731452B4}"/>
              </a:ext>
            </a:extLst>
          </p:cNvPr>
          <p:cNvSpPr>
            <a:spLocks noGrp="1"/>
          </p:cNvSpPr>
          <p:nvPr>
            <p:ph idx="1"/>
          </p:nvPr>
        </p:nvSpPr>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4E9767CA-AFA2-4FAC-AD66-8C25F2641117}"/>
              </a:ext>
            </a:extLst>
          </p:cNvPr>
          <p:cNvSpPr>
            <a:spLocks noGrp="1"/>
          </p:cNvSpPr>
          <p:nvPr>
            <p:ph type="dt" sz="half" idx="10"/>
          </p:nvPr>
        </p:nvSpPr>
        <p:spPr/>
        <p:txBody>
          <a:bodyPr/>
          <a:lstStyle/>
          <a:p>
            <a:fld id="{3170D228-6BB2-4C04-940B-35F8DA87F0A8}" type="datetime1">
              <a:rPr lang="en-US" smtClean="0"/>
              <a:t>5/7/2025</a:t>
            </a:fld>
            <a:endParaRPr lang="en-US" dirty="0"/>
          </a:p>
        </p:txBody>
      </p:sp>
      <p:sp>
        <p:nvSpPr>
          <p:cNvPr id="5" name="Footer Placeholder 4">
            <a:extLst>
              <a:ext uri="{FF2B5EF4-FFF2-40B4-BE49-F238E27FC236}">
                <a16:creationId xmlns:a16="http://schemas.microsoft.com/office/drawing/2014/main" id="{4F779C33-810F-4A80-98C9-EDB1F182DAFE}"/>
              </a:ext>
            </a:extLst>
          </p:cNvPr>
          <p:cNvSpPr>
            <a:spLocks noGrp="1"/>
          </p:cNvSpPr>
          <p:nvPr>
            <p:ph type="ftr" sz="quarter" idx="11"/>
          </p:nvPr>
        </p:nvSpPr>
        <p:spPr/>
        <p:txBody>
          <a:bodyPr/>
          <a:lstStyle/>
          <a:p>
            <a:endParaRPr lang="en-US" dirty="0"/>
          </a:p>
        </p:txBody>
      </p:sp>
      <p:sp>
        <p:nvSpPr>
          <p:cNvPr id="6" name="Slide Number Placeholder 5">
            <a:extLst>
              <a:ext uri="{FF2B5EF4-FFF2-40B4-BE49-F238E27FC236}">
                <a16:creationId xmlns:a16="http://schemas.microsoft.com/office/drawing/2014/main" id="{6E8ABE6B-190A-429E-A82E-AEFB1735AF03}"/>
              </a:ext>
            </a:extLst>
          </p:cNvPr>
          <p:cNvSpPr>
            <a:spLocks noGrp="1"/>
          </p:cNvSpPr>
          <p:nvPr>
            <p:ph type="sldNum" sz="quarter" idx="12"/>
          </p:nvPr>
        </p:nvSpPr>
        <p:spPr/>
        <p:txBody>
          <a:bodyPr/>
          <a:lstStyle/>
          <a:p>
            <a:fld id="{C014DD1E-5D91-48A3-AD6D-45FBA980D106}" type="slidenum">
              <a:rPr lang="en-US" smtClean="0"/>
              <a:pPr/>
              <a:t>‹#›</a:t>
            </a:fld>
            <a:endParaRPr lang="en-US" dirty="0"/>
          </a:p>
        </p:txBody>
      </p:sp>
      <p:pic>
        <p:nvPicPr>
          <p:cNvPr id="8" name="Google Shape;20;p3">
            <a:extLst>
              <a:ext uri="{FF2B5EF4-FFF2-40B4-BE49-F238E27FC236}">
                <a16:creationId xmlns:a16="http://schemas.microsoft.com/office/drawing/2014/main" id="{BFB7ECF5-5611-4594-B46D-7022758F7070}"/>
              </a:ext>
            </a:extLst>
          </p:cNvPr>
          <p:cNvPicPr preferRelativeResize="0"/>
          <p:nvPr userDrawn="1"/>
        </p:nvPicPr>
        <p:blipFill rotWithShape="1">
          <a:blip r:embed="rId2">
            <a:alphaModFix/>
          </a:blip>
          <a:srcRect/>
          <a:stretch/>
        </p:blipFill>
        <p:spPr>
          <a:xfrm>
            <a:off x="10876779" y="6450791"/>
            <a:ext cx="1118300" cy="254729"/>
          </a:xfrm>
          <a:prstGeom prst="rect">
            <a:avLst/>
          </a:prstGeom>
          <a:noFill/>
          <a:ln>
            <a:noFill/>
          </a:ln>
        </p:spPr>
      </p:pic>
      <p:cxnSp>
        <p:nvCxnSpPr>
          <p:cNvPr id="9" name="Google Shape;21;p3">
            <a:extLst>
              <a:ext uri="{FF2B5EF4-FFF2-40B4-BE49-F238E27FC236}">
                <a16:creationId xmlns:a16="http://schemas.microsoft.com/office/drawing/2014/main" id="{B2A15DF2-2048-4409-8AC6-65C6331CFD23}"/>
              </a:ext>
            </a:extLst>
          </p:cNvPr>
          <p:cNvCxnSpPr/>
          <p:nvPr userDrawn="1"/>
        </p:nvCxnSpPr>
        <p:spPr>
          <a:xfrm>
            <a:off x="1" y="6845643"/>
            <a:ext cx="12192000" cy="0"/>
          </a:xfrm>
          <a:prstGeom prst="straightConnector1">
            <a:avLst/>
          </a:prstGeom>
          <a:noFill/>
          <a:ln w="66675" cap="flat" cmpd="sng">
            <a:solidFill>
              <a:srgbClr val="EC1F27"/>
            </a:solidFill>
            <a:prstDash val="solid"/>
            <a:miter lim="800000"/>
            <a:headEnd type="none" w="sm" len="sm"/>
            <a:tailEnd type="none" w="sm" len="sm"/>
          </a:ln>
        </p:spPr>
      </p:cxnSp>
    </p:spTree>
    <p:extLst>
      <p:ext uri="{BB962C8B-B14F-4D97-AF65-F5344CB8AC3E}">
        <p14:creationId xmlns:p14="http://schemas.microsoft.com/office/powerpoint/2010/main" val="4135088277"/>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8AC7A05-2A40-4B52-AF55-D7712F867972}"/>
              </a:ext>
            </a:extLst>
          </p:cNvPr>
          <p:cNvSpPr>
            <a:spLocks noGrp="1"/>
          </p:cNvSpPr>
          <p:nvPr>
            <p:ph type="title"/>
          </p:nvPr>
        </p:nvSpPr>
        <p:spPr>
          <a:xfrm>
            <a:off x="831633" y="1709739"/>
            <a:ext cx="10512862" cy="2852737"/>
          </a:xfrm>
        </p:spPr>
        <p:txBody>
          <a:bodyPr anchor="b"/>
          <a:lstStyle>
            <a:lvl1pPr>
              <a:defRPr sz="5998"/>
            </a:lvl1pPr>
          </a:lstStyle>
          <a:p>
            <a:r>
              <a:rPr lang="en-US"/>
              <a:t>Click to edit Master title style</a:t>
            </a:r>
          </a:p>
        </p:txBody>
      </p:sp>
      <p:sp>
        <p:nvSpPr>
          <p:cNvPr id="3" name="Text Placeholder 2">
            <a:extLst>
              <a:ext uri="{FF2B5EF4-FFF2-40B4-BE49-F238E27FC236}">
                <a16:creationId xmlns:a16="http://schemas.microsoft.com/office/drawing/2014/main" id="{C943A354-FD9E-40A6-931B-C02B3BD46E97}"/>
              </a:ext>
            </a:extLst>
          </p:cNvPr>
          <p:cNvSpPr>
            <a:spLocks noGrp="1"/>
          </p:cNvSpPr>
          <p:nvPr>
            <p:ph type="body" idx="1"/>
          </p:nvPr>
        </p:nvSpPr>
        <p:spPr>
          <a:xfrm>
            <a:off x="831633" y="4589464"/>
            <a:ext cx="10512862" cy="1500187"/>
          </a:xfrm>
        </p:spPr>
        <p:txBody>
          <a:bodyPr/>
          <a:lstStyle>
            <a:lvl1pPr marL="0" indent="0">
              <a:buNone/>
              <a:defRPr sz="2399">
                <a:solidFill>
                  <a:schemeClr val="tx1">
                    <a:tint val="75000"/>
                  </a:schemeClr>
                </a:solidFill>
              </a:defRPr>
            </a:lvl1pPr>
            <a:lvl2pPr marL="457063" indent="0">
              <a:buNone/>
              <a:defRPr sz="1999">
                <a:solidFill>
                  <a:schemeClr val="tx1">
                    <a:tint val="75000"/>
                  </a:schemeClr>
                </a:solidFill>
              </a:defRPr>
            </a:lvl2pPr>
            <a:lvl3pPr marL="914126" indent="0">
              <a:buNone/>
              <a:defRPr sz="1799">
                <a:solidFill>
                  <a:schemeClr val="tx1">
                    <a:tint val="75000"/>
                  </a:schemeClr>
                </a:solidFill>
              </a:defRPr>
            </a:lvl3pPr>
            <a:lvl4pPr marL="1371189" indent="0">
              <a:buNone/>
              <a:defRPr sz="1600">
                <a:solidFill>
                  <a:schemeClr val="tx1">
                    <a:tint val="75000"/>
                  </a:schemeClr>
                </a:solidFill>
              </a:defRPr>
            </a:lvl4pPr>
            <a:lvl5pPr marL="1828251" indent="0">
              <a:buNone/>
              <a:defRPr sz="1600">
                <a:solidFill>
                  <a:schemeClr val="tx1">
                    <a:tint val="75000"/>
                  </a:schemeClr>
                </a:solidFill>
              </a:defRPr>
            </a:lvl5pPr>
            <a:lvl6pPr marL="2285314" indent="0">
              <a:buNone/>
              <a:defRPr sz="1600">
                <a:solidFill>
                  <a:schemeClr val="tx1">
                    <a:tint val="75000"/>
                  </a:schemeClr>
                </a:solidFill>
              </a:defRPr>
            </a:lvl6pPr>
            <a:lvl7pPr marL="2742377" indent="0">
              <a:buNone/>
              <a:defRPr sz="1600">
                <a:solidFill>
                  <a:schemeClr val="tx1">
                    <a:tint val="75000"/>
                  </a:schemeClr>
                </a:solidFill>
              </a:defRPr>
            </a:lvl7pPr>
            <a:lvl8pPr marL="3199440" indent="0">
              <a:buNone/>
              <a:defRPr sz="1600">
                <a:solidFill>
                  <a:schemeClr val="tx1">
                    <a:tint val="75000"/>
                  </a:schemeClr>
                </a:solidFill>
              </a:defRPr>
            </a:lvl8pPr>
            <a:lvl9pPr marL="3656503" indent="0">
              <a:buNone/>
              <a:defRPr sz="1600">
                <a:solidFill>
                  <a:schemeClr val="tx1">
                    <a:tint val="75000"/>
                  </a:schemeClr>
                </a:solidFill>
              </a:defRPr>
            </a:lvl9pPr>
          </a:lstStyle>
          <a:p>
            <a:pPr lvl="0"/>
            <a:r>
              <a:rPr lang="en-US"/>
              <a:t>Edit Master text styles</a:t>
            </a:r>
          </a:p>
        </p:txBody>
      </p:sp>
      <p:sp>
        <p:nvSpPr>
          <p:cNvPr id="4" name="Date Placeholder 3">
            <a:extLst>
              <a:ext uri="{FF2B5EF4-FFF2-40B4-BE49-F238E27FC236}">
                <a16:creationId xmlns:a16="http://schemas.microsoft.com/office/drawing/2014/main" id="{339706EB-716C-4E7E-BED2-D9049F66F952}"/>
              </a:ext>
            </a:extLst>
          </p:cNvPr>
          <p:cNvSpPr>
            <a:spLocks noGrp="1"/>
          </p:cNvSpPr>
          <p:nvPr>
            <p:ph type="dt" sz="half" idx="10"/>
          </p:nvPr>
        </p:nvSpPr>
        <p:spPr/>
        <p:txBody>
          <a:bodyPr/>
          <a:lstStyle/>
          <a:p>
            <a:fld id="{58259151-B7A3-4E87-9305-EBE47D7CC115}" type="datetime1">
              <a:rPr lang="en-US" smtClean="0"/>
              <a:t>5/7/2025</a:t>
            </a:fld>
            <a:endParaRPr lang="en-US" dirty="0"/>
          </a:p>
        </p:txBody>
      </p:sp>
      <p:sp>
        <p:nvSpPr>
          <p:cNvPr id="5" name="Footer Placeholder 4">
            <a:extLst>
              <a:ext uri="{FF2B5EF4-FFF2-40B4-BE49-F238E27FC236}">
                <a16:creationId xmlns:a16="http://schemas.microsoft.com/office/drawing/2014/main" id="{8318F3DB-2200-4D5E-9712-F6AB32279D47}"/>
              </a:ext>
            </a:extLst>
          </p:cNvPr>
          <p:cNvSpPr>
            <a:spLocks noGrp="1"/>
          </p:cNvSpPr>
          <p:nvPr>
            <p:ph type="ftr" sz="quarter" idx="11"/>
          </p:nvPr>
        </p:nvSpPr>
        <p:spPr/>
        <p:txBody>
          <a:bodyPr/>
          <a:lstStyle/>
          <a:p>
            <a:endParaRPr lang="en-US" dirty="0"/>
          </a:p>
        </p:txBody>
      </p:sp>
      <p:sp>
        <p:nvSpPr>
          <p:cNvPr id="6" name="Slide Number Placeholder 5">
            <a:extLst>
              <a:ext uri="{FF2B5EF4-FFF2-40B4-BE49-F238E27FC236}">
                <a16:creationId xmlns:a16="http://schemas.microsoft.com/office/drawing/2014/main" id="{92AB3B49-9160-458A-BD61-7719F0F24608}"/>
              </a:ext>
            </a:extLst>
          </p:cNvPr>
          <p:cNvSpPr>
            <a:spLocks noGrp="1"/>
          </p:cNvSpPr>
          <p:nvPr>
            <p:ph type="sldNum" sz="quarter" idx="12"/>
          </p:nvPr>
        </p:nvSpPr>
        <p:spPr/>
        <p:txBody>
          <a:bodyPr/>
          <a:lstStyle/>
          <a:p>
            <a:fld id="{C014DD1E-5D91-48A3-AD6D-45FBA980D106}" type="slidenum">
              <a:rPr lang="en-US" smtClean="0"/>
              <a:pPr/>
              <a:t>‹#›</a:t>
            </a:fld>
            <a:endParaRPr lang="en-US" dirty="0"/>
          </a:p>
        </p:txBody>
      </p:sp>
      <p:pic>
        <p:nvPicPr>
          <p:cNvPr id="7" name="Google Shape;20;p3">
            <a:extLst>
              <a:ext uri="{FF2B5EF4-FFF2-40B4-BE49-F238E27FC236}">
                <a16:creationId xmlns:a16="http://schemas.microsoft.com/office/drawing/2014/main" id="{A4455CBD-696E-41EB-8103-AB990309FDEC}"/>
              </a:ext>
            </a:extLst>
          </p:cNvPr>
          <p:cNvPicPr preferRelativeResize="0"/>
          <p:nvPr userDrawn="1"/>
        </p:nvPicPr>
        <p:blipFill rotWithShape="1">
          <a:blip r:embed="rId2">
            <a:alphaModFix/>
          </a:blip>
          <a:srcRect/>
          <a:stretch/>
        </p:blipFill>
        <p:spPr>
          <a:xfrm>
            <a:off x="10876779" y="6450791"/>
            <a:ext cx="1118300" cy="254729"/>
          </a:xfrm>
          <a:prstGeom prst="rect">
            <a:avLst/>
          </a:prstGeom>
          <a:noFill/>
          <a:ln>
            <a:noFill/>
          </a:ln>
        </p:spPr>
      </p:pic>
      <p:cxnSp>
        <p:nvCxnSpPr>
          <p:cNvPr id="8" name="Google Shape;21;p3">
            <a:extLst>
              <a:ext uri="{FF2B5EF4-FFF2-40B4-BE49-F238E27FC236}">
                <a16:creationId xmlns:a16="http://schemas.microsoft.com/office/drawing/2014/main" id="{B4E004B4-6438-4E3A-982E-01476A1A000E}"/>
              </a:ext>
            </a:extLst>
          </p:cNvPr>
          <p:cNvCxnSpPr/>
          <p:nvPr userDrawn="1"/>
        </p:nvCxnSpPr>
        <p:spPr>
          <a:xfrm>
            <a:off x="1" y="6845643"/>
            <a:ext cx="12192000" cy="0"/>
          </a:xfrm>
          <a:prstGeom prst="straightConnector1">
            <a:avLst/>
          </a:prstGeom>
          <a:noFill/>
          <a:ln w="66675" cap="flat" cmpd="sng">
            <a:solidFill>
              <a:srgbClr val="EC1F27"/>
            </a:solidFill>
            <a:prstDash val="solid"/>
            <a:miter lim="800000"/>
            <a:headEnd type="none" w="sm" len="sm"/>
            <a:tailEnd type="none" w="sm" len="sm"/>
          </a:ln>
        </p:spPr>
      </p:cxnSp>
    </p:spTree>
    <p:extLst>
      <p:ext uri="{BB962C8B-B14F-4D97-AF65-F5344CB8AC3E}">
        <p14:creationId xmlns:p14="http://schemas.microsoft.com/office/powerpoint/2010/main" val="308340944"/>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4531923-097C-4F3F-86CA-92D3B4658EB3}"/>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C4A5453C-C321-4C15-B340-C8BFCF894E1A}"/>
              </a:ext>
            </a:extLst>
          </p:cNvPr>
          <p:cNvSpPr>
            <a:spLocks noGrp="1"/>
          </p:cNvSpPr>
          <p:nvPr>
            <p:ph sz="half" idx="1"/>
          </p:nvPr>
        </p:nvSpPr>
        <p:spPr>
          <a:xfrm>
            <a:off x="837982" y="1825625"/>
            <a:ext cx="5180251" cy="4351338"/>
          </a:xfr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a:extLst>
              <a:ext uri="{FF2B5EF4-FFF2-40B4-BE49-F238E27FC236}">
                <a16:creationId xmlns:a16="http://schemas.microsoft.com/office/drawing/2014/main" id="{9EB65708-416B-413A-B84F-F1271E54D168}"/>
              </a:ext>
            </a:extLst>
          </p:cNvPr>
          <p:cNvSpPr>
            <a:spLocks noGrp="1"/>
          </p:cNvSpPr>
          <p:nvPr>
            <p:ph sz="half" idx="2"/>
          </p:nvPr>
        </p:nvSpPr>
        <p:spPr>
          <a:xfrm>
            <a:off x="6170592" y="1825625"/>
            <a:ext cx="5180251" cy="4351338"/>
          </a:xfr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a:extLst>
              <a:ext uri="{FF2B5EF4-FFF2-40B4-BE49-F238E27FC236}">
                <a16:creationId xmlns:a16="http://schemas.microsoft.com/office/drawing/2014/main" id="{CE52ACF0-8175-4032-8855-27A7ABB0DA60}"/>
              </a:ext>
            </a:extLst>
          </p:cNvPr>
          <p:cNvSpPr>
            <a:spLocks noGrp="1"/>
          </p:cNvSpPr>
          <p:nvPr>
            <p:ph type="dt" sz="half" idx="10"/>
          </p:nvPr>
        </p:nvSpPr>
        <p:spPr/>
        <p:txBody>
          <a:bodyPr/>
          <a:lstStyle/>
          <a:p>
            <a:fld id="{80662AAC-AB55-4A74-8F03-8C42F744044E}" type="datetime1">
              <a:rPr lang="en-US" smtClean="0"/>
              <a:t>5/7/2025</a:t>
            </a:fld>
            <a:endParaRPr lang="en-US" dirty="0"/>
          </a:p>
        </p:txBody>
      </p:sp>
      <p:sp>
        <p:nvSpPr>
          <p:cNvPr id="6" name="Footer Placeholder 5">
            <a:extLst>
              <a:ext uri="{FF2B5EF4-FFF2-40B4-BE49-F238E27FC236}">
                <a16:creationId xmlns:a16="http://schemas.microsoft.com/office/drawing/2014/main" id="{FCBEC854-8BFC-4032-A72A-499ADECFE758}"/>
              </a:ext>
            </a:extLst>
          </p:cNvPr>
          <p:cNvSpPr>
            <a:spLocks noGrp="1"/>
          </p:cNvSpPr>
          <p:nvPr>
            <p:ph type="ftr" sz="quarter" idx="11"/>
          </p:nvPr>
        </p:nvSpPr>
        <p:spPr/>
        <p:txBody>
          <a:bodyPr/>
          <a:lstStyle/>
          <a:p>
            <a:endParaRPr lang="en-US" dirty="0"/>
          </a:p>
        </p:txBody>
      </p:sp>
      <p:sp>
        <p:nvSpPr>
          <p:cNvPr id="7" name="Slide Number Placeholder 6">
            <a:extLst>
              <a:ext uri="{FF2B5EF4-FFF2-40B4-BE49-F238E27FC236}">
                <a16:creationId xmlns:a16="http://schemas.microsoft.com/office/drawing/2014/main" id="{5214A1A0-ED4B-43F3-B6DC-390EF70D6DDF}"/>
              </a:ext>
            </a:extLst>
          </p:cNvPr>
          <p:cNvSpPr>
            <a:spLocks noGrp="1"/>
          </p:cNvSpPr>
          <p:nvPr>
            <p:ph type="sldNum" sz="quarter" idx="12"/>
          </p:nvPr>
        </p:nvSpPr>
        <p:spPr/>
        <p:txBody>
          <a:bodyPr/>
          <a:lstStyle/>
          <a:p>
            <a:fld id="{C014DD1E-5D91-48A3-AD6D-45FBA980D106}" type="slidenum">
              <a:rPr lang="en-US" smtClean="0"/>
              <a:pPr/>
              <a:t>‹#›</a:t>
            </a:fld>
            <a:endParaRPr lang="en-US" dirty="0"/>
          </a:p>
        </p:txBody>
      </p:sp>
      <p:pic>
        <p:nvPicPr>
          <p:cNvPr id="8" name="Google Shape;20;p3">
            <a:extLst>
              <a:ext uri="{FF2B5EF4-FFF2-40B4-BE49-F238E27FC236}">
                <a16:creationId xmlns:a16="http://schemas.microsoft.com/office/drawing/2014/main" id="{F87C57E1-7461-41F2-8F87-055624F4974D}"/>
              </a:ext>
            </a:extLst>
          </p:cNvPr>
          <p:cNvPicPr preferRelativeResize="0"/>
          <p:nvPr userDrawn="1"/>
        </p:nvPicPr>
        <p:blipFill rotWithShape="1">
          <a:blip r:embed="rId2">
            <a:alphaModFix/>
          </a:blip>
          <a:srcRect/>
          <a:stretch/>
        </p:blipFill>
        <p:spPr>
          <a:xfrm>
            <a:off x="10876779" y="6450791"/>
            <a:ext cx="1118300" cy="254729"/>
          </a:xfrm>
          <a:prstGeom prst="rect">
            <a:avLst/>
          </a:prstGeom>
          <a:noFill/>
          <a:ln>
            <a:noFill/>
          </a:ln>
        </p:spPr>
      </p:pic>
      <p:cxnSp>
        <p:nvCxnSpPr>
          <p:cNvPr id="9" name="Google Shape;21;p3">
            <a:extLst>
              <a:ext uri="{FF2B5EF4-FFF2-40B4-BE49-F238E27FC236}">
                <a16:creationId xmlns:a16="http://schemas.microsoft.com/office/drawing/2014/main" id="{F97D2CDD-BBC2-458E-8654-0DF1A925133F}"/>
              </a:ext>
            </a:extLst>
          </p:cNvPr>
          <p:cNvCxnSpPr/>
          <p:nvPr userDrawn="1"/>
        </p:nvCxnSpPr>
        <p:spPr>
          <a:xfrm>
            <a:off x="1" y="6845643"/>
            <a:ext cx="12192000" cy="0"/>
          </a:xfrm>
          <a:prstGeom prst="straightConnector1">
            <a:avLst/>
          </a:prstGeom>
          <a:noFill/>
          <a:ln w="66675" cap="flat" cmpd="sng">
            <a:solidFill>
              <a:srgbClr val="EC1F27"/>
            </a:solidFill>
            <a:prstDash val="solid"/>
            <a:miter lim="800000"/>
            <a:headEnd type="none" w="sm" len="sm"/>
            <a:tailEnd type="none" w="sm" len="sm"/>
          </a:ln>
        </p:spPr>
      </p:cxnSp>
    </p:spTree>
    <p:extLst>
      <p:ext uri="{BB962C8B-B14F-4D97-AF65-F5344CB8AC3E}">
        <p14:creationId xmlns:p14="http://schemas.microsoft.com/office/powerpoint/2010/main" val="4044004481"/>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6B74319-CFB7-422F-8046-7769DD972AE1}"/>
              </a:ext>
            </a:extLst>
          </p:cNvPr>
          <p:cNvSpPr>
            <a:spLocks noGrp="1"/>
          </p:cNvSpPr>
          <p:nvPr>
            <p:ph type="title"/>
          </p:nvPr>
        </p:nvSpPr>
        <p:spPr>
          <a:xfrm>
            <a:off x="839569" y="365126"/>
            <a:ext cx="10512862" cy="1325563"/>
          </a:xfrm>
        </p:spPr>
        <p:txBody>
          <a:bodyPr/>
          <a:lstStyle/>
          <a:p>
            <a:r>
              <a:rPr lang="en-US"/>
              <a:t>Click to edit Master title style</a:t>
            </a:r>
          </a:p>
        </p:txBody>
      </p:sp>
      <p:sp>
        <p:nvSpPr>
          <p:cNvPr id="3" name="Text Placeholder 2">
            <a:extLst>
              <a:ext uri="{FF2B5EF4-FFF2-40B4-BE49-F238E27FC236}">
                <a16:creationId xmlns:a16="http://schemas.microsoft.com/office/drawing/2014/main" id="{42E7094E-2979-4C2C-A467-AA7E79E65BE8}"/>
              </a:ext>
            </a:extLst>
          </p:cNvPr>
          <p:cNvSpPr>
            <a:spLocks noGrp="1"/>
          </p:cNvSpPr>
          <p:nvPr>
            <p:ph type="body" idx="1"/>
          </p:nvPr>
        </p:nvSpPr>
        <p:spPr>
          <a:xfrm>
            <a:off x="839570" y="1681163"/>
            <a:ext cx="5156444" cy="823912"/>
          </a:xfrm>
        </p:spPr>
        <p:txBody>
          <a:bodyPr anchor="b"/>
          <a:lstStyle>
            <a:lvl1pPr marL="0" indent="0">
              <a:buNone/>
              <a:defRPr sz="2399" b="1"/>
            </a:lvl1pPr>
            <a:lvl2pPr marL="457063" indent="0">
              <a:buNone/>
              <a:defRPr sz="1999" b="1"/>
            </a:lvl2pPr>
            <a:lvl3pPr marL="914126" indent="0">
              <a:buNone/>
              <a:defRPr sz="1799" b="1"/>
            </a:lvl3pPr>
            <a:lvl4pPr marL="1371189" indent="0">
              <a:buNone/>
              <a:defRPr sz="1600" b="1"/>
            </a:lvl4pPr>
            <a:lvl5pPr marL="1828251" indent="0">
              <a:buNone/>
              <a:defRPr sz="1600" b="1"/>
            </a:lvl5pPr>
            <a:lvl6pPr marL="2285314" indent="0">
              <a:buNone/>
              <a:defRPr sz="1600" b="1"/>
            </a:lvl6pPr>
            <a:lvl7pPr marL="2742377" indent="0">
              <a:buNone/>
              <a:defRPr sz="1600" b="1"/>
            </a:lvl7pPr>
            <a:lvl8pPr marL="3199440" indent="0">
              <a:buNone/>
              <a:defRPr sz="1600" b="1"/>
            </a:lvl8pPr>
            <a:lvl9pPr marL="3656503" indent="0">
              <a:buNone/>
              <a:defRPr sz="1600" b="1"/>
            </a:lvl9pPr>
          </a:lstStyle>
          <a:p>
            <a:pPr lvl="0"/>
            <a:r>
              <a:rPr lang="en-US"/>
              <a:t>Edit Master text styles</a:t>
            </a:r>
          </a:p>
        </p:txBody>
      </p:sp>
      <p:sp>
        <p:nvSpPr>
          <p:cNvPr id="4" name="Content Placeholder 3">
            <a:extLst>
              <a:ext uri="{FF2B5EF4-FFF2-40B4-BE49-F238E27FC236}">
                <a16:creationId xmlns:a16="http://schemas.microsoft.com/office/drawing/2014/main" id="{8C1E7718-F1AF-4029-A44C-A36F2C1F3714}"/>
              </a:ext>
            </a:extLst>
          </p:cNvPr>
          <p:cNvSpPr>
            <a:spLocks noGrp="1"/>
          </p:cNvSpPr>
          <p:nvPr>
            <p:ph sz="half" idx="2"/>
          </p:nvPr>
        </p:nvSpPr>
        <p:spPr>
          <a:xfrm>
            <a:off x="839570" y="2505075"/>
            <a:ext cx="5156444" cy="3684588"/>
          </a:xfr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a:extLst>
              <a:ext uri="{FF2B5EF4-FFF2-40B4-BE49-F238E27FC236}">
                <a16:creationId xmlns:a16="http://schemas.microsoft.com/office/drawing/2014/main" id="{135CF891-04C4-43E9-A54F-8FDDA6DC0FAB}"/>
              </a:ext>
            </a:extLst>
          </p:cNvPr>
          <p:cNvSpPr>
            <a:spLocks noGrp="1"/>
          </p:cNvSpPr>
          <p:nvPr>
            <p:ph type="body" sz="quarter" idx="3"/>
          </p:nvPr>
        </p:nvSpPr>
        <p:spPr>
          <a:xfrm>
            <a:off x="6170593" y="1681163"/>
            <a:ext cx="5181838" cy="823912"/>
          </a:xfrm>
        </p:spPr>
        <p:txBody>
          <a:bodyPr anchor="b"/>
          <a:lstStyle>
            <a:lvl1pPr marL="0" indent="0">
              <a:buNone/>
              <a:defRPr sz="2399" b="1"/>
            </a:lvl1pPr>
            <a:lvl2pPr marL="457063" indent="0">
              <a:buNone/>
              <a:defRPr sz="1999" b="1"/>
            </a:lvl2pPr>
            <a:lvl3pPr marL="914126" indent="0">
              <a:buNone/>
              <a:defRPr sz="1799" b="1"/>
            </a:lvl3pPr>
            <a:lvl4pPr marL="1371189" indent="0">
              <a:buNone/>
              <a:defRPr sz="1600" b="1"/>
            </a:lvl4pPr>
            <a:lvl5pPr marL="1828251" indent="0">
              <a:buNone/>
              <a:defRPr sz="1600" b="1"/>
            </a:lvl5pPr>
            <a:lvl6pPr marL="2285314" indent="0">
              <a:buNone/>
              <a:defRPr sz="1600" b="1"/>
            </a:lvl6pPr>
            <a:lvl7pPr marL="2742377" indent="0">
              <a:buNone/>
              <a:defRPr sz="1600" b="1"/>
            </a:lvl7pPr>
            <a:lvl8pPr marL="3199440" indent="0">
              <a:buNone/>
              <a:defRPr sz="1600" b="1"/>
            </a:lvl8pPr>
            <a:lvl9pPr marL="3656503" indent="0">
              <a:buNone/>
              <a:defRPr sz="1600" b="1"/>
            </a:lvl9pPr>
          </a:lstStyle>
          <a:p>
            <a:pPr lvl="0"/>
            <a:r>
              <a:rPr lang="en-US"/>
              <a:t>Edit Master text styles</a:t>
            </a:r>
          </a:p>
        </p:txBody>
      </p:sp>
      <p:sp>
        <p:nvSpPr>
          <p:cNvPr id="6" name="Content Placeholder 5">
            <a:extLst>
              <a:ext uri="{FF2B5EF4-FFF2-40B4-BE49-F238E27FC236}">
                <a16:creationId xmlns:a16="http://schemas.microsoft.com/office/drawing/2014/main" id="{D3E33155-EB43-4FF5-A03E-94C986174D18}"/>
              </a:ext>
            </a:extLst>
          </p:cNvPr>
          <p:cNvSpPr>
            <a:spLocks noGrp="1"/>
          </p:cNvSpPr>
          <p:nvPr>
            <p:ph sz="quarter" idx="4"/>
          </p:nvPr>
        </p:nvSpPr>
        <p:spPr>
          <a:xfrm>
            <a:off x="6170593" y="2505075"/>
            <a:ext cx="5181838" cy="3684588"/>
          </a:xfr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a:extLst>
              <a:ext uri="{FF2B5EF4-FFF2-40B4-BE49-F238E27FC236}">
                <a16:creationId xmlns:a16="http://schemas.microsoft.com/office/drawing/2014/main" id="{6A863DB7-2B9D-4690-BE76-31876A8F3BEA}"/>
              </a:ext>
            </a:extLst>
          </p:cNvPr>
          <p:cNvSpPr>
            <a:spLocks noGrp="1"/>
          </p:cNvSpPr>
          <p:nvPr>
            <p:ph type="dt" sz="half" idx="10"/>
          </p:nvPr>
        </p:nvSpPr>
        <p:spPr/>
        <p:txBody>
          <a:bodyPr/>
          <a:lstStyle/>
          <a:p>
            <a:fld id="{35466305-B4B9-46BC-85C7-B3DA3E1C4F94}" type="datetime1">
              <a:rPr lang="en-US" smtClean="0"/>
              <a:t>5/7/2025</a:t>
            </a:fld>
            <a:endParaRPr lang="en-US" dirty="0"/>
          </a:p>
        </p:txBody>
      </p:sp>
      <p:sp>
        <p:nvSpPr>
          <p:cNvPr id="8" name="Footer Placeholder 7">
            <a:extLst>
              <a:ext uri="{FF2B5EF4-FFF2-40B4-BE49-F238E27FC236}">
                <a16:creationId xmlns:a16="http://schemas.microsoft.com/office/drawing/2014/main" id="{CD627E59-47A4-4A22-AE7C-394426E0F26B}"/>
              </a:ext>
            </a:extLst>
          </p:cNvPr>
          <p:cNvSpPr>
            <a:spLocks noGrp="1"/>
          </p:cNvSpPr>
          <p:nvPr>
            <p:ph type="ftr" sz="quarter" idx="11"/>
          </p:nvPr>
        </p:nvSpPr>
        <p:spPr/>
        <p:txBody>
          <a:bodyPr/>
          <a:lstStyle/>
          <a:p>
            <a:endParaRPr lang="en-US" dirty="0"/>
          </a:p>
        </p:txBody>
      </p:sp>
      <p:sp>
        <p:nvSpPr>
          <p:cNvPr id="9" name="Slide Number Placeholder 8">
            <a:extLst>
              <a:ext uri="{FF2B5EF4-FFF2-40B4-BE49-F238E27FC236}">
                <a16:creationId xmlns:a16="http://schemas.microsoft.com/office/drawing/2014/main" id="{CE03B8E8-0F40-4233-AF18-5C0A64CA9A27}"/>
              </a:ext>
            </a:extLst>
          </p:cNvPr>
          <p:cNvSpPr>
            <a:spLocks noGrp="1"/>
          </p:cNvSpPr>
          <p:nvPr>
            <p:ph type="sldNum" sz="quarter" idx="12"/>
          </p:nvPr>
        </p:nvSpPr>
        <p:spPr/>
        <p:txBody>
          <a:bodyPr/>
          <a:lstStyle/>
          <a:p>
            <a:fld id="{C014DD1E-5D91-48A3-AD6D-45FBA980D106}" type="slidenum">
              <a:rPr lang="en-US" smtClean="0"/>
              <a:pPr/>
              <a:t>‹#›</a:t>
            </a:fld>
            <a:endParaRPr lang="en-US" dirty="0"/>
          </a:p>
        </p:txBody>
      </p:sp>
      <p:pic>
        <p:nvPicPr>
          <p:cNvPr id="10" name="Google Shape;20;p3">
            <a:extLst>
              <a:ext uri="{FF2B5EF4-FFF2-40B4-BE49-F238E27FC236}">
                <a16:creationId xmlns:a16="http://schemas.microsoft.com/office/drawing/2014/main" id="{15AC66DF-A480-47D4-B31A-4E14B2B909A1}"/>
              </a:ext>
            </a:extLst>
          </p:cNvPr>
          <p:cNvPicPr preferRelativeResize="0"/>
          <p:nvPr userDrawn="1"/>
        </p:nvPicPr>
        <p:blipFill rotWithShape="1">
          <a:blip r:embed="rId2">
            <a:alphaModFix/>
          </a:blip>
          <a:srcRect/>
          <a:stretch/>
        </p:blipFill>
        <p:spPr>
          <a:xfrm>
            <a:off x="10876779" y="6450791"/>
            <a:ext cx="1118300" cy="254729"/>
          </a:xfrm>
          <a:prstGeom prst="rect">
            <a:avLst/>
          </a:prstGeom>
          <a:noFill/>
          <a:ln>
            <a:noFill/>
          </a:ln>
        </p:spPr>
      </p:pic>
      <p:cxnSp>
        <p:nvCxnSpPr>
          <p:cNvPr id="11" name="Google Shape;21;p3">
            <a:extLst>
              <a:ext uri="{FF2B5EF4-FFF2-40B4-BE49-F238E27FC236}">
                <a16:creationId xmlns:a16="http://schemas.microsoft.com/office/drawing/2014/main" id="{2E6C8821-FCCB-4D04-9728-B8DABEBEC4EA}"/>
              </a:ext>
            </a:extLst>
          </p:cNvPr>
          <p:cNvCxnSpPr/>
          <p:nvPr userDrawn="1"/>
        </p:nvCxnSpPr>
        <p:spPr>
          <a:xfrm>
            <a:off x="1" y="6845643"/>
            <a:ext cx="12192000" cy="0"/>
          </a:xfrm>
          <a:prstGeom prst="straightConnector1">
            <a:avLst/>
          </a:prstGeom>
          <a:noFill/>
          <a:ln w="66675" cap="flat" cmpd="sng">
            <a:solidFill>
              <a:srgbClr val="EC1F27"/>
            </a:solidFill>
            <a:prstDash val="solid"/>
            <a:miter lim="800000"/>
            <a:headEnd type="none" w="sm" len="sm"/>
            <a:tailEnd type="none" w="sm" len="sm"/>
          </a:ln>
        </p:spPr>
      </p:cxnSp>
    </p:spTree>
    <p:extLst>
      <p:ext uri="{BB962C8B-B14F-4D97-AF65-F5344CB8AC3E}">
        <p14:creationId xmlns:p14="http://schemas.microsoft.com/office/powerpoint/2010/main" val="743034847"/>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6C90DE4-C2B8-45FE-B554-73A24CC8E7F9}"/>
              </a:ext>
            </a:extLst>
          </p:cNvPr>
          <p:cNvSpPr>
            <a:spLocks noGrp="1"/>
          </p:cNvSpPr>
          <p:nvPr>
            <p:ph type="title"/>
          </p:nvPr>
        </p:nvSpPr>
        <p:spPr/>
        <p:txBody>
          <a:bodyPr/>
          <a:lstStyle/>
          <a:p>
            <a:r>
              <a:rPr lang="en-US"/>
              <a:t>Click to edit Master title style</a:t>
            </a:r>
          </a:p>
        </p:txBody>
      </p:sp>
      <p:sp>
        <p:nvSpPr>
          <p:cNvPr id="3" name="Date Placeholder 2">
            <a:extLst>
              <a:ext uri="{FF2B5EF4-FFF2-40B4-BE49-F238E27FC236}">
                <a16:creationId xmlns:a16="http://schemas.microsoft.com/office/drawing/2014/main" id="{988B81DF-E05D-4253-A156-821B3FBB91B8}"/>
              </a:ext>
            </a:extLst>
          </p:cNvPr>
          <p:cNvSpPr>
            <a:spLocks noGrp="1"/>
          </p:cNvSpPr>
          <p:nvPr>
            <p:ph type="dt" sz="half" idx="10"/>
          </p:nvPr>
        </p:nvSpPr>
        <p:spPr/>
        <p:txBody>
          <a:bodyPr/>
          <a:lstStyle/>
          <a:p>
            <a:fld id="{6AD64FC9-6D0C-4230-8E80-C3EE1F0F84F2}" type="datetime1">
              <a:rPr lang="en-US" smtClean="0"/>
              <a:t>5/7/2025</a:t>
            </a:fld>
            <a:endParaRPr lang="en-US" dirty="0"/>
          </a:p>
        </p:txBody>
      </p:sp>
      <p:sp>
        <p:nvSpPr>
          <p:cNvPr id="4" name="Footer Placeholder 3">
            <a:extLst>
              <a:ext uri="{FF2B5EF4-FFF2-40B4-BE49-F238E27FC236}">
                <a16:creationId xmlns:a16="http://schemas.microsoft.com/office/drawing/2014/main" id="{FCEFD962-07F6-4B65-AC1A-0A5FD8ECE1C3}"/>
              </a:ext>
            </a:extLst>
          </p:cNvPr>
          <p:cNvSpPr>
            <a:spLocks noGrp="1"/>
          </p:cNvSpPr>
          <p:nvPr>
            <p:ph type="ftr" sz="quarter" idx="11"/>
          </p:nvPr>
        </p:nvSpPr>
        <p:spPr/>
        <p:txBody>
          <a:bodyPr/>
          <a:lstStyle/>
          <a:p>
            <a:endParaRPr lang="en-US" dirty="0"/>
          </a:p>
        </p:txBody>
      </p:sp>
      <p:sp>
        <p:nvSpPr>
          <p:cNvPr id="5" name="Slide Number Placeholder 4">
            <a:extLst>
              <a:ext uri="{FF2B5EF4-FFF2-40B4-BE49-F238E27FC236}">
                <a16:creationId xmlns:a16="http://schemas.microsoft.com/office/drawing/2014/main" id="{B0A3879A-14A5-4FBB-A7DB-3EB60CA64C46}"/>
              </a:ext>
            </a:extLst>
          </p:cNvPr>
          <p:cNvSpPr>
            <a:spLocks noGrp="1"/>
          </p:cNvSpPr>
          <p:nvPr>
            <p:ph type="sldNum" sz="quarter" idx="12"/>
          </p:nvPr>
        </p:nvSpPr>
        <p:spPr/>
        <p:txBody>
          <a:bodyPr/>
          <a:lstStyle/>
          <a:p>
            <a:fld id="{C014DD1E-5D91-48A3-AD6D-45FBA980D106}" type="slidenum">
              <a:rPr lang="en-US" smtClean="0"/>
              <a:pPr/>
              <a:t>‹#›</a:t>
            </a:fld>
            <a:endParaRPr lang="en-US" dirty="0"/>
          </a:p>
        </p:txBody>
      </p:sp>
      <p:pic>
        <p:nvPicPr>
          <p:cNvPr id="6" name="Google Shape;20;p3">
            <a:extLst>
              <a:ext uri="{FF2B5EF4-FFF2-40B4-BE49-F238E27FC236}">
                <a16:creationId xmlns:a16="http://schemas.microsoft.com/office/drawing/2014/main" id="{D1A42D5F-A231-4019-B9FE-098F70B067FB}"/>
              </a:ext>
            </a:extLst>
          </p:cNvPr>
          <p:cNvPicPr preferRelativeResize="0"/>
          <p:nvPr userDrawn="1"/>
        </p:nvPicPr>
        <p:blipFill rotWithShape="1">
          <a:blip r:embed="rId2">
            <a:alphaModFix/>
          </a:blip>
          <a:srcRect/>
          <a:stretch/>
        </p:blipFill>
        <p:spPr>
          <a:xfrm>
            <a:off x="10876779" y="6450791"/>
            <a:ext cx="1118300" cy="254729"/>
          </a:xfrm>
          <a:prstGeom prst="rect">
            <a:avLst/>
          </a:prstGeom>
          <a:noFill/>
          <a:ln>
            <a:noFill/>
          </a:ln>
        </p:spPr>
      </p:pic>
      <p:cxnSp>
        <p:nvCxnSpPr>
          <p:cNvPr id="7" name="Google Shape;21;p3">
            <a:extLst>
              <a:ext uri="{FF2B5EF4-FFF2-40B4-BE49-F238E27FC236}">
                <a16:creationId xmlns:a16="http://schemas.microsoft.com/office/drawing/2014/main" id="{B66560EE-45D2-48C5-944E-CBF143122F72}"/>
              </a:ext>
            </a:extLst>
          </p:cNvPr>
          <p:cNvCxnSpPr/>
          <p:nvPr userDrawn="1"/>
        </p:nvCxnSpPr>
        <p:spPr>
          <a:xfrm>
            <a:off x="1" y="6845643"/>
            <a:ext cx="12192000" cy="0"/>
          </a:xfrm>
          <a:prstGeom prst="straightConnector1">
            <a:avLst/>
          </a:prstGeom>
          <a:noFill/>
          <a:ln w="66675" cap="flat" cmpd="sng">
            <a:solidFill>
              <a:srgbClr val="EC1F27"/>
            </a:solidFill>
            <a:prstDash val="solid"/>
            <a:miter lim="800000"/>
            <a:headEnd type="none" w="sm" len="sm"/>
            <a:tailEnd type="none" w="sm" len="sm"/>
          </a:ln>
        </p:spPr>
      </p:cxnSp>
    </p:spTree>
    <p:extLst>
      <p:ext uri="{BB962C8B-B14F-4D97-AF65-F5344CB8AC3E}">
        <p14:creationId xmlns:p14="http://schemas.microsoft.com/office/powerpoint/2010/main" val="1903245585"/>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4A701F34-7E37-48CF-97F2-7BEEDEB5CD4C}"/>
              </a:ext>
            </a:extLst>
          </p:cNvPr>
          <p:cNvSpPr>
            <a:spLocks noGrp="1"/>
          </p:cNvSpPr>
          <p:nvPr>
            <p:ph type="dt" sz="half" idx="10"/>
          </p:nvPr>
        </p:nvSpPr>
        <p:spPr/>
        <p:txBody>
          <a:bodyPr/>
          <a:lstStyle/>
          <a:p>
            <a:fld id="{CE8AF61C-74BB-4B90-BF2C-4DFE00D5E9BD}" type="datetime1">
              <a:rPr lang="en-US" smtClean="0"/>
              <a:t>5/7/2025</a:t>
            </a:fld>
            <a:endParaRPr lang="en-US" dirty="0"/>
          </a:p>
        </p:txBody>
      </p:sp>
      <p:sp>
        <p:nvSpPr>
          <p:cNvPr id="3" name="Footer Placeholder 2">
            <a:extLst>
              <a:ext uri="{FF2B5EF4-FFF2-40B4-BE49-F238E27FC236}">
                <a16:creationId xmlns:a16="http://schemas.microsoft.com/office/drawing/2014/main" id="{7C935CC2-72EF-4D78-A6FA-6BA8E1C59AB2}"/>
              </a:ext>
            </a:extLst>
          </p:cNvPr>
          <p:cNvSpPr>
            <a:spLocks noGrp="1"/>
          </p:cNvSpPr>
          <p:nvPr>
            <p:ph type="ftr" sz="quarter" idx="11"/>
          </p:nvPr>
        </p:nvSpPr>
        <p:spPr/>
        <p:txBody>
          <a:bodyPr/>
          <a:lstStyle/>
          <a:p>
            <a:endParaRPr lang="en-US" dirty="0"/>
          </a:p>
        </p:txBody>
      </p:sp>
      <p:sp>
        <p:nvSpPr>
          <p:cNvPr id="4" name="Slide Number Placeholder 3">
            <a:extLst>
              <a:ext uri="{FF2B5EF4-FFF2-40B4-BE49-F238E27FC236}">
                <a16:creationId xmlns:a16="http://schemas.microsoft.com/office/drawing/2014/main" id="{637B174D-08E8-4AAB-8BE3-091B5C09D7AE}"/>
              </a:ext>
            </a:extLst>
          </p:cNvPr>
          <p:cNvSpPr>
            <a:spLocks noGrp="1"/>
          </p:cNvSpPr>
          <p:nvPr>
            <p:ph type="sldNum" sz="quarter" idx="12"/>
          </p:nvPr>
        </p:nvSpPr>
        <p:spPr/>
        <p:txBody>
          <a:bodyPr/>
          <a:lstStyle/>
          <a:p>
            <a:fld id="{C014DD1E-5D91-48A3-AD6D-45FBA980D106}" type="slidenum">
              <a:rPr lang="en-US" smtClean="0"/>
              <a:pPr/>
              <a:t>‹#›</a:t>
            </a:fld>
            <a:endParaRPr lang="en-US" dirty="0"/>
          </a:p>
        </p:txBody>
      </p:sp>
      <p:pic>
        <p:nvPicPr>
          <p:cNvPr id="5" name="Google Shape;20;p3">
            <a:extLst>
              <a:ext uri="{FF2B5EF4-FFF2-40B4-BE49-F238E27FC236}">
                <a16:creationId xmlns:a16="http://schemas.microsoft.com/office/drawing/2014/main" id="{96AB5B4A-56AB-4A3C-9496-A3A7F1057445}"/>
              </a:ext>
            </a:extLst>
          </p:cNvPr>
          <p:cNvPicPr preferRelativeResize="0"/>
          <p:nvPr userDrawn="1"/>
        </p:nvPicPr>
        <p:blipFill rotWithShape="1">
          <a:blip r:embed="rId2">
            <a:alphaModFix/>
          </a:blip>
          <a:srcRect/>
          <a:stretch/>
        </p:blipFill>
        <p:spPr>
          <a:xfrm>
            <a:off x="10876779" y="6450791"/>
            <a:ext cx="1118300" cy="254729"/>
          </a:xfrm>
          <a:prstGeom prst="rect">
            <a:avLst/>
          </a:prstGeom>
          <a:noFill/>
          <a:ln>
            <a:noFill/>
          </a:ln>
        </p:spPr>
      </p:pic>
      <p:cxnSp>
        <p:nvCxnSpPr>
          <p:cNvPr id="6" name="Google Shape;21;p3">
            <a:extLst>
              <a:ext uri="{FF2B5EF4-FFF2-40B4-BE49-F238E27FC236}">
                <a16:creationId xmlns:a16="http://schemas.microsoft.com/office/drawing/2014/main" id="{FD5D26AE-938E-43B8-8FEC-E1C4B288935A}"/>
              </a:ext>
            </a:extLst>
          </p:cNvPr>
          <p:cNvCxnSpPr/>
          <p:nvPr userDrawn="1"/>
        </p:nvCxnSpPr>
        <p:spPr>
          <a:xfrm>
            <a:off x="1" y="6845643"/>
            <a:ext cx="12192000" cy="0"/>
          </a:xfrm>
          <a:prstGeom prst="straightConnector1">
            <a:avLst/>
          </a:prstGeom>
          <a:noFill/>
          <a:ln w="66675" cap="flat" cmpd="sng">
            <a:solidFill>
              <a:srgbClr val="EC1F27"/>
            </a:solidFill>
            <a:prstDash val="solid"/>
            <a:miter lim="800000"/>
            <a:headEnd type="none" w="sm" len="sm"/>
            <a:tailEnd type="none" w="sm" len="sm"/>
          </a:ln>
        </p:spPr>
      </p:cxnSp>
    </p:spTree>
    <p:extLst>
      <p:ext uri="{BB962C8B-B14F-4D97-AF65-F5344CB8AC3E}">
        <p14:creationId xmlns:p14="http://schemas.microsoft.com/office/powerpoint/2010/main" val="1237495325"/>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FC54912-7BAF-4EC2-B3B7-E056AF9F4042}"/>
              </a:ext>
            </a:extLst>
          </p:cNvPr>
          <p:cNvSpPr>
            <a:spLocks noGrp="1"/>
          </p:cNvSpPr>
          <p:nvPr>
            <p:ph type="title"/>
          </p:nvPr>
        </p:nvSpPr>
        <p:spPr>
          <a:xfrm>
            <a:off x="839570" y="457200"/>
            <a:ext cx="3931213" cy="1600200"/>
          </a:xfrm>
        </p:spPr>
        <p:txBody>
          <a:bodyPr anchor="b"/>
          <a:lstStyle>
            <a:lvl1pPr>
              <a:defRPr sz="3199"/>
            </a:lvl1pPr>
          </a:lstStyle>
          <a:p>
            <a:r>
              <a:rPr lang="en-US"/>
              <a:t>Click to edit Master title style</a:t>
            </a:r>
          </a:p>
        </p:txBody>
      </p:sp>
      <p:sp>
        <p:nvSpPr>
          <p:cNvPr id="3" name="Content Placeholder 2">
            <a:extLst>
              <a:ext uri="{FF2B5EF4-FFF2-40B4-BE49-F238E27FC236}">
                <a16:creationId xmlns:a16="http://schemas.microsoft.com/office/drawing/2014/main" id="{70C7DC37-B067-47C2-BF2E-0D3AFC66D28A}"/>
              </a:ext>
            </a:extLst>
          </p:cNvPr>
          <p:cNvSpPr>
            <a:spLocks noGrp="1"/>
          </p:cNvSpPr>
          <p:nvPr>
            <p:ph idx="1"/>
          </p:nvPr>
        </p:nvSpPr>
        <p:spPr>
          <a:xfrm>
            <a:off x="5181838" y="987426"/>
            <a:ext cx="6170593" cy="4873625"/>
          </a:xfrm>
        </p:spPr>
        <p:txBody>
          <a:bodyPr/>
          <a:lstStyle>
            <a:lvl1pPr>
              <a:defRPr sz="3199"/>
            </a:lvl1pPr>
            <a:lvl2pPr>
              <a:defRPr sz="2799"/>
            </a:lvl2pPr>
            <a:lvl3pPr>
              <a:defRPr sz="2399"/>
            </a:lvl3pPr>
            <a:lvl4pPr>
              <a:defRPr sz="1999"/>
            </a:lvl4pPr>
            <a:lvl5pPr>
              <a:defRPr sz="1999"/>
            </a:lvl5pPr>
            <a:lvl6pPr>
              <a:defRPr sz="1999"/>
            </a:lvl6pPr>
            <a:lvl7pPr>
              <a:defRPr sz="1999"/>
            </a:lvl7pPr>
            <a:lvl8pPr>
              <a:defRPr sz="1999"/>
            </a:lvl8pPr>
            <a:lvl9pPr>
              <a:defRPr sz="1999"/>
            </a:lvl9p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a:extLst>
              <a:ext uri="{FF2B5EF4-FFF2-40B4-BE49-F238E27FC236}">
                <a16:creationId xmlns:a16="http://schemas.microsoft.com/office/drawing/2014/main" id="{6D41CFFF-556E-4A10-8C3C-F5BA3BA62CDB}"/>
              </a:ext>
            </a:extLst>
          </p:cNvPr>
          <p:cNvSpPr>
            <a:spLocks noGrp="1"/>
          </p:cNvSpPr>
          <p:nvPr>
            <p:ph type="body" sz="half" idx="2"/>
          </p:nvPr>
        </p:nvSpPr>
        <p:spPr>
          <a:xfrm>
            <a:off x="839570" y="2057400"/>
            <a:ext cx="3931213" cy="3811588"/>
          </a:xfrm>
        </p:spPr>
        <p:txBody>
          <a:bodyPr/>
          <a:lstStyle>
            <a:lvl1pPr marL="0" indent="0">
              <a:buNone/>
              <a:defRPr sz="1600"/>
            </a:lvl1pPr>
            <a:lvl2pPr marL="457063" indent="0">
              <a:buNone/>
              <a:defRPr sz="1400"/>
            </a:lvl2pPr>
            <a:lvl3pPr marL="914126" indent="0">
              <a:buNone/>
              <a:defRPr sz="1200"/>
            </a:lvl3pPr>
            <a:lvl4pPr marL="1371189" indent="0">
              <a:buNone/>
              <a:defRPr sz="1000"/>
            </a:lvl4pPr>
            <a:lvl5pPr marL="1828251" indent="0">
              <a:buNone/>
              <a:defRPr sz="1000"/>
            </a:lvl5pPr>
            <a:lvl6pPr marL="2285314" indent="0">
              <a:buNone/>
              <a:defRPr sz="1000"/>
            </a:lvl6pPr>
            <a:lvl7pPr marL="2742377" indent="0">
              <a:buNone/>
              <a:defRPr sz="1000"/>
            </a:lvl7pPr>
            <a:lvl8pPr marL="3199440" indent="0">
              <a:buNone/>
              <a:defRPr sz="1000"/>
            </a:lvl8pPr>
            <a:lvl9pPr marL="3656503" indent="0">
              <a:buNone/>
              <a:defRPr sz="1000"/>
            </a:lvl9pPr>
          </a:lstStyle>
          <a:p>
            <a:pPr lvl="0"/>
            <a:r>
              <a:rPr lang="en-US"/>
              <a:t>Edit Master text styles</a:t>
            </a:r>
          </a:p>
        </p:txBody>
      </p:sp>
      <p:sp>
        <p:nvSpPr>
          <p:cNvPr id="5" name="Date Placeholder 4">
            <a:extLst>
              <a:ext uri="{FF2B5EF4-FFF2-40B4-BE49-F238E27FC236}">
                <a16:creationId xmlns:a16="http://schemas.microsoft.com/office/drawing/2014/main" id="{44E4F884-717B-4029-BE4C-A59CC82BE6AA}"/>
              </a:ext>
            </a:extLst>
          </p:cNvPr>
          <p:cNvSpPr>
            <a:spLocks noGrp="1"/>
          </p:cNvSpPr>
          <p:nvPr>
            <p:ph type="dt" sz="half" idx="10"/>
          </p:nvPr>
        </p:nvSpPr>
        <p:spPr/>
        <p:txBody>
          <a:bodyPr/>
          <a:lstStyle/>
          <a:p>
            <a:fld id="{A3153A7B-74EF-44A2-8DB0-9654FC87B60E}" type="datetime1">
              <a:rPr lang="en-US" smtClean="0"/>
              <a:t>5/7/2025</a:t>
            </a:fld>
            <a:endParaRPr lang="en-US" dirty="0"/>
          </a:p>
        </p:txBody>
      </p:sp>
      <p:sp>
        <p:nvSpPr>
          <p:cNvPr id="6" name="Footer Placeholder 5">
            <a:extLst>
              <a:ext uri="{FF2B5EF4-FFF2-40B4-BE49-F238E27FC236}">
                <a16:creationId xmlns:a16="http://schemas.microsoft.com/office/drawing/2014/main" id="{5C76CBCC-FEC1-447D-B000-196661BA2459}"/>
              </a:ext>
            </a:extLst>
          </p:cNvPr>
          <p:cNvSpPr>
            <a:spLocks noGrp="1"/>
          </p:cNvSpPr>
          <p:nvPr>
            <p:ph type="ftr" sz="quarter" idx="11"/>
          </p:nvPr>
        </p:nvSpPr>
        <p:spPr/>
        <p:txBody>
          <a:bodyPr/>
          <a:lstStyle/>
          <a:p>
            <a:endParaRPr lang="en-US" dirty="0"/>
          </a:p>
        </p:txBody>
      </p:sp>
      <p:sp>
        <p:nvSpPr>
          <p:cNvPr id="7" name="Slide Number Placeholder 6">
            <a:extLst>
              <a:ext uri="{FF2B5EF4-FFF2-40B4-BE49-F238E27FC236}">
                <a16:creationId xmlns:a16="http://schemas.microsoft.com/office/drawing/2014/main" id="{48EA5564-2376-4A1B-9A0F-6ED7B0C98EFD}"/>
              </a:ext>
            </a:extLst>
          </p:cNvPr>
          <p:cNvSpPr>
            <a:spLocks noGrp="1"/>
          </p:cNvSpPr>
          <p:nvPr>
            <p:ph type="sldNum" sz="quarter" idx="12"/>
          </p:nvPr>
        </p:nvSpPr>
        <p:spPr/>
        <p:txBody>
          <a:bodyPr/>
          <a:lstStyle/>
          <a:p>
            <a:fld id="{C014DD1E-5D91-48A3-AD6D-45FBA980D106}" type="slidenum">
              <a:rPr lang="en-US" smtClean="0"/>
              <a:pPr/>
              <a:t>‹#›</a:t>
            </a:fld>
            <a:endParaRPr lang="en-US" dirty="0"/>
          </a:p>
        </p:txBody>
      </p:sp>
      <p:pic>
        <p:nvPicPr>
          <p:cNvPr id="8" name="Google Shape;20;p3">
            <a:extLst>
              <a:ext uri="{FF2B5EF4-FFF2-40B4-BE49-F238E27FC236}">
                <a16:creationId xmlns:a16="http://schemas.microsoft.com/office/drawing/2014/main" id="{9B751608-3C57-4CF2-BCA7-8F4F38A0DBD9}"/>
              </a:ext>
            </a:extLst>
          </p:cNvPr>
          <p:cNvPicPr preferRelativeResize="0"/>
          <p:nvPr userDrawn="1"/>
        </p:nvPicPr>
        <p:blipFill rotWithShape="1">
          <a:blip r:embed="rId2">
            <a:alphaModFix/>
          </a:blip>
          <a:srcRect/>
          <a:stretch/>
        </p:blipFill>
        <p:spPr>
          <a:xfrm>
            <a:off x="10876779" y="6450791"/>
            <a:ext cx="1118300" cy="254729"/>
          </a:xfrm>
          <a:prstGeom prst="rect">
            <a:avLst/>
          </a:prstGeom>
          <a:noFill/>
          <a:ln>
            <a:noFill/>
          </a:ln>
        </p:spPr>
      </p:pic>
      <p:cxnSp>
        <p:nvCxnSpPr>
          <p:cNvPr id="9" name="Google Shape;21;p3">
            <a:extLst>
              <a:ext uri="{FF2B5EF4-FFF2-40B4-BE49-F238E27FC236}">
                <a16:creationId xmlns:a16="http://schemas.microsoft.com/office/drawing/2014/main" id="{8105C39D-D4CC-4442-9557-613DC062B36A}"/>
              </a:ext>
            </a:extLst>
          </p:cNvPr>
          <p:cNvCxnSpPr/>
          <p:nvPr userDrawn="1"/>
        </p:nvCxnSpPr>
        <p:spPr>
          <a:xfrm>
            <a:off x="1" y="6845643"/>
            <a:ext cx="12192000" cy="0"/>
          </a:xfrm>
          <a:prstGeom prst="straightConnector1">
            <a:avLst/>
          </a:prstGeom>
          <a:noFill/>
          <a:ln w="66675" cap="flat" cmpd="sng">
            <a:solidFill>
              <a:srgbClr val="EC1F27"/>
            </a:solidFill>
            <a:prstDash val="solid"/>
            <a:miter lim="800000"/>
            <a:headEnd type="none" w="sm" len="sm"/>
            <a:tailEnd type="none" w="sm" len="sm"/>
          </a:ln>
        </p:spPr>
      </p:cxnSp>
    </p:spTree>
    <p:extLst>
      <p:ext uri="{BB962C8B-B14F-4D97-AF65-F5344CB8AC3E}">
        <p14:creationId xmlns:p14="http://schemas.microsoft.com/office/powerpoint/2010/main" val="377735026"/>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71055E7-655E-4482-9B60-D2856385D4C6}"/>
              </a:ext>
            </a:extLst>
          </p:cNvPr>
          <p:cNvSpPr>
            <a:spLocks noGrp="1"/>
          </p:cNvSpPr>
          <p:nvPr>
            <p:ph type="title"/>
          </p:nvPr>
        </p:nvSpPr>
        <p:spPr>
          <a:xfrm>
            <a:off x="839570" y="457200"/>
            <a:ext cx="3931213" cy="1600200"/>
          </a:xfrm>
        </p:spPr>
        <p:txBody>
          <a:bodyPr anchor="b"/>
          <a:lstStyle>
            <a:lvl1pPr>
              <a:defRPr sz="3199"/>
            </a:lvl1pPr>
          </a:lstStyle>
          <a:p>
            <a:r>
              <a:rPr lang="en-US"/>
              <a:t>Click to edit Master title style</a:t>
            </a:r>
          </a:p>
        </p:txBody>
      </p:sp>
      <p:sp>
        <p:nvSpPr>
          <p:cNvPr id="3" name="Picture Placeholder 2">
            <a:extLst>
              <a:ext uri="{FF2B5EF4-FFF2-40B4-BE49-F238E27FC236}">
                <a16:creationId xmlns:a16="http://schemas.microsoft.com/office/drawing/2014/main" id="{A43151D6-3802-473E-964D-4E9E131DB1E5}"/>
              </a:ext>
            </a:extLst>
          </p:cNvPr>
          <p:cNvSpPr>
            <a:spLocks noGrp="1"/>
          </p:cNvSpPr>
          <p:nvPr>
            <p:ph type="pic" idx="1"/>
          </p:nvPr>
        </p:nvSpPr>
        <p:spPr>
          <a:xfrm>
            <a:off x="5181838" y="987426"/>
            <a:ext cx="6170593" cy="4873625"/>
          </a:xfrm>
        </p:spPr>
        <p:txBody>
          <a:bodyPr/>
          <a:lstStyle>
            <a:lvl1pPr marL="0" indent="0">
              <a:buNone/>
              <a:defRPr sz="3199"/>
            </a:lvl1pPr>
            <a:lvl2pPr marL="457063" indent="0">
              <a:buNone/>
              <a:defRPr sz="2799"/>
            </a:lvl2pPr>
            <a:lvl3pPr marL="914126" indent="0">
              <a:buNone/>
              <a:defRPr sz="2399"/>
            </a:lvl3pPr>
            <a:lvl4pPr marL="1371189" indent="0">
              <a:buNone/>
              <a:defRPr sz="1999"/>
            </a:lvl4pPr>
            <a:lvl5pPr marL="1828251" indent="0">
              <a:buNone/>
              <a:defRPr sz="1999"/>
            </a:lvl5pPr>
            <a:lvl6pPr marL="2285314" indent="0">
              <a:buNone/>
              <a:defRPr sz="1999"/>
            </a:lvl6pPr>
            <a:lvl7pPr marL="2742377" indent="0">
              <a:buNone/>
              <a:defRPr sz="1999"/>
            </a:lvl7pPr>
            <a:lvl8pPr marL="3199440" indent="0">
              <a:buNone/>
              <a:defRPr sz="1999"/>
            </a:lvl8pPr>
            <a:lvl9pPr marL="3656503" indent="0">
              <a:buNone/>
              <a:defRPr sz="1999"/>
            </a:lvl9pPr>
          </a:lstStyle>
          <a:p>
            <a:endParaRPr lang="en-US"/>
          </a:p>
        </p:txBody>
      </p:sp>
      <p:sp>
        <p:nvSpPr>
          <p:cNvPr id="4" name="Text Placeholder 3">
            <a:extLst>
              <a:ext uri="{FF2B5EF4-FFF2-40B4-BE49-F238E27FC236}">
                <a16:creationId xmlns:a16="http://schemas.microsoft.com/office/drawing/2014/main" id="{CB86E3A7-80EE-4CCF-B286-A5B55953029D}"/>
              </a:ext>
            </a:extLst>
          </p:cNvPr>
          <p:cNvSpPr>
            <a:spLocks noGrp="1"/>
          </p:cNvSpPr>
          <p:nvPr>
            <p:ph type="body" sz="half" idx="2"/>
          </p:nvPr>
        </p:nvSpPr>
        <p:spPr>
          <a:xfrm>
            <a:off x="839570" y="2057400"/>
            <a:ext cx="3931213" cy="3811588"/>
          </a:xfrm>
        </p:spPr>
        <p:txBody>
          <a:bodyPr/>
          <a:lstStyle>
            <a:lvl1pPr marL="0" indent="0">
              <a:buNone/>
              <a:defRPr sz="1600"/>
            </a:lvl1pPr>
            <a:lvl2pPr marL="457063" indent="0">
              <a:buNone/>
              <a:defRPr sz="1400"/>
            </a:lvl2pPr>
            <a:lvl3pPr marL="914126" indent="0">
              <a:buNone/>
              <a:defRPr sz="1200"/>
            </a:lvl3pPr>
            <a:lvl4pPr marL="1371189" indent="0">
              <a:buNone/>
              <a:defRPr sz="1000"/>
            </a:lvl4pPr>
            <a:lvl5pPr marL="1828251" indent="0">
              <a:buNone/>
              <a:defRPr sz="1000"/>
            </a:lvl5pPr>
            <a:lvl6pPr marL="2285314" indent="0">
              <a:buNone/>
              <a:defRPr sz="1000"/>
            </a:lvl6pPr>
            <a:lvl7pPr marL="2742377" indent="0">
              <a:buNone/>
              <a:defRPr sz="1000"/>
            </a:lvl7pPr>
            <a:lvl8pPr marL="3199440" indent="0">
              <a:buNone/>
              <a:defRPr sz="1000"/>
            </a:lvl8pPr>
            <a:lvl9pPr marL="3656503" indent="0">
              <a:buNone/>
              <a:defRPr sz="1000"/>
            </a:lvl9pPr>
          </a:lstStyle>
          <a:p>
            <a:pPr lvl="0"/>
            <a:r>
              <a:rPr lang="en-US"/>
              <a:t>Edit Master text styles</a:t>
            </a:r>
          </a:p>
        </p:txBody>
      </p:sp>
      <p:sp>
        <p:nvSpPr>
          <p:cNvPr id="5" name="Date Placeholder 4">
            <a:extLst>
              <a:ext uri="{FF2B5EF4-FFF2-40B4-BE49-F238E27FC236}">
                <a16:creationId xmlns:a16="http://schemas.microsoft.com/office/drawing/2014/main" id="{AF3497D8-AEFD-404F-BB6E-95DA70712380}"/>
              </a:ext>
            </a:extLst>
          </p:cNvPr>
          <p:cNvSpPr>
            <a:spLocks noGrp="1"/>
          </p:cNvSpPr>
          <p:nvPr>
            <p:ph type="dt" sz="half" idx="10"/>
          </p:nvPr>
        </p:nvSpPr>
        <p:spPr/>
        <p:txBody>
          <a:bodyPr/>
          <a:lstStyle/>
          <a:p>
            <a:fld id="{A9862C82-5DA9-4AC6-819B-343C0193086B}" type="datetime1">
              <a:rPr lang="en-US" smtClean="0"/>
              <a:t>5/7/2025</a:t>
            </a:fld>
            <a:endParaRPr lang="en-US" dirty="0"/>
          </a:p>
        </p:txBody>
      </p:sp>
      <p:sp>
        <p:nvSpPr>
          <p:cNvPr id="6" name="Footer Placeholder 5">
            <a:extLst>
              <a:ext uri="{FF2B5EF4-FFF2-40B4-BE49-F238E27FC236}">
                <a16:creationId xmlns:a16="http://schemas.microsoft.com/office/drawing/2014/main" id="{E165F218-3A86-4EB6-A87A-404590E57071}"/>
              </a:ext>
            </a:extLst>
          </p:cNvPr>
          <p:cNvSpPr>
            <a:spLocks noGrp="1"/>
          </p:cNvSpPr>
          <p:nvPr>
            <p:ph type="ftr" sz="quarter" idx="11"/>
          </p:nvPr>
        </p:nvSpPr>
        <p:spPr/>
        <p:txBody>
          <a:bodyPr/>
          <a:lstStyle/>
          <a:p>
            <a:endParaRPr lang="en-US" dirty="0"/>
          </a:p>
        </p:txBody>
      </p:sp>
      <p:sp>
        <p:nvSpPr>
          <p:cNvPr id="7" name="Slide Number Placeholder 6">
            <a:extLst>
              <a:ext uri="{FF2B5EF4-FFF2-40B4-BE49-F238E27FC236}">
                <a16:creationId xmlns:a16="http://schemas.microsoft.com/office/drawing/2014/main" id="{3E60020B-1C87-4914-939F-1D96B58889D0}"/>
              </a:ext>
            </a:extLst>
          </p:cNvPr>
          <p:cNvSpPr>
            <a:spLocks noGrp="1"/>
          </p:cNvSpPr>
          <p:nvPr>
            <p:ph type="sldNum" sz="quarter" idx="12"/>
          </p:nvPr>
        </p:nvSpPr>
        <p:spPr/>
        <p:txBody>
          <a:bodyPr/>
          <a:lstStyle/>
          <a:p>
            <a:fld id="{C014DD1E-5D91-48A3-AD6D-45FBA980D106}" type="slidenum">
              <a:rPr lang="en-US" smtClean="0"/>
              <a:pPr/>
              <a:t>‹#›</a:t>
            </a:fld>
            <a:endParaRPr lang="en-US" dirty="0"/>
          </a:p>
        </p:txBody>
      </p:sp>
      <p:pic>
        <p:nvPicPr>
          <p:cNvPr id="8" name="Google Shape;20;p3">
            <a:extLst>
              <a:ext uri="{FF2B5EF4-FFF2-40B4-BE49-F238E27FC236}">
                <a16:creationId xmlns:a16="http://schemas.microsoft.com/office/drawing/2014/main" id="{5CCB50DF-1E31-45C1-863F-41173CE92EE7}"/>
              </a:ext>
            </a:extLst>
          </p:cNvPr>
          <p:cNvPicPr preferRelativeResize="0"/>
          <p:nvPr userDrawn="1"/>
        </p:nvPicPr>
        <p:blipFill rotWithShape="1">
          <a:blip r:embed="rId2">
            <a:alphaModFix/>
          </a:blip>
          <a:srcRect/>
          <a:stretch/>
        </p:blipFill>
        <p:spPr>
          <a:xfrm>
            <a:off x="10876779" y="6450791"/>
            <a:ext cx="1118300" cy="254729"/>
          </a:xfrm>
          <a:prstGeom prst="rect">
            <a:avLst/>
          </a:prstGeom>
          <a:noFill/>
          <a:ln>
            <a:noFill/>
          </a:ln>
        </p:spPr>
      </p:pic>
      <p:cxnSp>
        <p:nvCxnSpPr>
          <p:cNvPr id="9" name="Google Shape;21;p3">
            <a:extLst>
              <a:ext uri="{FF2B5EF4-FFF2-40B4-BE49-F238E27FC236}">
                <a16:creationId xmlns:a16="http://schemas.microsoft.com/office/drawing/2014/main" id="{475D8F0E-8FEC-4314-AB51-85A1279DD503}"/>
              </a:ext>
            </a:extLst>
          </p:cNvPr>
          <p:cNvCxnSpPr/>
          <p:nvPr userDrawn="1"/>
        </p:nvCxnSpPr>
        <p:spPr>
          <a:xfrm>
            <a:off x="1" y="6845643"/>
            <a:ext cx="12192000" cy="0"/>
          </a:xfrm>
          <a:prstGeom prst="straightConnector1">
            <a:avLst/>
          </a:prstGeom>
          <a:noFill/>
          <a:ln w="66675" cap="flat" cmpd="sng">
            <a:solidFill>
              <a:srgbClr val="EC1F27"/>
            </a:solidFill>
            <a:prstDash val="solid"/>
            <a:miter lim="800000"/>
            <a:headEnd type="none" w="sm" len="sm"/>
            <a:tailEnd type="none" w="sm" len="sm"/>
          </a:ln>
        </p:spPr>
      </p:cxnSp>
    </p:spTree>
    <p:extLst>
      <p:ext uri="{BB962C8B-B14F-4D97-AF65-F5344CB8AC3E}">
        <p14:creationId xmlns:p14="http://schemas.microsoft.com/office/powerpoint/2010/main" val="1768422972"/>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ACF60C1-F2FA-4983-BB29-A7B066ADA96B}"/>
              </a:ext>
            </a:extLst>
          </p:cNvPr>
          <p:cNvSpPr>
            <a:spLocks noGrp="1"/>
          </p:cNvSpPr>
          <p:nvPr>
            <p:ph type="title"/>
          </p:nvPr>
        </p:nvSpPr>
        <p:spPr/>
        <p:txBody>
          <a:bodyPr/>
          <a:lstStyle/>
          <a:p>
            <a:r>
              <a:rPr lang="en-US"/>
              <a:t>Click to edit Master title style</a:t>
            </a:r>
          </a:p>
        </p:txBody>
      </p:sp>
      <p:sp>
        <p:nvSpPr>
          <p:cNvPr id="3" name="Vertical Text Placeholder 2">
            <a:extLst>
              <a:ext uri="{FF2B5EF4-FFF2-40B4-BE49-F238E27FC236}">
                <a16:creationId xmlns:a16="http://schemas.microsoft.com/office/drawing/2014/main" id="{723203CD-73C9-4C19-8F58-E42597EEA46A}"/>
              </a:ext>
            </a:extLst>
          </p:cNvPr>
          <p:cNvSpPr>
            <a:spLocks noGrp="1"/>
          </p:cNvSpPr>
          <p:nvPr>
            <p:ph type="body" orient="vert" idx="1"/>
          </p:nvPr>
        </p:nvSpPr>
        <p:spPr/>
        <p:txBody>
          <a:bodyPr vert="eaVert"/>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9E41F273-75CE-4C3A-AE25-000921E21E09}"/>
              </a:ext>
            </a:extLst>
          </p:cNvPr>
          <p:cNvSpPr>
            <a:spLocks noGrp="1"/>
          </p:cNvSpPr>
          <p:nvPr>
            <p:ph type="dt" sz="half" idx="10"/>
          </p:nvPr>
        </p:nvSpPr>
        <p:spPr/>
        <p:txBody>
          <a:bodyPr/>
          <a:lstStyle/>
          <a:p>
            <a:fld id="{214CE8C4-4086-40DD-A22F-4D6FD9B41C28}" type="datetime1">
              <a:rPr lang="en-US" smtClean="0"/>
              <a:t>5/7/2025</a:t>
            </a:fld>
            <a:endParaRPr lang="en-US" dirty="0"/>
          </a:p>
        </p:txBody>
      </p:sp>
      <p:sp>
        <p:nvSpPr>
          <p:cNvPr id="5" name="Footer Placeholder 4">
            <a:extLst>
              <a:ext uri="{FF2B5EF4-FFF2-40B4-BE49-F238E27FC236}">
                <a16:creationId xmlns:a16="http://schemas.microsoft.com/office/drawing/2014/main" id="{47B832BB-715E-4F86-B665-3A7217DAC426}"/>
              </a:ext>
            </a:extLst>
          </p:cNvPr>
          <p:cNvSpPr>
            <a:spLocks noGrp="1"/>
          </p:cNvSpPr>
          <p:nvPr>
            <p:ph type="ftr" sz="quarter" idx="11"/>
          </p:nvPr>
        </p:nvSpPr>
        <p:spPr/>
        <p:txBody>
          <a:bodyPr/>
          <a:lstStyle/>
          <a:p>
            <a:endParaRPr lang="en-US" dirty="0"/>
          </a:p>
        </p:txBody>
      </p:sp>
      <p:sp>
        <p:nvSpPr>
          <p:cNvPr id="6" name="Slide Number Placeholder 5">
            <a:extLst>
              <a:ext uri="{FF2B5EF4-FFF2-40B4-BE49-F238E27FC236}">
                <a16:creationId xmlns:a16="http://schemas.microsoft.com/office/drawing/2014/main" id="{56360349-4BC9-4274-94AC-26134C1C6243}"/>
              </a:ext>
            </a:extLst>
          </p:cNvPr>
          <p:cNvSpPr>
            <a:spLocks noGrp="1"/>
          </p:cNvSpPr>
          <p:nvPr>
            <p:ph type="sldNum" sz="quarter" idx="12"/>
          </p:nvPr>
        </p:nvSpPr>
        <p:spPr/>
        <p:txBody>
          <a:bodyPr/>
          <a:lstStyle/>
          <a:p>
            <a:fld id="{C014DD1E-5D91-48A3-AD6D-45FBA980D106}" type="slidenum">
              <a:rPr lang="en-US" smtClean="0"/>
              <a:pPr/>
              <a:t>‹#›</a:t>
            </a:fld>
            <a:endParaRPr lang="en-US" dirty="0"/>
          </a:p>
        </p:txBody>
      </p:sp>
      <p:pic>
        <p:nvPicPr>
          <p:cNvPr id="7" name="Google Shape;20;p3">
            <a:extLst>
              <a:ext uri="{FF2B5EF4-FFF2-40B4-BE49-F238E27FC236}">
                <a16:creationId xmlns:a16="http://schemas.microsoft.com/office/drawing/2014/main" id="{0781AD63-5296-41FC-9F36-467E764AC16E}"/>
              </a:ext>
            </a:extLst>
          </p:cNvPr>
          <p:cNvPicPr preferRelativeResize="0"/>
          <p:nvPr userDrawn="1"/>
        </p:nvPicPr>
        <p:blipFill rotWithShape="1">
          <a:blip r:embed="rId2">
            <a:alphaModFix/>
          </a:blip>
          <a:srcRect/>
          <a:stretch/>
        </p:blipFill>
        <p:spPr>
          <a:xfrm>
            <a:off x="10876779" y="6450791"/>
            <a:ext cx="1118300" cy="254729"/>
          </a:xfrm>
          <a:prstGeom prst="rect">
            <a:avLst/>
          </a:prstGeom>
          <a:noFill/>
          <a:ln>
            <a:noFill/>
          </a:ln>
        </p:spPr>
      </p:pic>
      <p:cxnSp>
        <p:nvCxnSpPr>
          <p:cNvPr id="8" name="Google Shape;21;p3">
            <a:extLst>
              <a:ext uri="{FF2B5EF4-FFF2-40B4-BE49-F238E27FC236}">
                <a16:creationId xmlns:a16="http://schemas.microsoft.com/office/drawing/2014/main" id="{7544D747-CDEF-420F-A91B-DDB7A47CDBB0}"/>
              </a:ext>
            </a:extLst>
          </p:cNvPr>
          <p:cNvCxnSpPr/>
          <p:nvPr userDrawn="1"/>
        </p:nvCxnSpPr>
        <p:spPr>
          <a:xfrm>
            <a:off x="1" y="6845643"/>
            <a:ext cx="12192000" cy="0"/>
          </a:xfrm>
          <a:prstGeom prst="straightConnector1">
            <a:avLst/>
          </a:prstGeom>
          <a:noFill/>
          <a:ln w="66675" cap="flat" cmpd="sng">
            <a:solidFill>
              <a:srgbClr val="EC1F27"/>
            </a:solidFill>
            <a:prstDash val="solid"/>
            <a:miter lim="800000"/>
            <a:headEnd type="none" w="sm" len="sm"/>
            <a:tailEnd type="none" w="sm" len="sm"/>
          </a:ln>
        </p:spPr>
      </p:cxnSp>
    </p:spTree>
    <p:extLst>
      <p:ext uri="{BB962C8B-B14F-4D97-AF65-F5344CB8AC3E}">
        <p14:creationId xmlns:p14="http://schemas.microsoft.com/office/powerpoint/2010/main" val="1682635590"/>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E8913944-388F-4795-93CD-2F93BE48B22A}"/>
              </a:ext>
            </a:extLst>
          </p:cNvPr>
          <p:cNvSpPr>
            <a:spLocks noGrp="1"/>
          </p:cNvSpPr>
          <p:nvPr>
            <p:ph type="title" orient="vert"/>
          </p:nvPr>
        </p:nvSpPr>
        <p:spPr>
          <a:xfrm>
            <a:off x="8722628" y="365125"/>
            <a:ext cx="2628215" cy="5811838"/>
          </a:xfrm>
        </p:spPr>
        <p:txBody>
          <a:bodyPr vert="eaVert"/>
          <a:lstStyle/>
          <a:p>
            <a:r>
              <a:rPr lang="en-US"/>
              <a:t>Click to edit Master title style</a:t>
            </a:r>
          </a:p>
        </p:txBody>
      </p:sp>
      <p:sp>
        <p:nvSpPr>
          <p:cNvPr id="3" name="Vertical Text Placeholder 2">
            <a:extLst>
              <a:ext uri="{FF2B5EF4-FFF2-40B4-BE49-F238E27FC236}">
                <a16:creationId xmlns:a16="http://schemas.microsoft.com/office/drawing/2014/main" id="{00F4D51B-ED9F-46BA-85B7-CF40FC9F85F2}"/>
              </a:ext>
            </a:extLst>
          </p:cNvPr>
          <p:cNvSpPr>
            <a:spLocks noGrp="1"/>
          </p:cNvSpPr>
          <p:nvPr>
            <p:ph type="body" orient="vert" idx="1"/>
          </p:nvPr>
        </p:nvSpPr>
        <p:spPr>
          <a:xfrm>
            <a:off x="837982" y="365125"/>
            <a:ext cx="7732286" cy="5811838"/>
          </a:xfrm>
        </p:spPr>
        <p:txBody>
          <a:bodyPr vert="eaVert"/>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FEC38ABD-E01A-4402-ACE9-9201641149C5}"/>
              </a:ext>
            </a:extLst>
          </p:cNvPr>
          <p:cNvSpPr>
            <a:spLocks noGrp="1"/>
          </p:cNvSpPr>
          <p:nvPr>
            <p:ph type="dt" sz="half" idx="10"/>
          </p:nvPr>
        </p:nvSpPr>
        <p:spPr/>
        <p:txBody>
          <a:bodyPr/>
          <a:lstStyle/>
          <a:p>
            <a:fld id="{986BB002-BC75-493B-B45A-5BB3A8DC3C2F}" type="datetime1">
              <a:rPr lang="en-US" smtClean="0"/>
              <a:t>5/7/2025</a:t>
            </a:fld>
            <a:endParaRPr lang="en-US" dirty="0"/>
          </a:p>
        </p:txBody>
      </p:sp>
      <p:sp>
        <p:nvSpPr>
          <p:cNvPr id="5" name="Footer Placeholder 4">
            <a:extLst>
              <a:ext uri="{FF2B5EF4-FFF2-40B4-BE49-F238E27FC236}">
                <a16:creationId xmlns:a16="http://schemas.microsoft.com/office/drawing/2014/main" id="{6E923683-ABFF-4654-BC9F-8604C6E84B18}"/>
              </a:ext>
            </a:extLst>
          </p:cNvPr>
          <p:cNvSpPr>
            <a:spLocks noGrp="1"/>
          </p:cNvSpPr>
          <p:nvPr>
            <p:ph type="ftr" sz="quarter" idx="11"/>
          </p:nvPr>
        </p:nvSpPr>
        <p:spPr/>
        <p:txBody>
          <a:bodyPr/>
          <a:lstStyle/>
          <a:p>
            <a:endParaRPr lang="en-US" dirty="0"/>
          </a:p>
        </p:txBody>
      </p:sp>
      <p:sp>
        <p:nvSpPr>
          <p:cNvPr id="6" name="Slide Number Placeholder 5">
            <a:extLst>
              <a:ext uri="{FF2B5EF4-FFF2-40B4-BE49-F238E27FC236}">
                <a16:creationId xmlns:a16="http://schemas.microsoft.com/office/drawing/2014/main" id="{EB9EFC15-5760-4515-BD3D-3A7A1F958702}"/>
              </a:ext>
            </a:extLst>
          </p:cNvPr>
          <p:cNvSpPr>
            <a:spLocks noGrp="1"/>
          </p:cNvSpPr>
          <p:nvPr>
            <p:ph type="sldNum" sz="quarter" idx="12"/>
          </p:nvPr>
        </p:nvSpPr>
        <p:spPr/>
        <p:txBody>
          <a:bodyPr/>
          <a:lstStyle/>
          <a:p>
            <a:fld id="{C014DD1E-5D91-48A3-AD6D-45FBA980D106}" type="slidenum">
              <a:rPr lang="en-US" smtClean="0"/>
              <a:pPr/>
              <a:t>‹#›</a:t>
            </a:fld>
            <a:endParaRPr lang="en-US" dirty="0"/>
          </a:p>
        </p:txBody>
      </p:sp>
      <p:pic>
        <p:nvPicPr>
          <p:cNvPr id="7" name="Google Shape;20;p3">
            <a:extLst>
              <a:ext uri="{FF2B5EF4-FFF2-40B4-BE49-F238E27FC236}">
                <a16:creationId xmlns:a16="http://schemas.microsoft.com/office/drawing/2014/main" id="{022E46D5-B7F2-4AF5-BEFA-F88A2D0B0941}"/>
              </a:ext>
            </a:extLst>
          </p:cNvPr>
          <p:cNvPicPr preferRelativeResize="0"/>
          <p:nvPr userDrawn="1"/>
        </p:nvPicPr>
        <p:blipFill rotWithShape="1">
          <a:blip r:embed="rId2">
            <a:alphaModFix/>
          </a:blip>
          <a:srcRect/>
          <a:stretch/>
        </p:blipFill>
        <p:spPr>
          <a:xfrm>
            <a:off x="10876779" y="6450791"/>
            <a:ext cx="1118300" cy="254729"/>
          </a:xfrm>
          <a:prstGeom prst="rect">
            <a:avLst/>
          </a:prstGeom>
          <a:noFill/>
          <a:ln>
            <a:noFill/>
          </a:ln>
        </p:spPr>
      </p:pic>
      <p:cxnSp>
        <p:nvCxnSpPr>
          <p:cNvPr id="8" name="Google Shape;21;p3">
            <a:extLst>
              <a:ext uri="{FF2B5EF4-FFF2-40B4-BE49-F238E27FC236}">
                <a16:creationId xmlns:a16="http://schemas.microsoft.com/office/drawing/2014/main" id="{1894ABCB-920A-4937-9C24-CD083B58FCB0}"/>
              </a:ext>
            </a:extLst>
          </p:cNvPr>
          <p:cNvCxnSpPr/>
          <p:nvPr userDrawn="1"/>
        </p:nvCxnSpPr>
        <p:spPr>
          <a:xfrm>
            <a:off x="1" y="6845643"/>
            <a:ext cx="12192000" cy="0"/>
          </a:xfrm>
          <a:prstGeom prst="straightConnector1">
            <a:avLst/>
          </a:prstGeom>
          <a:noFill/>
          <a:ln w="66675" cap="flat" cmpd="sng">
            <a:solidFill>
              <a:srgbClr val="EC1F27"/>
            </a:solidFill>
            <a:prstDash val="solid"/>
            <a:miter lim="800000"/>
            <a:headEnd type="none" w="sm" len="sm"/>
            <a:tailEnd type="none" w="sm" len="sm"/>
          </a:ln>
        </p:spPr>
      </p:cxnSp>
    </p:spTree>
    <p:extLst>
      <p:ext uri="{BB962C8B-B14F-4D97-AF65-F5344CB8AC3E}">
        <p14:creationId xmlns:p14="http://schemas.microsoft.com/office/powerpoint/2010/main" val="1488774279"/>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userDrawn="1">
  <p:cSld name="Presentation Title Slide">
    <p:spTree>
      <p:nvGrpSpPr>
        <p:cNvPr id="1" name=""/>
        <p:cNvGrpSpPr/>
        <p:nvPr/>
      </p:nvGrpSpPr>
      <p:grpSpPr>
        <a:xfrm>
          <a:off x="0" y="0"/>
          <a:ext cx="0" cy="0"/>
          <a:chOff x="0" y="0"/>
          <a:chExt cx="0" cy="0"/>
        </a:xfrm>
      </p:grpSpPr>
      <p:pic>
        <p:nvPicPr>
          <p:cNvPr id="10" name="Google Shape;20;p3">
            <a:extLst>
              <a:ext uri="{FF2B5EF4-FFF2-40B4-BE49-F238E27FC236}">
                <a16:creationId xmlns:a16="http://schemas.microsoft.com/office/drawing/2014/main" id="{BD08CA0F-F5B8-425B-8D25-99125778157D}"/>
              </a:ext>
            </a:extLst>
          </p:cNvPr>
          <p:cNvPicPr preferRelativeResize="0"/>
          <p:nvPr userDrawn="1"/>
        </p:nvPicPr>
        <p:blipFill rotWithShape="1">
          <a:blip r:embed="rId2">
            <a:alphaModFix/>
          </a:blip>
          <a:srcRect/>
          <a:stretch/>
        </p:blipFill>
        <p:spPr>
          <a:xfrm>
            <a:off x="10876779" y="6450791"/>
            <a:ext cx="1118300" cy="254729"/>
          </a:xfrm>
          <a:prstGeom prst="rect">
            <a:avLst/>
          </a:prstGeom>
          <a:noFill/>
          <a:ln>
            <a:noFill/>
          </a:ln>
        </p:spPr>
      </p:pic>
      <p:cxnSp>
        <p:nvCxnSpPr>
          <p:cNvPr id="11" name="Google Shape;21;p3">
            <a:extLst>
              <a:ext uri="{FF2B5EF4-FFF2-40B4-BE49-F238E27FC236}">
                <a16:creationId xmlns:a16="http://schemas.microsoft.com/office/drawing/2014/main" id="{186B72F4-206C-4366-8E34-88B370A2C105}"/>
              </a:ext>
            </a:extLst>
          </p:cNvPr>
          <p:cNvCxnSpPr/>
          <p:nvPr userDrawn="1"/>
        </p:nvCxnSpPr>
        <p:spPr>
          <a:xfrm>
            <a:off x="1" y="6845643"/>
            <a:ext cx="12192000" cy="0"/>
          </a:xfrm>
          <a:prstGeom prst="straightConnector1">
            <a:avLst/>
          </a:prstGeom>
          <a:noFill/>
          <a:ln w="66675" cap="flat" cmpd="sng">
            <a:solidFill>
              <a:srgbClr val="EC1F27"/>
            </a:solidFill>
            <a:prstDash val="solid"/>
            <a:miter lim="800000"/>
            <a:headEnd type="none" w="sm" len="sm"/>
            <a:tailEnd type="none" w="sm" len="sm"/>
          </a:ln>
        </p:spPr>
      </p:cxnSp>
    </p:spTree>
    <p:extLst>
      <p:ext uri="{BB962C8B-B14F-4D97-AF65-F5344CB8AC3E}">
        <p14:creationId xmlns:p14="http://schemas.microsoft.com/office/powerpoint/2010/main" val="764334109"/>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userDrawn="1">
  <p:cSld name="1_Title and Content">
    <p:spTree>
      <p:nvGrpSpPr>
        <p:cNvPr id="1" name=""/>
        <p:cNvGrpSpPr/>
        <p:nvPr/>
      </p:nvGrpSpPr>
      <p:grpSpPr>
        <a:xfrm>
          <a:off x="0" y="0"/>
          <a:ext cx="0" cy="0"/>
          <a:chOff x="0" y="0"/>
          <a:chExt cx="0" cy="0"/>
        </a:xfrm>
      </p:grpSpPr>
      <p:pic>
        <p:nvPicPr>
          <p:cNvPr id="8" name="Google Shape;20;p3">
            <a:extLst>
              <a:ext uri="{FF2B5EF4-FFF2-40B4-BE49-F238E27FC236}">
                <a16:creationId xmlns:a16="http://schemas.microsoft.com/office/drawing/2014/main" id="{0148F543-6B5A-4ABF-B309-2BA82FFF72D6}"/>
              </a:ext>
            </a:extLst>
          </p:cNvPr>
          <p:cNvPicPr preferRelativeResize="0"/>
          <p:nvPr userDrawn="1"/>
        </p:nvPicPr>
        <p:blipFill rotWithShape="1">
          <a:blip r:embed="rId2">
            <a:alphaModFix/>
          </a:blip>
          <a:srcRect/>
          <a:stretch/>
        </p:blipFill>
        <p:spPr>
          <a:xfrm>
            <a:off x="10876779" y="6450791"/>
            <a:ext cx="1118300" cy="254729"/>
          </a:xfrm>
          <a:prstGeom prst="rect">
            <a:avLst/>
          </a:prstGeom>
          <a:noFill/>
          <a:ln>
            <a:noFill/>
          </a:ln>
        </p:spPr>
      </p:pic>
      <p:cxnSp>
        <p:nvCxnSpPr>
          <p:cNvPr id="9" name="Google Shape;21;p3">
            <a:extLst>
              <a:ext uri="{FF2B5EF4-FFF2-40B4-BE49-F238E27FC236}">
                <a16:creationId xmlns:a16="http://schemas.microsoft.com/office/drawing/2014/main" id="{E511ABAB-2D79-4954-A1EA-1A53D4A1176C}"/>
              </a:ext>
            </a:extLst>
          </p:cNvPr>
          <p:cNvCxnSpPr/>
          <p:nvPr userDrawn="1"/>
        </p:nvCxnSpPr>
        <p:spPr>
          <a:xfrm>
            <a:off x="1" y="6845643"/>
            <a:ext cx="12192000" cy="0"/>
          </a:xfrm>
          <a:prstGeom prst="straightConnector1">
            <a:avLst/>
          </a:prstGeom>
          <a:noFill/>
          <a:ln w="66675" cap="flat" cmpd="sng">
            <a:solidFill>
              <a:srgbClr val="EC1F27"/>
            </a:solidFill>
            <a:prstDash val="solid"/>
            <a:miter lim="800000"/>
            <a:headEnd type="none" w="sm" len="sm"/>
            <a:tailEnd type="none" w="sm" len="sm"/>
          </a:ln>
        </p:spPr>
      </p:cxnSp>
    </p:spTree>
    <p:extLst>
      <p:ext uri="{BB962C8B-B14F-4D97-AF65-F5344CB8AC3E}">
        <p14:creationId xmlns:p14="http://schemas.microsoft.com/office/powerpoint/2010/main" val="1406769010"/>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image" Target="../media/image1.png"/><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67DF30CC-DA73-44F3-A5F1-9ED7A75EB77F}"/>
              </a:ext>
            </a:extLst>
          </p:cNvPr>
          <p:cNvSpPr>
            <a:spLocks noGrp="1"/>
          </p:cNvSpPr>
          <p:nvPr>
            <p:ph type="title"/>
          </p:nvPr>
        </p:nvSpPr>
        <p:spPr>
          <a:xfrm>
            <a:off x="837982" y="365126"/>
            <a:ext cx="10512862" cy="1325563"/>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a:extLst>
              <a:ext uri="{FF2B5EF4-FFF2-40B4-BE49-F238E27FC236}">
                <a16:creationId xmlns:a16="http://schemas.microsoft.com/office/drawing/2014/main" id="{34C5006D-D419-4198-85C2-6B9DA0B7A7B6}"/>
              </a:ext>
            </a:extLst>
          </p:cNvPr>
          <p:cNvSpPr>
            <a:spLocks noGrp="1"/>
          </p:cNvSpPr>
          <p:nvPr>
            <p:ph type="body" idx="1"/>
          </p:nvPr>
        </p:nvSpPr>
        <p:spPr>
          <a:xfrm>
            <a:off x="837982" y="1825625"/>
            <a:ext cx="10512862" cy="4351338"/>
          </a:xfrm>
          <a:prstGeom prst="rect">
            <a:avLst/>
          </a:prstGeom>
        </p:spPr>
        <p:txBody>
          <a:bodyPr vert="horz" lIns="91440" tIns="45720" rIns="91440" bIns="45720" rtlCol="0">
            <a:normAutofit/>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D5A40D99-9CFA-4169-AB79-221D30D74443}"/>
              </a:ext>
            </a:extLst>
          </p:cNvPr>
          <p:cNvSpPr>
            <a:spLocks noGrp="1"/>
          </p:cNvSpPr>
          <p:nvPr>
            <p:ph type="dt" sz="half" idx="2"/>
          </p:nvPr>
        </p:nvSpPr>
        <p:spPr>
          <a:xfrm>
            <a:off x="837982" y="6356351"/>
            <a:ext cx="2742486"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CACA3277-BF6E-4D73-9A0C-FA04EBDD387A}" type="datetime1">
              <a:rPr lang="en-US" smtClean="0"/>
              <a:t>5/7/2025</a:t>
            </a:fld>
            <a:endParaRPr lang="en-US" dirty="0"/>
          </a:p>
        </p:txBody>
      </p:sp>
      <p:sp>
        <p:nvSpPr>
          <p:cNvPr id="5" name="Footer Placeholder 4">
            <a:extLst>
              <a:ext uri="{FF2B5EF4-FFF2-40B4-BE49-F238E27FC236}">
                <a16:creationId xmlns:a16="http://schemas.microsoft.com/office/drawing/2014/main" id="{8BF246F1-4BFC-4BC4-863E-34BFDD0D9B46}"/>
              </a:ext>
            </a:extLst>
          </p:cNvPr>
          <p:cNvSpPr>
            <a:spLocks noGrp="1"/>
          </p:cNvSpPr>
          <p:nvPr>
            <p:ph type="ftr" sz="quarter" idx="3"/>
          </p:nvPr>
        </p:nvSpPr>
        <p:spPr>
          <a:xfrm>
            <a:off x="4037549" y="6356351"/>
            <a:ext cx="4113728"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dirty="0"/>
          </a:p>
        </p:txBody>
      </p:sp>
      <p:sp>
        <p:nvSpPr>
          <p:cNvPr id="6" name="Slide Number Placeholder 5">
            <a:extLst>
              <a:ext uri="{FF2B5EF4-FFF2-40B4-BE49-F238E27FC236}">
                <a16:creationId xmlns:a16="http://schemas.microsoft.com/office/drawing/2014/main" id="{A9DC00A8-F097-4DB1-ACFF-613AF96DB727}"/>
              </a:ext>
            </a:extLst>
          </p:cNvPr>
          <p:cNvSpPr>
            <a:spLocks noGrp="1"/>
          </p:cNvSpPr>
          <p:nvPr>
            <p:ph type="sldNum" sz="quarter" idx="4"/>
          </p:nvPr>
        </p:nvSpPr>
        <p:spPr>
          <a:xfrm>
            <a:off x="8608357" y="6356351"/>
            <a:ext cx="2742486"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014DD1E-5D91-48A3-AD6D-45FBA980D106}" type="slidenum">
              <a:rPr lang="en-US" smtClean="0"/>
              <a:pPr/>
              <a:t>‹#›</a:t>
            </a:fld>
            <a:endParaRPr lang="en-US" dirty="0"/>
          </a:p>
        </p:txBody>
      </p:sp>
      <p:pic>
        <p:nvPicPr>
          <p:cNvPr id="7" name="Google Shape;20;p3">
            <a:extLst>
              <a:ext uri="{FF2B5EF4-FFF2-40B4-BE49-F238E27FC236}">
                <a16:creationId xmlns:a16="http://schemas.microsoft.com/office/drawing/2014/main" id="{2300C2B7-9B4C-4B87-8BC8-B8A9D2EA05F9}"/>
              </a:ext>
            </a:extLst>
          </p:cNvPr>
          <p:cNvPicPr preferRelativeResize="0"/>
          <p:nvPr userDrawn="1"/>
        </p:nvPicPr>
        <p:blipFill rotWithShape="1">
          <a:blip r:embed="rId15">
            <a:alphaModFix/>
          </a:blip>
          <a:srcRect/>
          <a:stretch/>
        </p:blipFill>
        <p:spPr>
          <a:xfrm>
            <a:off x="10876779" y="6450791"/>
            <a:ext cx="1118300" cy="254729"/>
          </a:xfrm>
          <a:prstGeom prst="rect">
            <a:avLst/>
          </a:prstGeom>
          <a:noFill/>
          <a:ln>
            <a:noFill/>
          </a:ln>
        </p:spPr>
      </p:pic>
      <p:cxnSp>
        <p:nvCxnSpPr>
          <p:cNvPr id="8" name="Google Shape;21;p3">
            <a:extLst>
              <a:ext uri="{FF2B5EF4-FFF2-40B4-BE49-F238E27FC236}">
                <a16:creationId xmlns:a16="http://schemas.microsoft.com/office/drawing/2014/main" id="{A7500918-7080-434F-B871-DA9C0948FAD5}"/>
              </a:ext>
            </a:extLst>
          </p:cNvPr>
          <p:cNvCxnSpPr/>
          <p:nvPr userDrawn="1"/>
        </p:nvCxnSpPr>
        <p:spPr>
          <a:xfrm>
            <a:off x="1" y="6845643"/>
            <a:ext cx="12192000" cy="0"/>
          </a:xfrm>
          <a:prstGeom prst="straightConnector1">
            <a:avLst/>
          </a:prstGeom>
          <a:noFill/>
          <a:ln w="66675" cap="flat" cmpd="sng">
            <a:solidFill>
              <a:srgbClr val="EC1F27"/>
            </a:solidFill>
            <a:prstDash val="solid"/>
            <a:miter lim="800000"/>
            <a:headEnd type="none" w="sm" len="sm"/>
            <a:tailEnd type="none" w="sm" len="sm"/>
          </a:ln>
        </p:spPr>
      </p:cxnSp>
    </p:spTree>
    <p:extLst>
      <p:ext uri="{BB962C8B-B14F-4D97-AF65-F5344CB8AC3E}">
        <p14:creationId xmlns:p14="http://schemas.microsoft.com/office/powerpoint/2010/main" val="2072106183"/>
      </p:ext>
    </p:extLst>
  </p:cSld>
  <p:clrMap bg1="lt1" tx1="dk1" bg2="lt2" tx2="dk2" accent1="accent1" accent2="accent2" accent3="accent3" accent4="accent4" accent5="accent5" accent6="accent6" hlink="hlink" folHlink="folHlink"/>
  <p:sldLayoutIdLst>
    <p:sldLayoutId id="2147483674" r:id="rId1"/>
    <p:sldLayoutId id="2147483675" r:id="rId2"/>
    <p:sldLayoutId id="2147483676" r:id="rId3"/>
    <p:sldLayoutId id="2147483677" r:id="rId4"/>
    <p:sldLayoutId id="2147483678" r:id="rId5"/>
    <p:sldLayoutId id="2147483679" r:id="rId6"/>
    <p:sldLayoutId id="2147483680" r:id="rId7"/>
    <p:sldLayoutId id="2147483681" r:id="rId8"/>
    <p:sldLayoutId id="2147483682" r:id="rId9"/>
    <p:sldLayoutId id="2147483683" r:id="rId10"/>
    <p:sldLayoutId id="2147483684" r:id="rId11"/>
    <p:sldLayoutId id="2147483685" r:id="rId12"/>
    <p:sldLayoutId id="2147483662" r:id="rId13"/>
  </p:sldLayoutIdLst>
  <p:hf sldNum="0" hdr="0" ftr="0" dt="0"/>
  <p:txStyles>
    <p:titleStyle>
      <a:lvl1pPr algn="l" defTabSz="914126" rtl="0" eaLnBrk="1" latinLnBrk="0" hangingPunct="1">
        <a:lnSpc>
          <a:spcPct val="90000"/>
        </a:lnSpc>
        <a:spcBef>
          <a:spcPct val="0"/>
        </a:spcBef>
        <a:buNone/>
        <a:defRPr sz="4399" kern="1200">
          <a:solidFill>
            <a:schemeClr val="tx1"/>
          </a:solidFill>
          <a:latin typeface="+mj-lt"/>
          <a:ea typeface="+mj-ea"/>
          <a:cs typeface="+mj-cs"/>
        </a:defRPr>
      </a:lvl1pPr>
    </p:titleStyle>
    <p:bodyStyle>
      <a:lvl1pPr marL="228531" indent="-228531" algn="l" defTabSz="914126" rtl="0" eaLnBrk="1" latinLnBrk="0" hangingPunct="1">
        <a:lnSpc>
          <a:spcPct val="90000"/>
        </a:lnSpc>
        <a:spcBef>
          <a:spcPts val="1000"/>
        </a:spcBef>
        <a:buFont typeface="Arial" panose="020B0604020202020204" pitchFamily="34" charset="0"/>
        <a:buChar char="•"/>
        <a:defRPr sz="2799" kern="1200">
          <a:solidFill>
            <a:schemeClr val="tx1"/>
          </a:solidFill>
          <a:latin typeface="+mn-lt"/>
          <a:ea typeface="+mn-ea"/>
          <a:cs typeface="+mn-cs"/>
        </a:defRPr>
      </a:lvl1pPr>
      <a:lvl2pPr marL="685594" indent="-228531" algn="l" defTabSz="914126" rtl="0" eaLnBrk="1" latinLnBrk="0" hangingPunct="1">
        <a:lnSpc>
          <a:spcPct val="90000"/>
        </a:lnSpc>
        <a:spcBef>
          <a:spcPts val="500"/>
        </a:spcBef>
        <a:buFont typeface="Arial" panose="020B0604020202020204" pitchFamily="34" charset="0"/>
        <a:buChar char="•"/>
        <a:defRPr sz="2399" kern="1200">
          <a:solidFill>
            <a:schemeClr val="tx1"/>
          </a:solidFill>
          <a:latin typeface="+mn-lt"/>
          <a:ea typeface="+mn-ea"/>
          <a:cs typeface="+mn-cs"/>
        </a:defRPr>
      </a:lvl2pPr>
      <a:lvl3pPr marL="1142657" indent="-228531" algn="l" defTabSz="914126" rtl="0" eaLnBrk="1" latinLnBrk="0" hangingPunct="1">
        <a:lnSpc>
          <a:spcPct val="90000"/>
        </a:lnSpc>
        <a:spcBef>
          <a:spcPts val="500"/>
        </a:spcBef>
        <a:buFont typeface="Arial" panose="020B0604020202020204" pitchFamily="34" charset="0"/>
        <a:buChar char="•"/>
        <a:defRPr sz="1999" kern="1200">
          <a:solidFill>
            <a:schemeClr val="tx1"/>
          </a:solidFill>
          <a:latin typeface="+mn-lt"/>
          <a:ea typeface="+mn-ea"/>
          <a:cs typeface="+mn-cs"/>
        </a:defRPr>
      </a:lvl3pPr>
      <a:lvl4pPr marL="1599720" indent="-228531" algn="l" defTabSz="914126" rtl="0" eaLnBrk="1" latinLnBrk="0" hangingPunct="1">
        <a:lnSpc>
          <a:spcPct val="90000"/>
        </a:lnSpc>
        <a:spcBef>
          <a:spcPts val="500"/>
        </a:spcBef>
        <a:buFont typeface="Arial" panose="020B0604020202020204" pitchFamily="34" charset="0"/>
        <a:buChar char="•"/>
        <a:defRPr sz="1799" kern="1200">
          <a:solidFill>
            <a:schemeClr val="tx1"/>
          </a:solidFill>
          <a:latin typeface="+mn-lt"/>
          <a:ea typeface="+mn-ea"/>
          <a:cs typeface="+mn-cs"/>
        </a:defRPr>
      </a:lvl4pPr>
      <a:lvl5pPr marL="2056783" indent="-228531" algn="l" defTabSz="914126" rtl="0" eaLnBrk="1" latinLnBrk="0" hangingPunct="1">
        <a:lnSpc>
          <a:spcPct val="90000"/>
        </a:lnSpc>
        <a:spcBef>
          <a:spcPts val="500"/>
        </a:spcBef>
        <a:buFont typeface="Arial" panose="020B0604020202020204" pitchFamily="34" charset="0"/>
        <a:buChar char="•"/>
        <a:defRPr sz="1799" kern="1200">
          <a:solidFill>
            <a:schemeClr val="tx1"/>
          </a:solidFill>
          <a:latin typeface="+mn-lt"/>
          <a:ea typeface="+mn-ea"/>
          <a:cs typeface="+mn-cs"/>
        </a:defRPr>
      </a:lvl5pPr>
      <a:lvl6pPr marL="2513846" indent="-228531" algn="l" defTabSz="914126" rtl="0" eaLnBrk="1" latinLnBrk="0" hangingPunct="1">
        <a:lnSpc>
          <a:spcPct val="90000"/>
        </a:lnSpc>
        <a:spcBef>
          <a:spcPts val="500"/>
        </a:spcBef>
        <a:buFont typeface="Arial" panose="020B0604020202020204" pitchFamily="34" charset="0"/>
        <a:buChar char="•"/>
        <a:defRPr sz="1799" kern="1200">
          <a:solidFill>
            <a:schemeClr val="tx1"/>
          </a:solidFill>
          <a:latin typeface="+mn-lt"/>
          <a:ea typeface="+mn-ea"/>
          <a:cs typeface="+mn-cs"/>
        </a:defRPr>
      </a:lvl6pPr>
      <a:lvl7pPr marL="2970908" indent="-228531" algn="l" defTabSz="914126" rtl="0" eaLnBrk="1" latinLnBrk="0" hangingPunct="1">
        <a:lnSpc>
          <a:spcPct val="90000"/>
        </a:lnSpc>
        <a:spcBef>
          <a:spcPts val="500"/>
        </a:spcBef>
        <a:buFont typeface="Arial" panose="020B0604020202020204" pitchFamily="34" charset="0"/>
        <a:buChar char="•"/>
        <a:defRPr sz="1799" kern="1200">
          <a:solidFill>
            <a:schemeClr val="tx1"/>
          </a:solidFill>
          <a:latin typeface="+mn-lt"/>
          <a:ea typeface="+mn-ea"/>
          <a:cs typeface="+mn-cs"/>
        </a:defRPr>
      </a:lvl7pPr>
      <a:lvl8pPr marL="3427971" indent="-228531" algn="l" defTabSz="914126" rtl="0" eaLnBrk="1" latinLnBrk="0" hangingPunct="1">
        <a:lnSpc>
          <a:spcPct val="90000"/>
        </a:lnSpc>
        <a:spcBef>
          <a:spcPts val="500"/>
        </a:spcBef>
        <a:buFont typeface="Arial" panose="020B0604020202020204" pitchFamily="34" charset="0"/>
        <a:buChar char="•"/>
        <a:defRPr sz="1799" kern="1200">
          <a:solidFill>
            <a:schemeClr val="tx1"/>
          </a:solidFill>
          <a:latin typeface="+mn-lt"/>
          <a:ea typeface="+mn-ea"/>
          <a:cs typeface="+mn-cs"/>
        </a:defRPr>
      </a:lvl8pPr>
      <a:lvl9pPr marL="3885034" indent="-228531" algn="l" defTabSz="914126" rtl="0" eaLnBrk="1" latinLnBrk="0" hangingPunct="1">
        <a:lnSpc>
          <a:spcPct val="90000"/>
        </a:lnSpc>
        <a:spcBef>
          <a:spcPts val="500"/>
        </a:spcBef>
        <a:buFont typeface="Arial" panose="020B0604020202020204" pitchFamily="34" charset="0"/>
        <a:buChar char="•"/>
        <a:defRPr sz="1799" kern="1200">
          <a:solidFill>
            <a:schemeClr val="tx1"/>
          </a:solidFill>
          <a:latin typeface="+mn-lt"/>
          <a:ea typeface="+mn-ea"/>
          <a:cs typeface="+mn-cs"/>
        </a:defRPr>
      </a:lvl9pPr>
    </p:bodyStyle>
    <p:otherStyle>
      <a:defPPr>
        <a:defRPr lang="en-US"/>
      </a:defPPr>
      <a:lvl1pPr marL="0" algn="l" defTabSz="914126" rtl="0" eaLnBrk="1" latinLnBrk="0" hangingPunct="1">
        <a:defRPr sz="1799" kern="1200">
          <a:solidFill>
            <a:schemeClr val="tx1"/>
          </a:solidFill>
          <a:latin typeface="+mn-lt"/>
          <a:ea typeface="+mn-ea"/>
          <a:cs typeface="+mn-cs"/>
        </a:defRPr>
      </a:lvl1pPr>
      <a:lvl2pPr marL="457063" algn="l" defTabSz="914126" rtl="0" eaLnBrk="1" latinLnBrk="0" hangingPunct="1">
        <a:defRPr sz="1799" kern="1200">
          <a:solidFill>
            <a:schemeClr val="tx1"/>
          </a:solidFill>
          <a:latin typeface="+mn-lt"/>
          <a:ea typeface="+mn-ea"/>
          <a:cs typeface="+mn-cs"/>
        </a:defRPr>
      </a:lvl2pPr>
      <a:lvl3pPr marL="914126" algn="l" defTabSz="914126" rtl="0" eaLnBrk="1" latinLnBrk="0" hangingPunct="1">
        <a:defRPr sz="1799" kern="1200">
          <a:solidFill>
            <a:schemeClr val="tx1"/>
          </a:solidFill>
          <a:latin typeface="+mn-lt"/>
          <a:ea typeface="+mn-ea"/>
          <a:cs typeface="+mn-cs"/>
        </a:defRPr>
      </a:lvl3pPr>
      <a:lvl4pPr marL="1371189" algn="l" defTabSz="914126" rtl="0" eaLnBrk="1" latinLnBrk="0" hangingPunct="1">
        <a:defRPr sz="1799" kern="1200">
          <a:solidFill>
            <a:schemeClr val="tx1"/>
          </a:solidFill>
          <a:latin typeface="+mn-lt"/>
          <a:ea typeface="+mn-ea"/>
          <a:cs typeface="+mn-cs"/>
        </a:defRPr>
      </a:lvl4pPr>
      <a:lvl5pPr marL="1828251" algn="l" defTabSz="914126" rtl="0" eaLnBrk="1" latinLnBrk="0" hangingPunct="1">
        <a:defRPr sz="1799" kern="1200">
          <a:solidFill>
            <a:schemeClr val="tx1"/>
          </a:solidFill>
          <a:latin typeface="+mn-lt"/>
          <a:ea typeface="+mn-ea"/>
          <a:cs typeface="+mn-cs"/>
        </a:defRPr>
      </a:lvl5pPr>
      <a:lvl6pPr marL="2285314" algn="l" defTabSz="914126" rtl="0" eaLnBrk="1" latinLnBrk="0" hangingPunct="1">
        <a:defRPr sz="1799" kern="1200">
          <a:solidFill>
            <a:schemeClr val="tx1"/>
          </a:solidFill>
          <a:latin typeface="+mn-lt"/>
          <a:ea typeface="+mn-ea"/>
          <a:cs typeface="+mn-cs"/>
        </a:defRPr>
      </a:lvl6pPr>
      <a:lvl7pPr marL="2742377" algn="l" defTabSz="914126" rtl="0" eaLnBrk="1" latinLnBrk="0" hangingPunct="1">
        <a:defRPr sz="1799" kern="1200">
          <a:solidFill>
            <a:schemeClr val="tx1"/>
          </a:solidFill>
          <a:latin typeface="+mn-lt"/>
          <a:ea typeface="+mn-ea"/>
          <a:cs typeface="+mn-cs"/>
        </a:defRPr>
      </a:lvl7pPr>
      <a:lvl8pPr marL="3199440" algn="l" defTabSz="914126" rtl="0" eaLnBrk="1" latinLnBrk="0" hangingPunct="1">
        <a:defRPr sz="1799" kern="1200">
          <a:solidFill>
            <a:schemeClr val="tx1"/>
          </a:solidFill>
          <a:latin typeface="+mn-lt"/>
          <a:ea typeface="+mn-ea"/>
          <a:cs typeface="+mn-cs"/>
        </a:defRPr>
      </a:lvl8pPr>
      <a:lvl9pPr marL="3656503" algn="l" defTabSz="914126" rtl="0" eaLnBrk="1" latinLnBrk="0" hangingPunct="1">
        <a:defRPr sz="1799" kern="1200">
          <a:solidFill>
            <a:schemeClr val="tx1"/>
          </a:solidFill>
          <a:latin typeface="+mn-lt"/>
          <a:ea typeface="+mn-ea"/>
          <a:cs typeface="+mn-cs"/>
        </a:defRPr>
      </a:lvl9pPr>
    </p:otherStyle>
  </p:txStyles>
  <p:extLst>
    <p:ext uri="{27BBF7A9-308A-43DC-89C8-2F10F3537804}">
      <p15:sldGuideLst xmlns:p15="http://schemas.microsoft.com/office/powerpoint/2012/main">
        <p15:guide id="1" orient="horz" pos="2160" userDrawn="1">
          <p15:clr>
            <a:srgbClr val="F26B43"/>
          </p15:clr>
        </p15:guide>
        <p15:guide id="2" pos="1843" userDrawn="1">
          <p15:clr>
            <a:srgbClr val="F26B43"/>
          </p15:clr>
        </p15:guide>
      </p15:sldGuideLst>
    </p:ext>
  </p:extLst>
</p:sldMaster>
</file>

<file path=ppt/slides/_rels/slide1.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1.xml"/><Relationship Id="rId1" Type="http://schemas.openxmlformats.org/officeDocument/2006/relationships/slideLayout" Target="../slideLayouts/slideLayout12.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1.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1.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1.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1.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9" name="Picture 18" descr="A picture containing red, sitting, umbrella, holding&#10;&#10;Description automatically generated">
            <a:extLst>
              <a:ext uri="{FF2B5EF4-FFF2-40B4-BE49-F238E27FC236}">
                <a16:creationId xmlns:a16="http://schemas.microsoft.com/office/drawing/2014/main" id="{CB77981C-B7D5-4906-B57B-784324DC6E47}"/>
              </a:ext>
            </a:extLst>
          </p:cNvPr>
          <p:cNvPicPr>
            <a:picLocks noChangeAspect="1"/>
          </p:cNvPicPr>
          <p:nvPr/>
        </p:nvPicPr>
        <p:blipFill>
          <a:blip r:embed="rId3"/>
          <a:stretch>
            <a:fillRect/>
          </a:stretch>
        </p:blipFill>
        <p:spPr>
          <a:xfrm>
            <a:off x="-1" y="-38100"/>
            <a:ext cx="12188825" cy="6934200"/>
          </a:xfrm>
          <a:prstGeom prst="rect">
            <a:avLst/>
          </a:prstGeom>
        </p:spPr>
      </p:pic>
      <p:sp>
        <p:nvSpPr>
          <p:cNvPr id="5" name="Title 4"/>
          <p:cNvSpPr>
            <a:spLocks noGrp="1"/>
          </p:cNvSpPr>
          <p:nvPr>
            <p:ph type="ctrTitle" idx="4294967295"/>
          </p:nvPr>
        </p:nvSpPr>
        <p:spPr>
          <a:xfrm>
            <a:off x="2513012" y="2058026"/>
            <a:ext cx="7910299" cy="918512"/>
          </a:xfrm>
        </p:spPr>
        <p:txBody>
          <a:bodyPr/>
          <a:lstStyle/>
          <a:p>
            <a:pPr algn="ctr"/>
            <a:r>
              <a:rPr lang="en-US" b="1" dirty="0">
                <a:solidFill>
                  <a:schemeClr val="bg1"/>
                </a:solidFill>
                <a:latin typeface="Segoe UI" panose="020B0502040204020203" pitchFamily="34" charset="0"/>
                <a:cs typeface="Segoe UI" panose="020B0502040204020203" pitchFamily="34" charset="0"/>
              </a:rPr>
              <a:t>Basic CRUD in SQL Server</a:t>
            </a:r>
          </a:p>
        </p:txBody>
      </p:sp>
      <p:sp>
        <p:nvSpPr>
          <p:cNvPr id="6" name="Subtitle 5"/>
          <p:cNvSpPr>
            <a:spLocks noGrp="1"/>
          </p:cNvSpPr>
          <p:nvPr>
            <p:ph type="subTitle" idx="4294967295"/>
          </p:nvPr>
        </p:nvSpPr>
        <p:spPr>
          <a:xfrm>
            <a:off x="1853776" y="3037162"/>
            <a:ext cx="8977099" cy="1311301"/>
          </a:xfrm>
        </p:spPr>
        <p:txBody>
          <a:bodyPr>
            <a:normAutofit/>
          </a:bodyPr>
          <a:lstStyle/>
          <a:p>
            <a:pPr marL="0" indent="0" algn="ctr">
              <a:buNone/>
            </a:pPr>
            <a:r>
              <a:rPr lang="en-US" b="1" dirty="0">
                <a:solidFill>
                  <a:schemeClr val="bg1"/>
                </a:solidFill>
                <a:latin typeface="Segoe UI" panose="020B0502040204020203" pitchFamily="34" charset="0"/>
                <a:cs typeface="Segoe UI" panose="020B0502040204020203" pitchFamily="34" charset="0"/>
              </a:rPr>
              <a:t>Create, Retrieve, Update, Delete using SQL queries</a:t>
            </a:r>
          </a:p>
        </p:txBody>
      </p:sp>
    </p:spTree>
    <p:extLst>
      <p:ext uri="{BB962C8B-B14F-4D97-AF65-F5344CB8AC3E}">
        <p14:creationId xmlns:p14="http://schemas.microsoft.com/office/powerpoint/2010/main" val="3215379390"/>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44419" name="Rectangle 3"/>
          <p:cNvSpPr>
            <a:spLocks noGrp="1" noChangeArrowheads="1"/>
          </p:cNvSpPr>
          <p:nvPr>
            <p:ph idx="1"/>
          </p:nvPr>
        </p:nvSpPr>
        <p:spPr>
          <a:xfrm>
            <a:off x="379412" y="974726"/>
            <a:ext cx="10297676" cy="4419600"/>
          </a:xfrm>
        </p:spPr>
        <p:txBody>
          <a:bodyPr>
            <a:normAutofit/>
          </a:bodyPr>
          <a:lstStyle/>
          <a:p>
            <a:pPr marL="446088" indent="-446088">
              <a:lnSpc>
                <a:spcPts val="4000"/>
              </a:lnSpc>
              <a:buFontTx/>
              <a:buAutoNum type="arabicPeriod"/>
            </a:pPr>
            <a:r>
              <a:rPr lang="en-US" dirty="0">
                <a:latin typeface="Segoe UI" panose="020B0502040204020203" pitchFamily="34" charset="0"/>
                <a:cs typeface="Segoe UI" panose="020B0502040204020203" pitchFamily="34" charset="0"/>
              </a:rPr>
              <a:t>Query Basics</a:t>
            </a:r>
          </a:p>
          <a:p>
            <a:pPr marL="446088" indent="-446088">
              <a:lnSpc>
                <a:spcPts val="4000"/>
              </a:lnSpc>
              <a:buFontTx/>
              <a:buAutoNum type="arabicPeriod"/>
            </a:pPr>
            <a:r>
              <a:rPr lang="en-US" dirty="0">
                <a:latin typeface="Segoe UI" panose="020B0502040204020203" pitchFamily="34" charset="0"/>
                <a:cs typeface="Segoe UI" panose="020B0502040204020203" pitchFamily="34" charset="0"/>
              </a:rPr>
              <a:t>Retrieving Data</a:t>
            </a:r>
            <a:endParaRPr lang="bg-BG" dirty="0">
              <a:latin typeface="Segoe UI" panose="020B0502040204020203" pitchFamily="34" charset="0"/>
              <a:cs typeface="Segoe UI" panose="020B0502040204020203" pitchFamily="34" charset="0"/>
            </a:endParaRPr>
          </a:p>
          <a:p>
            <a:pPr marL="446088" indent="-446088">
              <a:lnSpc>
                <a:spcPts val="4000"/>
              </a:lnSpc>
              <a:buFontTx/>
              <a:buAutoNum type="arabicPeriod"/>
            </a:pPr>
            <a:r>
              <a:rPr lang="en-US" dirty="0">
                <a:latin typeface="Segoe UI" panose="020B0502040204020203" pitchFamily="34" charset="0"/>
                <a:cs typeface="Segoe UI" panose="020B0502040204020203" pitchFamily="34" charset="0"/>
              </a:rPr>
              <a:t>Writing Data</a:t>
            </a:r>
            <a:endParaRPr lang="bg-BG" dirty="0">
              <a:latin typeface="Segoe UI" panose="020B0502040204020203" pitchFamily="34" charset="0"/>
              <a:cs typeface="Segoe UI" panose="020B0502040204020203" pitchFamily="34" charset="0"/>
            </a:endParaRPr>
          </a:p>
          <a:p>
            <a:pPr marL="446088" indent="-446088">
              <a:lnSpc>
                <a:spcPts val="4000"/>
              </a:lnSpc>
              <a:buFontTx/>
              <a:buAutoNum type="arabicPeriod"/>
            </a:pPr>
            <a:r>
              <a:rPr lang="en-US" dirty="0">
                <a:latin typeface="Segoe UI" panose="020B0502040204020203" pitchFamily="34" charset="0"/>
                <a:cs typeface="Segoe UI" panose="020B0502040204020203" pitchFamily="34" charset="0"/>
              </a:rPr>
              <a:t>Modifying Existing Records</a:t>
            </a:r>
          </a:p>
        </p:txBody>
      </p:sp>
      <p:sp>
        <p:nvSpPr>
          <p:cNvPr id="10" name="Rectangle 2">
            <a:extLst>
              <a:ext uri="{FF2B5EF4-FFF2-40B4-BE49-F238E27FC236}">
                <a16:creationId xmlns:a16="http://schemas.microsoft.com/office/drawing/2014/main" id="{57CE2C96-EBB9-43EC-8566-E5ECDB96D5A4}"/>
              </a:ext>
            </a:extLst>
          </p:cNvPr>
          <p:cNvSpPr>
            <a:spLocks noGrp="1" noChangeArrowheads="1"/>
          </p:cNvSpPr>
          <p:nvPr>
            <p:ph type="title"/>
          </p:nvPr>
        </p:nvSpPr>
        <p:spPr>
          <a:xfrm>
            <a:off x="379412" y="381000"/>
            <a:ext cx="10512862" cy="593726"/>
          </a:xfrm>
        </p:spPr>
        <p:txBody>
          <a:bodyPr>
            <a:normAutofit fontScale="90000"/>
          </a:bodyPr>
          <a:lstStyle/>
          <a:p>
            <a:r>
              <a:rPr lang="en-US" b="1" dirty="0">
                <a:solidFill>
                  <a:srgbClr val="FF5050"/>
                </a:solidFill>
                <a:latin typeface="Times New Roman" panose="02020603050405020304" pitchFamily="18" charset="0"/>
                <a:cs typeface="Times New Roman" panose="02020603050405020304" pitchFamily="18" charset="0"/>
              </a:rPr>
              <a:t>Table of Contents	</a:t>
            </a:r>
            <a:endParaRPr lang="bg-BG" b="1" dirty="0">
              <a:solidFill>
                <a:srgbClr val="FF5050"/>
              </a:solidFill>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1646986932"/>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444419">
                                            <p:txEl>
                                              <p:pRg st="1" end="1"/>
                                            </p:txEl>
                                          </p:spTgt>
                                        </p:tgtEl>
                                        <p:attrNameLst>
                                          <p:attrName>style.visibility</p:attrName>
                                        </p:attrNameLst>
                                      </p:cBhvr>
                                      <p:to>
                                        <p:strVal val="visible"/>
                                      </p:to>
                                    </p:set>
                                    <p:animEffect transition="in" filter="fade">
                                      <p:cBhvr>
                                        <p:cTn id="7" dur="500"/>
                                        <p:tgtEl>
                                          <p:spTgt spid="444419">
                                            <p:txEl>
                                              <p:pRg st="1" end="1"/>
                                            </p:txEl>
                                          </p:spTgt>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nodeType="clickEffect">
                                  <p:stCondLst>
                                    <p:cond delay="0"/>
                                  </p:stCondLst>
                                  <p:childTnLst>
                                    <p:set>
                                      <p:cBhvr>
                                        <p:cTn id="11" dur="1" fill="hold">
                                          <p:stCondLst>
                                            <p:cond delay="0"/>
                                          </p:stCondLst>
                                        </p:cTn>
                                        <p:tgtEl>
                                          <p:spTgt spid="444419">
                                            <p:txEl>
                                              <p:pRg st="2" end="2"/>
                                            </p:txEl>
                                          </p:spTgt>
                                        </p:tgtEl>
                                        <p:attrNameLst>
                                          <p:attrName>style.visibility</p:attrName>
                                        </p:attrNameLst>
                                      </p:cBhvr>
                                      <p:to>
                                        <p:strVal val="visible"/>
                                      </p:to>
                                    </p:set>
                                    <p:animEffect transition="in" filter="fade">
                                      <p:cBhvr>
                                        <p:cTn id="12" dur="500"/>
                                        <p:tgtEl>
                                          <p:spTgt spid="444419">
                                            <p:txEl>
                                              <p:pRg st="2" end="2"/>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10" presetClass="entr" presetSubtype="0" fill="hold" nodeType="clickEffect">
                                  <p:stCondLst>
                                    <p:cond delay="0"/>
                                  </p:stCondLst>
                                  <p:childTnLst>
                                    <p:set>
                                      <p:cBhvr>
                                        <p:cTn id="16" dur="1" fill="hold">
                                          <p:stCondLst>
                                            <p:cond delay="0"/>
                                          </p:stCondLst>
                                        </p:cTn>
                                        <p:tgtEl>
                                          <p:spTgt spid="444419">
                                            <p:txEl>
                                              <p:pRg st="3" end="3"/>
                                            </p:txEl>
                                          </p:spTgt>
                                        </p:tgtEl>
                                        <p:attrNameLst>
                                          <p:attrName>style.visibility</p:attrName>
                                        </p:attrNameLst>
                                      </p:cBhvr>
                                      <p:to>
                                        <p:strVal val="visible"/>
                                      </p:to>
                                    </p:set>
                                    <p:animEffect transition="in" filter="fade">
                                      <p:cBhvr>
                                        <p:cTn id="17" dur="500"/>
                                        <p:tgtEl>
                                          <p:spTgt spid="444419">
                                            <p:txEl>
                                              <p:pRg st="3" end="3"/>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Picture 3" descr="A picture containing red, sitting, umbrella, holding&#10;&#10;Description automatically generated">
            <a:extLst>
              <a:ext uri="{FF2B5EF4-FFF2-40B4-BE49-F238E27FC236}">
                <a16:creationId xmlns:a16="http://schemas.microsoft.com/office/drawing/2014/main" id="{2A314168-CA2F-4EF1-B7A0-F90A004C837F}"/>
              </a:ext>
            </a:extLst>
          </p:cNvPr>
          <p:cNvPicPr>
            <a:picLocks noChangeAspect="1"/>
          </p:cNvPicPr>
          <p:nvPr/>
        </p:nvPicPr>
        <p:blipFill>
          <a:blip r:embed="rId2"/>
          <a:stretch>
            <a:fillRect/>
          </a:stretch>
        </p:blipFill>
        <p:spPr>
          <a:xfrm>
            <a:off x="-1" y="-38100"/>
            <a:ext cx="12188825" cy="6934200"/>
          </a:xfrm>
          <a:prstGeom prst="rect">
            <a:avLst/>
          </a:prstGeom>
        </p:spPr>
      </p:pic>
      <p:sp>
        <p:nvSpPr>
          <p:cNvPr id="5" name="Title 4"/>
          <p:cNvSpPr>
            <a:spLocks noGrp="1"/>
          </p:cNvSpPr>
          <p:nvPr>
            <p:ph type="ctrTitle"/>
          </p:nvPr>
        </p:nvSpPr>
        <p:spPr>
          <a:xfrm>
            <a:off x="1523602" y="1981200"/>
            <a:ext cx="9141619" cy="1071563"/>
          </a:xfrm>
        </p:spPr>
        <p:txBody>
          <a:bodyPr/>
          <a:lstStyle/>
          <a:p>
            <a:r>
              <a:rPr lang="en-US" b="1" dirty="0">
                <a:solidFill>
                  <a:schemeClr val="bg1"/>
                </a:solidFill>
                <a:latin typeface="Segoe UI" panose="020B0502040204020203" pitchFamily="34" charset="0"/>
                <a:cs typeface="Segoe UI" panose="020B0502040204020203" pitchFamily="34" charset="0"/>
              </a:rPr>
              <a:t>Query Basics</a:t>
            </a:r>
          </a:p>
        </p:txBody>
      </p:sp>
      <p:sp>
        <p:nvSpPr>
          <p:cNvPr id="6" name="Text Placeholder 5"/>
          <p:cNvSpPr>
            <a:spLocks noGrp="1"/>
          </p:cNvSpPr>
          <p:nvPr>
            <p:ph type="subTitle" idx="1"/>
          </p:nvPr>
        </p:nvSpPr>
        <p:spPr>
          <a:xfrm>
            <a:off x="1523602" y="3144839"/>
            <a:ext cx="9141619" cy="453394"/>
          </a:xfrm>
        </p:spPr>
        <p:txBody>
          <a:bodyPr/>
          <a:lstStyle/>
          <a:p>
            <a:r>
              <a:rPr lang="en-US" b="1" dirty="0">
                <a:solidFill>
                  <a:schemeClr val="bg1"/>
                </a:solidFill>
                <a:latin typeface="Segoe UI" panose="020B0502040204020203" pitchFamily="34" charset="0"/>
                <a:cs typeface="Segoe UI" panose="020B0502040204020203" pitchFamily="34" charset="0"/>
              </a:rPr>
              <a:t>SQL and T-SQL Introduction</a:t>
            </a:r>
          </a:p>
        </p:txBody>
      </p:sp>
    </p:spTree>
    <p:extLst>
      <p:ext uri="{BB962C8B-B14F-4D97-AF65-F5344CB8AC3E}">
        <p14:creationId xmlns:p14="http://schemas.microsoft.com/office/powerpoint/2010/main" val="587135111"/>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84355" name="Rectangle 3"/>
          <p:cNvSpPr>
            <a:spLocks noChangeArrowheads="1"/>
          </p:cNvSpPr>
          <p:nvPr/>
        </p:nvSpPr>
        <p:spPr bwMode="auto">
          <a:xfrm>
            <a:off x="684212" y="1011777"/>
            <a:ext cx="10741024" cy="492443"/>
          </a:xfrm>
          <a:prstGeom prst="rect">
            <a:avLst/>
          </a:prstGeom>
          <a:solidFill>
            <a:schemeClr val="accent5">
              <a:lumMod val="40000"/>
              <a:lumOff val="60000"/>
              <a:alpha val="15000"/>
            </a:schemeClr>
          </a:solidFill>
          <a:ln w="12700">
            <a:solidFill>
              <a:schemeClr val="accent5">
                <a:lumMod val="60000"/>
                <a:lumOff val="40000"/>
              </a:schemeClr>
            </a:solidFill>
          </a:ln>
        </p:spPr>
        <p:txBody>
          <a:bodyPr wrap="square">
            <a:spAutoFit/>
          </a:bodyPr>
          <a:lstStyle/>
          <a:p>
            <a:pPr eaLnBrk="0" hangingPunct="0">
              <a:buClr>
                <a:schemeClr val="accent5">
                  <a:lumMod val="40000"/>
                  <a:lumOff val="60000"/>
                </a:schemeClr>
              </a:buClr>
              <a:buSzPct val="70000"/>
            </a:pPr>
            <a:r>
              <a:rPr lang="en-US" sz="2600" b="1" noProof="1">
                <a:solidFill>
                  <a:schemeClr val="tx2">
                    <a:lumMod val="75000"/>
                  </a:schemeClr>
                </a:solidFill>
                <a:latin typeface="Consolas" pitchFamily="49" charset="0"/>
                <a:cs typeface="Consolas" pitchFamily="49" charset="0"/>
              </a:rPr>
              <a:t>SELECT</a:t>
            </a:r>
            <a:r>
              <a:rPr lang="en-US" sz="2600" b="1" noProof="1">
                <a:solidFill>
                  <a:srgbClr val="FBEEDC"/>
                </a:solidFill>
                <a:latin typeface="Consolas" pitchFamily="49" charset="0"/>
                <a:cs typeface="Consolas" pitchFamily="49" charset="0"/>
              </a:rPr>
              <a:t> </a:t>
            </a:r>
            <a:r>
              <a:rPr lang="en-US" sz="2600" b="1" noProof="1">
                <a:solidFill>
                  <a:schemeClr val="accent2">
                    <a:lumMod val="75000"/>
                  </a:schemeClr>
                </a:solidFill>
                <a:latin typeface="Consolas" pitchFamily="49" charset="0"/>
                <a:cs typeface="Consolas" pitchFamily="49" charset="0"/>
              </a:rPr>
              <a:t>FirstName, LastName, JobTitle </a:t>
            </a:r>
            <a:r>
              <a:rPr lang="en-US" sz="2600" b="1" noProof="1">
                <a:solidFill>
                  <a:schemeClr val="tx2">
                    <a:lumMod val="75000"/>
                  </a:schemeClr>
                </a:solidFill>
                <a:latin typeface="Consolas" pitchFamily="49" charset="0"/>
                <a:cs typeface="Consolas" pitchFamily="49" charset="0"/>
              </a:rPr>
              <a:t>FROM</a:t>
            </a:r>
            <a:r>
              <a:rPr lang="en-US" sz="2600" b="1" noProof="1">
                <a:solidFill>
                  <a:srgbClr val="FBEEDC"/>
                </a:solidFill>
                <a:latin typeface="Consolas" pitchFamily="49" charset="0"/>
                <a:cs typeface="Consolas" pitchFamily="49" charset="0"/>
              </a:rPr>
              <a:t> </a:t>
            </a:r>
            <a:r>
              <a:rPr lang="en-US" sz="2600" b="1" noProof="1">
                <a:solidFill>
                  <a:schemeClr val="accent2">
                    <a:lumMod val="75000"/>
                  </a:schemeClr>
                </a:solidFill>
                <a:latin typeface="Consolas" pitchFamily="49" charset="0"/>
                <a:cs typeface="Consolas" pitchFamily="49" charset="0"/>
              </a:rPr>
              <a:t>Employees</a:t>
            </a:r>
          </a:p>
        </p:txBody>
      </p:sp>
      <p:sp>
        <p:nvSpPr>
          <p:cNvPr id="484356" name="Rectangle 4"/>
          <p:cNvSpPr>
            <a:spLocks noChangeArrowheads="1"/>
          </p:cNvSpPr>
          <p:nvPr/>
        </p:nvSpPr>
        <p:spPr bwMode="auto">
          <a:xfrm>
            <a:off x="684212" y="2500991"/>
            <a:ext cx="10741024" cy="892552"/>
          </a:xfrm>
          <a:prstGeom prst="rect">
            <a:avLst/>
          </a:prstGeom>
          <a:solidFill>
            <a:schemeClr val="accent5">
              <a:lumMod val="40000"/>
              <a:lumOff val="60000"/>
              <a:alpha val="15000"/>
            </a:schemeClr>
          </a:solidFill>
          <a:ln w="12700">
            <a:solidFill>
              <a:schemeClr val="accent5">
                <a:lumMod val="60000"/>
                <a:lumOff val="40000"/>
              </a:schemeClr>
            </a:solidFill>
          </a:ln>
        </p:spPr>
        <p:txBody>
          <a:bodyPr wrap="square">
            <a:spAutoFit/>
          </a:bodyPr>
          <a:lstStyle/>
          <a:p>
            <a:pPr eaLnBrk="0" hangingPunct="0">
              <a:buClr>
                <a:schemeClr val="accent5">
                  <a:lumMod val="40000"/>
                  <a:lumOff val="60000"/>
                </a:schemeClr>
              </a:buClr>
              <a:buSzPct val="70000"/>
            </a:pPr>
            <a:r>
              <a:rPr lang="en-US" sz="2600" b="1" noProof="1">
                <a:solidFill>
                  <a:schemeClr val="tx2">
                    <a:lumMod val="75000"/>
                  </a:schemeClr>
                </a:solidFill>
                <a:latin typeface="Consolas" pitchFamily="49" charset="0"/>
                <a:cs typeface="Consolas" pitchFamily="49" charset="0"/>
              </a:rPr>
              <a:t>INSERT</a:t>
            </a:r>
            <a:r>
              <a:rPr lang="en-US" sz="2600" b="1" noProof="1">
                <a:solidFill>
                  <a:srgbClr val="FBEEDC"/>
                </a:solidFill>
                <a:latin typeface="Consolas" pitchFamily="49" charset="0"/>
                <a:cs typeface="Consolas" pitchFamily="49" charset="0"/>
              </a:rPr>
              <a:t> </a:t>
            </a:r>
            <a:r>
              <a:rPr lang="en-US" sz="2600" b="1" noProof="1">
                <a:solidFill>
                  <a:schemeClr val="tx2">
                    <a:lumMod val="75000"/>
                  </a:schemeClr>
                </a:solidFill>
                <a:latin typeface="Consolas" pitchFamily="49" charset="0"/>
                <a:cs typeface="Consolas" pitchFamily="49" charset="0"/>
              </a:rPr>
              <a:t>INTO</a:t>
            </a:r>
            <a:r>
              <a:rPr lang="en-US" sz="2600" b="1" noProof="1">
                <a:solidFill>
                  <a:srgbClr val="FBEEDC"/>
                </a:solidFill>
                <a:latin typeface="Consolas" pitchFamily="49" charset="0"/>
                <a:cs typeface="Consolas" pitchFamily="49" charset="0"/>
              </a:rPr>
              <a:t> </a:t>
            </a:r>
            <a:r>
              <a:rPr lang="en-US" sz="2600" b="1" noProof="1">
                <a:solidFill>
                  <a:schemeClr val="accent2">
                    <a:lumMod val="75000"/>
                  </a:schemeClr>
                </a:solidFill>
                <a:latin typeface="Consolas" pitchFamily="49" charset="0"/>
                <a:cs typeface="Consolas" pitchFamily="49" charset="0"/>
              </a:rPr>
              <a:t>Projects(Name, StartDate)</a:t>
            </a:r>
          </a:p>
          <a:p>
            <a:pPr eaLnBrk="0" hangingPunct="0">
              <a:buClr>
                <a:schemeClr val="accent5">
                  <a:lumMod val="40000"/>
                  <a:lumOff val="60000"/>
                </a:schemeClr>
              </a:buClr>
              <a:buSzPct val="70000"/>
            </a:pPr>
            <a:r>
              <a:rPr lang="en-US" sz="2600" b="1" noProof="1">
                <a:solidFill>
                  <a:schemeClr val="tx2">
                    <a:lumMod val="75000"/>
                  </a:schemeClr>
                </a:solidFill>
                <a:latin typeface="Consolas" pitchFamily="49" charset="0"/>
                <a:cs typeface="Consolas" pitchFamily="49" charset="0"/>
              </a:rPr>
              <a:t>VALUES</a:t>
            </a:r>
            <a:r>
              <a:rPr lang="en-US" sz="2600" b="1" noProof="1">
                <a:solidFill>
                  <a:schemeClr val="accent2">
                    <a:lumMod val="75000"/>
                  </a:schemeClr>
                </a:solidFill>
                <a:latin typeface="Consolas" pitchFamily="49" charset="0"/>
                <a:cs typeface="Consolas" pitchFamily="49" charset="0"/>
              </a:rPr>
              <a:t>('Introduction to SQL Course', '1/1/2006')</a:t>
            </a:r>
          </a:p>
        </p:txBody>
      </p:sp>
      <p:sp>
        <p:nvSpPr>
          <p:cNvPr id="484357" name="Rectangle 5"/>
          <p:cNvSpPr>
            <a:spLocks noChangeArrowheads="1"/>
          </p:cNvSpPr>
          <p:nvPr/>
        </p:nvSpPr>
        <p:spPr bwMode="auto">
          <a:xfrm>
            <a:off x="682626" y="1761077"/>
            <a:ext cx="10741022" cy="492443"/>
          </a:xfrm>
          <a:prstGeom prst="rect">
            <a:avLst/>
          </a:prstGeom>
          <a:solidFill>
            <a:schemeClr val="accent5">
              <a:lumMod val="40000"/>
              <a:lumOff val="60000"/>
              <a:alpha val="15000"/>
            </a:schemeClr>
          </a:solidFill>
          <a:ln w="12700">
            <a:solidFill>
              <a:schemeClr val="accent5">
                <a:lumMod val="60000"/>
                <a:lumOff val="40000"/>
              </a:schemeClr>
            </a:solidFill>
          </a:ln>
        </p:spPr>
        <p:txBody>
          <a:bodyPr wrap="square">
            <a:spAutoFit/>
          </a:bodyPr>
          <a:lstStyle/>
          <a:p>
            <a:pPr eaLnBrk="0" hangingPunct="0">
              <a:buClr>
                <a:schemeClr val="accent5">
                  <a:lumMod val="40000"/>
                  <a:lumOff val="60000"/>
                </a:schemeClr>
              </a:buClr>
              <a:buSzPct val="70000"/>
            </a:pPr>
            <a:r>
              <a:rPr lang="en-US" sz="2600" b="1" noProof="1">
                <a:solidFill>
                  <a:schemeClr val="tx2">
                    <a:lumMod val="75000"/>
                  </a:schemeClr>
                </a:solidFill>
                <a:latin typeface="Consolas" pitchFamily="49" charset="0"/>
                <a:cs typeface="Consolas" pitchFamily="49" charset="0"/>
              </a:rPr>
              <a:t>SELECT</a:t>
            </a:r>
            <a:r>
              <a:rPr lang="en-US" sz="2600" b="1" noProof="1">
                <a:solidFill>
                  <a:srgbClr val="FBEEDC"/>
                </a:solidFill>
                <a:latin typeface="Consolas" pitchFamily="49" charset="0"/>
                <a:cs typeface="Consolas" pitchFamily="49" charset="0"/>
              </a:rPr>
              <a:t> </a:t>
            </a:r>
            <a:r>
              <a:rPr lang="en-US" sz="2600" b="1" noProof="1">
                <a:solidFill>
                  <a:schemeClr val="accent2">
                    <a:lumMod val="75000"/>
                  </a:schemeClr>
                </a:solidFill>
                <a:latin typeface="Consolas" pitchFamily="49" charset="0"/>
                <a:cs typeface="Consolas" pitchFamily="49" charset="0"/>
              </a:rPr>
              <a:t>*</a:t>
            </a:r>
            <a:r>
              <a:rPr lang="en-US" sz="2600" b="1" noProof="1">
                <a:solidFill>
                  <a:srgbClr val="FBEEDC"/>
                </a:solidFill>
                <a:latin typeface="Consolas" pitchFamily="49" charset="0"/>
                <a:cs typeface="Consolas" pitchFamily="49" charset="0"/>
              </a:rPr>
              <a:t> </a:t>
            </a:r>
            <a:r>
              <a:rPr lang="en-US" sz="2600" b="1" noProof="1">
                <a:solidFill>
                  <a:schemeClr val="tx2">
                    <a:lumMod val="75000"/>
                  </a:schemeClr>
                </a:solidFill>
                <a:latin typeface="Consolas" pitchFamily="49" charset="0"/>
                <a:cs typeface="Consolas" pitchFamily="49" charset="0"/>
              </a:rPr>
              <a:t>FROM</a:t>
            </a:r>
            <a:r>
              <a:rPr lang="en-US" sz="2600" b="1" noProof="1">
                <a:solidFill>
                  <a:srgbClr val="FBEEDC"/>
                </a:solidFill>
                <a:latin typeface="Consolas" pitchFamily="49" charset="0"/>
                <a:cs typeface="Consolas" pitchFamily="49" charset="0"/>
              </a:rPr>
              <a:t> </a:t>
            </a:r>
            <a:r>
              <a:rPr lang="en-US" sz="2600" b="1" noProof="1">
                <a:solidFill>
                  <a:schemeClr val="accent2">
                    <a:lumMod val="75000"/>
                  </a:schemeClr>
                </a:solidFill>
                <a:latin typeface="Consolas" pitchFamily="49" charset="0"/>
                <a:cs typeface="Consolas" pitchFamily="49" charset="0"/>
              </a:rPr>
              <a:t>Projects </a:t>
            </a:r>
            <a:r>
              <a:rPr lang="en-US" sz="2600" b="1" noProof="1">
                <a:solidFill>
                  <a:schemeClr val="tx2">
                    <a:lumMod val="75000"/>
                  </a:schemeClr>
                </a:solidFill>
                <a:latin typeface="Consolas" pitchFamily="49" charset="0"/>
                <a:cs typeface="Consolas" pitchFamily="49" charset="0"/>
              </a:rPr>
              <a:t>WHERE</a:t>
            </a:r>
            <a:r>
              <a:rPr lang="en-US" sz="2600" b="1" noProof="1">
                <a:solidFill>
                  <a:srgbClr val="FBEEDC"/>
                </a:solidFill>
                <a:latin typeface="Consolas" pitchFamily="49" charset="0"/>
                <a:cs typeface="Consolas" pitchFamily="49" charset="0"/>
              </a:rPr>
              <a:t> </a:t>
            </a:r>
            <a:r>
              <a:rPr lang="en-US" sz="2600" b="1" noProof="1">
                <a:solidFill>
                  <a:schemeClr val="accent2">
                    <a:lumMod val="75000"/>
                  </a:schemeClr>
                </a:solidFill>
                <a:latin typeface="Consolas" pitchFamily="49" charset="0"/>
                <a:cs typeface="Consolas" pitchFamily="49" charset="0"/>
              </a:rPr>
              <a:t>StartDate = '1/1/2006'</a:t>
            </a:r>
          </a:p>
        </p:txBody>
      </p:sp>
      <p:sp>
        <p:nvSpPr>
          <p:cNvPr id="484358" name="Rectangle 6"/>
          <p:cNvSpPr>
            <a:spLocks noChangeArrowheads="1"/>
          </p:cNvSpPr>
          <p:nvPr/>
        </p:nvSpPr>
        <p:spPr bwMode="auto">
          <a:xfrm>
            <a:off x="682626" y="3658044"/>
            <a:ext cx="10741022" cy="1292662"/>
          </a:xfrm>
          <a:prstGeom prst="rect">
            <a:avLst/>
          </a:prstGeom>
          <a:solidFill>
            <a:schemeClr val="accent5">
              <a:lumMod val="40000"/>
              <a:lumOff val="60000"/>
              <a:alpha val="15000"/>
            </a:schemeClr>
          </a:solidFill>
          <a:ln w="12700">
            <a:solidFill>
              <a:schemeClr val="accent5">
                <a:lumMod val="60000"/>
                <a:lumOff val="40000"/>
              </a:schemeClr>
            </a:solidFill>
          </a:ln>
        </p:spPr>
        <p:txBody>
          <a:bodyPr wrap="square">
            <a:spAutoFit/>
          </a:bodyPr>
          <a:lstStyle/>
          <a:p>
            <a:pPr eaLnBrk="0" hangingPunct="0">
              <a:buClr>
                <a:schemeClr val="accent5">
                  <a:lumMod val="40000"/>
                  <a:lumOff val="60000"/>
                </a:schemeClr>
              </a:buClr>
              <a:buSzPct val="70000"/>
            </a:pPr>
            <a:r>
              <a:rPr lang="en-US" sz="2600" b="1" noProof="1">
                <a:solidFill>
                  <a:schemeClr val="tx2">
                    <a:lumMod val="75000"/>
                  </a:schemeClr>
                </a:solidFill>
                <a:latin typeface="Consolas" pitchFamily="49" charset="0"/>
                <a:cs typeface="Consolas" pitchFamily="49" charset="0"/>
              </a:rPr>
              <a:t>UPDATE</a:t>
            </a:r>
            <a:r>
              <a:rPr lang="en-US" sz="2600" b="1" noProof="1">
                <a:solidFill>
                  <a:srgbClr val="FBEEDC"/>
                </a:solidFill>
                <a:latin typeface="Consolas" pitchFamily="49" charset="0"/>
                <a:cs typeface="Consolas" pitchFamily="49" charset="0"/>
              </a:rPr>
              <a:t> </a:t>
            </a:r>
            <a:r>
              <a:rPr lang="en-US" sz="2600" b="1" noProof="1">
                <a:solidFill>
                  <a:schemeClr val="accent2">
                    <a:lumMod val="75000"/>
                  </a:schemeClr>
                </a:solidFill>
                <a:latin typeface="Consolas" pitchFamily="49" charset="0"/>
                <a:cs typeface="Consolas" pitchFamily="49" charset="0"/>
              </a:rPr>
              <a:t>Projects</a:t>
            </a:r>
          </a:p>
          <a:p>
            <a:pPr eaLnBrk="0" hangingPunct="0">
              <a:buClr>
                <a:schemeClr val="accent5">
                  <a:lumMod val="40000"/>
                  <a:lumOff val="60000"/>
                </a:schemeClr>
              </a:buClr>
              <a:buSzPct val="70000"/>
            </a:pPr>
            <a:r>
              <a:rPr lang="en-US" sz="2600" b="1" noProof="1">
                <a:solidFill>
                  <a:schemeClr val="tx2">
                    <a:lumMod val="75000"/>
                  </a:schemeClr>
                </a:solidFill>
                <a:latin typeface="Consolas" pitchFamily="49" charset="0"/>
                <a:cs typeface="Consolas" pitchFamily="49" charset="0"/>
              </a:rPr>
              <a:t>   SET</a:t>
            </a:r>
            <a:r>
              <a:rPr lang="en-US" sz="2600" b="1" noProof="1">
                <a:solidFill>
                  <a:srgbClr val="FBEEDC"/>
                </a:solidFill>
                <a:latin typeface="Consolas" pitchFamily="49" charset="0"/>
                <a:cs typeface="Consolas" pitchFamily="49" charset="0"/>
              </a:rPr>
              <a:t> </a:t>
            </a:r>
            <a:r>
              <a:rPr lang="en-US" sz="2600" b="1" noProof="1">
                <a:solidFill>
                  <a:schemeClr val="accent2">
                    <a:lumMod val="75000"/>
                  </a:schemeClr>
                </a:solidFill>
                <a:latin typeface="Consolas" pitchFamily="49" charset="0"/>
                <a:cs typeface="Consolas" pitchFamily="49" charset="0"/>
              </a:rPr>
              <a:t>EndDate = '8/31/2006'</a:t>
            </a:r>
          </a:p>
          <a:p>
            <a:pPr eaLnBrk="0" hangingPunct="0">
              <a:buClr>
                <a:schemeClr val="accent5">
                  <a:lumMod val="40000"/>
                  <a:lumOff val="60000"/>
                </a:schemeClr>
              </a:buClr>
              <a:buSzPct val="70000"/>
            </a:pPr>
            <a:r>
              <a:rPr lang="en-US" sz="2600" b="1" noProof="1">
                <a:solidFill>
                  <a:schemeClr val="tx2">
                    <a:lumMod val="75000"/>
                  </a:schemeClr>
                </a:solidFill>
                <a:latin typeface="Consolas" pitchFamily="49" charset="0"/>
                <a:cs typeface="Consolas" pitchFamily="49" charset="0"/>
              </a:rPr>
              <a:t> WHERE</a:t>
            </a:r>
            <a:r>
              <a:rPr lang="en-US" sz="2600" b="1" noProof="1">
                <a:solidFill>
                  <a:srgbClr val="FBEEDC"/>
                </a:solidFill>
                <a:latin typeface="Consolas" pitchFamily="49" charset="0"/>
                <a:cs typeface="Consolas" pitchFamily="49" charset="0"/>
              </a:rPr>
              <a:t> </a:t>
            </a:r>
            <a:r>
              <a:rPr lang="en-US" sz="2600" b="1" noProof="1">
                <a:solidFill>
                  <a:schemeClr val="accent2">
                    <a:lumMod val="75000"/>
                  </a:schemeClr>
                </a:solidFill>
                <a:latin typeface="Consolas" pitchFamily="49" charset="0"/>
                <a:cs typeface="Consolas" pitchFamily="49" charset="0"/>
              </a:rPr>
              <a:t>StartDate = '1/1/2006'</a:t>
            </a:r>
          </a:p>
        </p:txBody>
      </p:sp>
      <p:sp>
        <p:nvSpPr>
          <p:cNvPr id="484359" name="Rectangle 7"/>
          <p:cNvSpPr>
            <a:spLocks noChangeArrowheads="1"/>
          </p:cNvSpPr>
          <p:nvPr/>
        </p:nvSpPr>
        <p:spPr bwMode="auto">
          <a:xfrm>
            <a:off x="682626" y="5190077"/>
            <a:ext cx="10741022" cy="892552"/>
          </a:xfrm>
          <a:prstGeom prst="rect">
            <a:avLst/>
          </a:prstGeom>
          <a:solidFill>
            <a:schemeClr val="accent5">
              <a:lumMod val="40000"/>
              <a:lumOff val="60000"/>
              <a:alpha val="15000"/>
            </a:schemeClr>
          </a:solidFill>
          <a:ln w="12700">
            <a:solidFill>
              <a:schemeClr val="accent5">
                <a:lumMod val="60000"/>
                <a:lumOff val="40000"/>
              </a:schemeClr>
            </a:solidFill>
          </a:ln>
        </p:spPr>
        <p:txBody>
          <a:bodyPr wrap="square">
            <a:spAutoFit/>
          </a:bodyPr>
          <a:lstStyle/>
          <a:p>
            <a:pPr eaLnBrk="0" hangingPunct="0">
              <a:buClr>
                <a:schemeClr val="accent5">
                  <a:lumMod val="40000"/>
                  <a:lumOff val="60000"/>
                </a:schemeClr>
              </a:buClr>
              <a:buSzPct val="70000"/>
            </a:pPr>
            <a:r>
              <a:rPr lang="en-US" sz="2600" b="1" noProof="1">
                <a:solidFill>
                  <a:schemeClr val="tx2">
                    <a:lumMod val="75000"/>
                  </a:schemeClr>
                </a:solidFill>
                <a:latin typeface="Consolas" pitchFamily="49" charset="0"/>
                <a:cs typeface="Consolas" pitchFamily="49" charset="0"/>
              </a:rPr>
              <a:t>DELETE</a:t>
            </a:r>
            <a:r>
              <a:rPr lang="en-US" sz="2600" b="1" noProof="1">
                <a:solidFill>
                  <a:srgbClr val="FBEEDC"/>
                </a:solidFill>
                <a:latin typeface="Consolas" pitchFamily="49" charset="0"/>
                <a:cs typeface="Consolas" pitchFamily="49" charset="0"/>
              </a:rPr>
              <a:t> </a:t>
            </a:r>
            <a:r>
              <a:rPr lang="en-US" sz="2600" b="1" noProof="1">
                <a:solidFill>
                  <a:schemeClr val="tx2">
                    <a:lumMod val="75000"/>
                  </a:schemeClr>
                </a:solidFill>
                <a:latin typeface="Consolas" pitchFamily="49" charset="0"/>
                <a:cs typeface="Consolas" pitchFamily="49" charset="0"/>
              </a:rPr>
              <a:t>FROM</a:t>
            </a:r>
            <a:r>
              <a:rPr lang="en-US" sz="2600" b="1" noProof="1">
                <a:solidFill>
                  <a:srgbClr val="FBEEDC"/>
                </a:solidFill>
                <a:latin typeface="Consolas" pitchFamily="49" charset="0"/>
                <a:cs typeface="Consolas" pitchFamily="49" charset="0"/>
              </a:rPr>
              <a:t> </a:t>
            </a:r>
            <a:r>
              <a:rPr lang="en-US" sz="2600" b="1" noProof="1">
                <a:solidFill>
                  <a:schemeClr val="accent2">
                    <a:lumMod val="75000"/>
                  </a:schemeClr>
                </a:solidFill>
                <a:latin typeface="Consolas" pitchFamily="49" charset="0"/>
                <a:cs typeface="Consolas" pitchFamily="49" charset="0"/>
              </a:rPr>
              <a:t>Projects</a:t>
            </a:r>
          </a:p>
          <a:p>
            <a:pPr eaLnBrk="0" hangingPunct="0">
              <a:buClr>
                <a:schemeClr val="accent5">
                  <a:lumMod val="40000"/>
                  <a:lumOff val="60000"/>
                </a:schemeClr>
              </a:buClr>
              <a:buSzPct val="70000"/>
            </a:pPr>
            <a:r>
              <a:rPr lang="en-US" sz="2600" b="1" noProof="1">
                <a:solidFill>
                  <a:schemeClr val="tx2">
                    <a:lumMod val="75000"/>
                  </a:schemeClr>
                </a:solidFill>
                <a:latin typeface="Consolas" pitchFamily="49" charset="0"/>
                <a:cs typeface="Consolas" pitchFamily="49" charset="0"/>
              </a:rPr>
              <a:t>      WHERE</a:t>
            </a:r>
            <a:r>
              <a:rPr lang="en-US" sz="2600" b="1" noProof="1">
                <a:solidFill>
                  <a:srgbClr val="FBEEDC"/>
                </a:solidFill>
                <a:latin typeface="Consolas" pitchFamily="49" charset="0"/>
                <a:cs typeface="Consolas" pitchFamily="49" charset="0"/>
              </a:rPr>
              <a:t> </a:t>
            </a:r>
            <a:r>
              <a:rPr lang="en-US" sz="2600" b="1" noProof="1">
                <a:solidFill>
                  <a:schemeClr val="accent2">
                    <a:lumMod val="75000"/>
                  </a:schemeClr>
                </a:solidFill>
                <a:latin typeface="Consolas" pitchFamily="49" charset="0"/>
                <a:cs typeface="Consolas" pitchFamily="49" charset="0"/>
              </a:rPr>
              <a:t>StartDate = '1/1/2006'</a:t>
            </a:r>
          </a:p>
        </p:txBody>
      </p:sp>
      <p:sp>
        <p:nvSpPr>
          <p:cNvPr id="8" name="Rectangle 2">
            <a:extLst>
              <a:ext uri="{FF2B5EF4-FFF2-40B4-BE49-F238E27FC236}">
                <a16:creationId xmlns:a16="http://schemas.microsoft.com/office/drawing/2014/main" id="{058816CD-F813-4683-838E-A8D916B32A9F}"/>
              </a:ext>
            </a:extLst>
          </p:cNvPr>
          <p:cNvSpPr txBox="1">
            <a:spLocks noChangeArrowheads="1"/>
          </p:cNvSpPr>
          <p:nvPr/>
        </p:nvSpPr>
        <p:spPr>
          <a:xfrm>
            <a:off x="379412" y="381000"/>
            <a:ext cx="10512862" cy="593726"/>
          </a:xfrm>
          <a:prstGeom prst="rect">
            <a:avLst/>
          </a:prstGeom>
        </p:spPr>
        <p:txBody>
          <a:bodyPr vert="horz" lIns="91440" tIns="45720" rIns="91440" bIns="45720" rtlCol="0" anchor="ctr">
            <a:normAutofit fontScale="90000" lnSpcReduction="10000"/>
          </a:bodyPr>
          <a:lstStyle>
            <a:lvl1pPr algn="l" defTabSz="914126" rtl="0" eaLnBrk="1" latinLnBrk="0" hangingPunct="1">
              <a:lnSpc>
                <a:spcPct val="90000"/>
              </a:lnSpc>
              <a:spcBef>
                <a:spcPct val="0"/>
              </a:spcBef>
              <a:buNone/>
              <a:defRPr sz="4399" kern="1200">
                <a:solidFill>
                  <a:schemeClr val="tx1"/>
                </a:solidFill>
                <a:latin typeface="+mj-lt"/>
                <a:ea typeface="+mj-ea"/>
                <a:cs typeface="+mj-cs"/>
              </a:defRPr>
            </a:lvl1pPr>
          </a:lstStyle>
          <a:p>
            <a:r>
              <a:rPr lang="en-US" b="1" dirty="0">
                <a:solidFill>
                  <a:srgbClr val="FF5050"/>
                </a:solidFill>
                <a:latin typeface="Times New Roman" panose="02020603050405020304" pitchFamily="18" charset="0"/>
                <a:cs typeface="Times New Roman" panose="02020603050405020304" pitchFamily="18" charset="0"/>
              </a:rPr>
              <a:t>SQL – Examples</a:t>
            </a:r>
            <a:endParaRPr lang="bg-BG" b="1" dirty="0">
              <a:solidFill>
                <a:srgbClr val="FF5050"/>
              </a:solidFill>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490131648"/>
      </p:ext>
    </p:extLst>
  </p:cSld>
  <p:clrMapOvr>
    <a:masterClrMapping/>
  </p:clrMapOvr>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484357"/>
                                        </p:tgtEl>
                                        <p:attrNameLst>
                                          <p:attrName>style.visibility</p:attrName>
                                        </p:attrNameLst>
                                      </p:cBhvr>
                                      <p:to>
                                        <p:strVal val="visible"/>
                                      </p:to>
                                    </p:set>
                                    <p:animEffect transition="in" filter="fade">
                                      <p:cBhvr>
                                        <p:cTn id="7" dur="500"/>
                                        <p:tgtEl>
                                          <p:spTgt spid="484357"/>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grpId="0" nodeType="clickEffect">
                                  <p:stCondLst>
                                    <p:cond delay="0"/>
                                  </p:stCondLst>
                                  <p:childTnLst>
                                    <p:set>
                                      <p:cBhvr>
                                        <p:cTn id="11" dur="1" fill="hold">
                                          <p:stCondLst>
                                            <p:cond delay="0"/>
                                          </p:stCondLst>
                                        </p:cTn>
                                        <p:tgtEl>
                                          <p:spTgt spid="484356"/>
                                        </p:tgtEl>
                                        <p:attrNameLst>
                                          <p:attrName>style.visibility</p:attrName>
                                        </p:attrNameLst>
                                      </p:cBhvr>
                                      <p:to>
                                        <p:strVal val="visible"/>
                                      </p:to>
                                    </p:set>
                                    <p:animEffect transition="in" filter="fade">
                                      <p:cBhvr>
                                        <p:cTn id="12" dur="500"/>
                                        <p:tgtEl>
                                          <p:spTgt spid="484356"/>
                                        </p:tgtEl>
                                      </p:cBhvr>
                                    </p:animEffect>
                                  </p:childTnLst>
                                </p:cTn>
                              </p:par>
                            </p:childTnLst>
                          </p:cTn>
                        </p:par>
                      </p:childTnLst>
                    </p:cTn>
                  </p:par>
                  <p:par>
                    <p:cTn id="13" fill="hold">
                      <p:stCondLst>
                        <p:cond delay="indefinite"/>
                      </p:stCondLst>
                      <p:childTnLst>
                        <p:par>
                          <p:cTn id="14" fill="hold">
                            <p:stCondLst>
                              <p:cond delay="0"/>
                            </p:stCondLst>
                            <p:childTnLst>
                              <p:par>
                                <p:cTn id="15" presetID="10" presetClass="entr" presetSubtype="0" fill="hold" grpId="0" nodeType="clickEffect">
                                  <p:stCondLst>
                                    <p:cond delay="0"/>
                                  </p:stCondLst>
                                  <p:childTnLst>
                                    <p:set>
                                      <p:cBhvr>
                                        <p:cTn id="16" dur="1" fill="hold">
                                          <p:stCondLst>
                                            <p:cond delay="0"/>
                                          </p:stCondLst>
                                        </p:cTn>
                                        <p:tgtEl>
                                          <p:spTgt spid="484358"/>
                                        </p:tgtEl>
                                        <p:attrNameLst>
                                          <p:attrName>style.visibility</p:attrName>
                                        </p:attrNameLst>
                                      </p:cBhvr>
                                      <p:to>
                                        <p:strVal val="visible"/>
                                      </p:to>
                                    </p:set>
                                    <p:animEffect transition="in" filter="fade">
                                      <p:cBhvr>
                                        <p:cTn id="17" dur="500"/>
                                        <p:tgtEl>
                                          <p:spTgt spid="484358"/>
                                        </p:tgtEl>
                                      </p:cBhvr>
                                    </p:animEffect>
                                  </p:childTnLst>
                                </p:cTn>
                              </p:par>
                            </p:childTnLst>
                          </p:cTn>
                        </p:par>
                      </p:childTnLst>
                    </p:cTn>
                  </p:par>
                  <p:par>
                    <p:cTn id="18" fill="hold">
                      <p:stCondLst>
                        <p:cond delay="indefinite"/>
                      </p:stCondLst>
                      <p:childTnLst>
                        <p:par>
                          <p:cTn id="19" fill="hold">
                            <p:stCondLst>
                              <p:cond delay="0"/>
                            </p:stCondLst>
                            <p:childTnLst>
                              <p:par>
                                <p:cTn id="20" presetID="10" presetClass="entr" presetSubtype="0" fill="hold" grpId="0" nodeType="clickEffect">
                                  <p:stCondLst>
                                    <p:cond delay="0"/>
                                  </p:stCondLst>
                                  <p:childTnLst>
                                    <p:set>
                                      <p:cBhvr>
                                        <p:cTn id="21" dur="1" fill="hold">
                                          <p:stCondLst>
                                            <p:cond delay="0"/>
                                          </p:stCondLst>
                                        </p:cTn>
                                        <p:tgtEl>
                                          <p:spTgt spid="484359"/>
                                        </p:tgtEl>
                                        <p:attrNameLst>
                                          <p:attrName>style.visibility</p:attrName>
                                        </p:attrNameLst>
                                      </p:cBhvr>
                                      <p:to>
                                        <p:strVal val="visible"/>
                                      </p:to>
                                    </p:set>
                                    <p:animEffect transition="in" filter="fade">
                                      <p:cBhvr>
                                        <p:cTn id="22" dur="500"/>
                                        <p:tgtEl>
                                          <p:spTgt spid="484359"/>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84356" grpId="0" animBg="1"/>
      <p:bldP spid="484357" grpId="0" animBg="1"/>
      <p:bldP spid="484358" grpId="0" animBg="1"/>
      <p:bldP spid="484359" grpId="0" animBg="1"/>
    </p:bld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86403" name="Rectangle 3"/>
          <p:cNvSpPr>
            <a:spLocks noChangeArrowheads="1"/>
          </p:cNvSpPr>
          <p:nvPr/>
        </p:nvSpPr>
        <p:spPr bwMode="auto">
          <a:xfrm>
            <a:off x="539806" y="1066800"/>
            <a:ext cx="11109212" cy="5052730"/>
          </a:xfrm>
          <a:prstGeom prst="rect">
            <a:avLst/>
          </a:prstGeom>
          <a:solidFill>
            <a:schemeClr val="accent5">
              <a:lumMod val="40000"/>
              <a:lumOff val="60000"/>
              <a:alpha val="15000"/>
            </a:schemeClr>
          </a:solidFill>
          <a:ln w="12700">
            <a:solidFill>
              <a:schemeClr val="accent5">
                <a:lumMod val="60000"/>
                <a:lumOff val="40000"/>
              </a:schemeClr>
            </a:solidFill>
          </a:ln>
        </p:spPr>
        <p:txBody>
          <a:bodyPr wrap="square">
            <a:spAutoFit/>
          </a:bodyPr>
          <a:lstStyle/>
          <a:p>
            <a:pPr eaLnBrk="0" hangingPunct="0">
              <a:lnSpc>
                <a:spcPct val="105000"/>
              </a:lnSpc>
              <a:buClr>
                <a:schemeClr val="accent5">
                  <a:lumMod val="40000"/>
                  <a:lumOff val="60000"/>
                </a:schemeClr>
              </a:buClr>
              <a:buSzPct val="70000"/>
            </a:pPr>
            <a:r>
              <a:rPr lang="en-US" sz="2200" b="1" noProof="1">
                <a:solidFill>
                  <a:schemeClr val="tx2">
                    <a:lumMod val="75000"/>
                  </a:schemeClr>
                </a:solidFill>
                <a:latin typeface="Consolas" pitchFamily="49" charset="0"/>
                <a:cs typeface="Consolas" pitchFamily="49" charset="0"/>
              </a:rPr>
              <a:t>CREATE</a:t>
            </a:r>
            <a:r>
              <a:rPr lang="en-US" sz="2200" b="1" noProof="1">
                <a:solidFill>
                  <a:schemeClr val="tx1">
                    <a:lumMod val="20000"/>
                    <a:lumOff val="80000"/>
                  </a:schemeClr>
                </a:solidFill>
                <a:latin typeface="Consolas" pitchFamily="49" charset="0"/>
                <a:cs typeface="Consolas" pitchFamily="49" charset="0"/>
              </a:rPr>
              <a:t> </a:t>
            </a:r>
            <a:r>
              <a:rPr lang="en-US" sz="2200" b="1" noProof="1">
                <a:solidFill>
                  <a:schemeClr val="tx2">
                    <a:lumMod val="75000"/>
                  </a:schemeClr>
                </a:solidFill>
                <a:latin typeface="Consolas" pitchFamily="49" charset="0"/>
                <a:cs typeface="Consolas" pitchFamily="49" charset="0"/>
              </a:rPr>
              <a:t>PROCEDURE </a:t>
            </a:r>
            <a:r>
              <a:rPr lang="en-US" sz="2200" b="1" noProof="1">
                <a:solidFill>
                  <a:schemeClr val="accent2">
                    <a:lumMod val="75000"/>
                  </a:schemeClr>
                </a:solidFill>
                <a:latin typeface="Consolas" pitchFamily="49" charset="0"/>
                <a:cs typeface="Consolas" pitchFamily="49" charset="0"/>
              </a:rPr>
              <a:t>EmpDump</a:t>
            </a:r>
            <a:r>
              <a:rPr lang="en-US" sz="2200" b="1" noProof="1">
                <a:solidFill>
                  <a:srgbClr val="FBEEDC"/>
                </a:solidFill>
                <a:latin typeface="Consolas" pitchFamily="49" charset="0"/>
                <a:cs typeface="Consolas" pitchFamily="49" charset="0"/>
              </a:rPr>
              <a:t> </a:t>
            </a:r>
            <a:r>
              <a:rPr lang="en-US" sz="2200" b="1" noProof="1">
                <a:solidFill>
                  <a:schemeClr val="tx2">
                    <a:lumMod val="75000"/>
                  </a:schemeClr>
                </a:solidFill>
                <a:latin typeface="Consolas" pitchFamily="49" charset="0"/>
                <a:cs typeface="Consolas" pitchFamily="49" charset="0"/>
              </a:rPr>
              <a:t>AS</a:t>
            </a:r>
          </a:p>
          <a:p>
            <a:pPr eaLnBrk="0" hangingPunct="0">
              <a:lnSpc>
                <a:spcPct val="105000"/>
              </a:lnSpc>
              <a:buClr>
                <a:schemeClr val="accent5">
                  <a:lumMod val="40000"/>
                  <a:lumOff val="60000"/>
                </a:schemeClr>
              </a:buClr>
              <a:buSzPct val="70000"/>
            </a:pPr>
            <a:r>
              <a:rPr lang="en-US" sz="2200" b="1" noProof="1">
                <a:solidFill>
                  <a:srgbClr val="8CF4F2"/>
                </a:solidFill>
                <a:latin typeface="Consolas" pitchFamily="49" charset="0"/>
                <a:cs typeface="Consolas" pitchFamily="49" charset="0"/>
              </a:rPr>
              <a:t>  </a:t>
            </a:r>
            <a:r>
              <a:rPr lang="en-US" sz="2200" b="1" noProof="1">
                <a:solidFill>
                  <a:schemeClr val="tx2">
                    <a:lumMod val="75000"/>
                  </a:schemeClr>
                </a:solidFill>
                <a:latin typeface="Consolas" pitchFamily="49" charset="0"/>
                <a:cs typeface="Consolas" pitchFamily="49" charset="0"/>
              </a:rPr>
              <a:t>DECLARE </a:t>
            </a:r>
            <a:r>
              <a:rPr lang="en-US" sz="2200" b="1" noProof="1">
                <a:solidFill>
                  <a:schemeClr val="accent2">
                    <a:lumMod val="75000"/>
                  </a:schemeClr>
                </a:solidFill>
                <a:latin typeface="Consolas" pitchFamily="49" charset="0"/>
                <a:cs typeface="Consolas" pitchFamily="49" charset="0"/>
              </a:rPr>
              <a:t>@EmpId</a:t>
            </a:r>
            <a:r>
              <a:rPr lang="en-US" sz="2200" b="1" noProof="1">
                <a:solidFill>
                  <a:srgbClr val="FBEEDC"/>
                </a:solidFill>
                <a:latin typeface="Consolas" pitchFamily="49" charset="0"/>
                <a:cs typeface="Consolas" pitchFamily="49" charset="0"/>
              </a:rPr>
              <a:t> </a:t>
            </a:r>
            <a:r>
              <a:rPr lang="en-US" sz="2200" b="1" noProof="1">
                <a:solidFill>
                  <a:schemeClr val="tx2">
                    <a:lumMod val="75000"/>
                  </a:schemeClr>
                </a:solidFill>
                <a:latin typeface="Consolas" pitchFamily="49" charset="0"/>
                <a:cs typeface="Consolas" pitchFamily="49" charset="0"/>
              </a:rPr>
              <a:t>INT</a:t>
            </a:r>
            <a:r>
              <a:rPr lang="en-US" sz="2200" b="1" noProof="1">
                <a:solidFill>
                  <a:schemeClr val="accent2">
                    <a:lumMod val="75000"/>
                  </a:schemeClr>
                </a:solidFill>
                <a:latin typeface="Consolas" pitchFamily="49" charset="0"/>
                <a:cs typeface="Consolas" pitchFamily="49" charset="0"/>
              </a:rPr>
              <a:t>, @EmpFName </a:t>
            </a:r>
            <a:r>
              <a:rPr lang="en-US" sz="2200" b="1" noProof="1">
                <a:solidFill>
                  <a:schemeClr val="tx2">
                    <a:lumMod val="75000"/>
                  </a:schemeClr>
                </a:solidFill>
                <a:latin typeface="Consolas" pitchFamily="49" charset="0"/>
                <a:cs typeface="Consolas" pitchFamily="49" charset="0"/>
              </a:rPr>
              <a:t>NVARCHAR(100)</a:t>
            </a:r>
            <a:r>
              <a:rPr lang="en-US" sz="2200" b="1" noProof="1">
                <a:solidFill>
                  <a:schemeClr val="accent2">
                    <a:lumMod val="75000"/>
                  </a:schemeClr>
                </a:solidFill>
                <a:latin typeface="Consolas" pitchFamily="49" charset="0"/>
                <a:cs typeface="Consolas" pitchFamily="49" charset="0"/>
              </a:rPr>
              <a:t>, @EmpLName</a:t>
            </a:r>
            <a:r>
              <a:rPr lang="en-US" sz="2200" b="1" noProof="1">
                <a:solidFill>
                  <a:srgbClr val="FBEEDC"/>
                </a:solidFill>
                <a:latin typeface="Consolas" pitchFamily="49" charset="0"/>
                <a:cs typeface="Consolas" pitchFamily="49" charset="0"/>
              </a:rPr>
              <a:t> </a:t>
            </a:r>
            <a:r>
              <a:rPr lang="en-US" sz="2200" b="1" noProof="1">
                <a:solidFill>
                  <a:schemeClr val="tx2">
                    <a:lumMod val="75000"/>
                  </a:schemeClr>
                </a:solidFill>
                <a:latin typeface="Consolas" pitchFamily="49" charset="0"/>
                <a:cs typeface="Consolas" pitchFamily="49" charset="0"/>
              </a:rPr>
              <a:t>NVARCHAR(100)</a:t>
            </a:r>
          </a:p>
          <a:p>
            <a:pPr eaLnBrk="0" hangingPunct="0">
              <a:lnSpc>
                <a:spcPct val="105000"/>
              </a:lnSpc>
              <a:buClr>
                <a:schemeClr val="accent5">
                  <a:lumMod val="40000"/>
                  <a:lumOff val="60000"/>
                </a:schemeClr>
              </a:buClr>
              <a:buSzPct val="70000"/>
            </a:pPr>
            <a:r>
              <a:rPr lang="en-US" sz="2200" b="1" noProof="1">
                <a:solidFill>
                  <a:srgbClr val="8CF4F2"/>
                </a:solidFill>
                <a:latin typeface="Consolas" pitchFamily="49" charset="0"/>
                <a:cs typeface="Consolas" pitchFamily="49" charset="0"/>
              </a:rPr>
              <a:t>  </a:t>
            </a:r>
            <a:r>
              <a:rPr lang="en-US" sz="2200" b="1" noProof="1">
                <a:solidFill>
                  <a:schemeClr val="tx2">
                    <a:lumMod val="75000"/>
                  </a:schemeClr>
                </a:solidFill>
                <a:latin typeface="Consolas" pitchFamily="49" charset="0"/>
                <a:cs typeface="Consolas" pitchFamily="49" charset="0"/>
              </a:rPr>
              <a:t>DECLARE </a:t>
            </a:r>
            <a:r>
              <a:rPr lang="en-US" sz="2200" b="1" noProof="1">
                <a:solidFill>
                  <a:schemeClr val="accent2">
                    <a:lumMod val="75000"/>
                  </a:schemeClr>
                </a:solidFill>
                <a:latin typeface="Consolas" pitchFamily="49" charset="0"/>
                <a:cs typeface="Consolas" pitchFamily="49" charset="0"/>
              </a:rPr>
              <a:t>emps</a:t>
            </a:r>
            <a:r>
              <a:rPr lang="en-US" sz="2200" b="1" noProof="1">
                <a:solidFill>
                  <a:srgbClr val="8CF4F2"/>
                </a:solidFill>
                <a:latin typeface="Consolas" pitchFamily="49" charset="0"/>
                <a:cs typeface="Consolas" pitchFamily="49" charset="0"/>
              </a:rPr>
              <a:t> </a:t>
            </a:r>
            <a:r>
              <a:rPr lang="en-US" sz="2200" b="1" noProof="1">
                <a:solidFill>
                  <a:schemeClr val="tx2">
                    <a:lumMod val="75000"/>
                  </a:schemeClr>
                </a:solidFill>
                <a:latin typeface="Consolas" pitchFamily="49" charset="0"/>
                <a:cs typeface="Consolas" pitchFamily="49" charset="0"/>
              </a:rPr>
              <a:t>CURSOR FOR</a:t>
            </a:r>
          </a:p>
          <a:p>
            <a:pPr eaLnBrk="0" hangingPunct="0">
              <a:lnSpc>
                <a:spcPct val="105000"/>
              </a:lnSpc>
              <a:buClr>
                <a:schemeClr val="accent5">
                  <a:lumMod val="40000"/>
                  <a:lumOff val="60000"/>
                </a:schemeClr>
              </a:buClr>
              <a:buSzPct val="70000"/>
            </a:pPr>
            <a:r>
              <a:rPr lang="en-US" sz="2200" b="1" noProof="1">
                <a:solidFill>
                  <a:srgbClr val="8CF4F2"/>
                </a:solidFill>
                <a:latin typeface="Consolas" pitchFamily="49" charset="0"/>
                <a:cs typeface="Consolas" pitchFamily="49" charset="0"/>
              </a:rPr>
              <a:t>    </a:t>
            </a:r>
            <a:r>
              <a:rPr lang="en-US" sz="2200" b="1" noProof="1">
                <a:solidFill>
                  <a:schemeClr val="tx2">
                    <a:lumMod val="75000"/>
                  </a:schemeClr>
                </a:solidFill>
                <a:latin typeface="Consolas" pitchFamily="49" charset="0"/>
                <a:cs typeface="Consolas" pitchFamily="49" charset="0"/>
              </a:rPr>
              <a:t>SELECT </a:t>
            </a:r>
            <a:r>
              <a:rPr lang="en-US" sz="2200" b="1" noProof="1">
                <a:solidFill>
                  <a:schemeClr val="accent2">
                    <a:lumMod val="75000"/>
                  </a:schemeClr>
                </a:solidFill>
                <a:latin typeface="Consolas" pitchFamily="49" charset="0"/>
                <a:cs typeface="Consolas" pitchFamily="49" charset="0"/>
              </a:rPr>
              <a:t>EmployeeID, FirstName, LastName</a:t>
            </a:r>
            <a:r>
              <a:rPr lang="en-US" sz="2200" b="1" noProof="1">
                <a:solidFill>
                  <a:srgbClr val="FBEEDC"/>
                </a:solidFill>
                <a:latin typeface="Consolas" pitchFamily="49" charset="0"/>
                <a:cs typeface="Consolas" pitchFamily="49" charset="0"/>
              </a:rPr>
              <a:t> </a:t>
            </a:r>
            <a:r>
              <a:rPr lang="en-US" sz="2200" b="1" noProof="1">
                <a:solidFill>
                  <a:schemeClr val="tx2">
                    <a:lumMod val="75000"/>
                  </a:schemeClr>
                </a:solidFill>
                <a:latin typeface="Consolas" pitchFamily="49" charset="0"/>
                <a:cs typeface="Consolas" pitchFamily="49" charset="0"/>
              </a:rPr>
              <a:t>FROM </a:t>
            </a:r>
            <a:r>
              <a:rPr lang="en-US" sz="2200" b="1" noProof="1">
                <a:solidFill>
                  <a:schemeClr val="accent2">
                    <a:lumMod val="75000"/>
                  </a:schemeClr>
                </a:solidFill>
                <a:latin typeface="Consolas" pitchFamily="49" charset="0"/>
                <a:cs typeface="Consolas" pitchFamily="49" charset="0"/>
              </a:rPr>
              <a:t>Employees</a:t>
            </a:r>
          </a:p>
          <a:p>
            <a:pPr eaLnBrk="0" hangingPunct="0">
              <a:lnSpc>
                <a:spcPct val="105000"/>
              </a:lnSpc>
              <a:buClr>
                <a:schemeClr val="accent5">
                  <a:lumMod val="40000"/>
                  <a:lumOff val="60000"/>
                </a:schemeClr>
              </a:buClr>
              <a:buSzPct val="70000"/>
            </a:pPr>
            <a:r>
              <a:rPr lang="en-US" sz="2200" b="1" noProof="1">
                <a:solidFill>
                  <a:srgbClr val="8CF4F2"/>
                </a:solidFill>
                <a:latin typeface="Consolas" pitchFamily="49" charset="0"/>
                <a:cs typeface="Consolas" pitchFamily="49" charset="0"/>
              </a:rPr>
              <a:t>  </a:t>
            </a:r>
            <a:r>
              <a:rPr lang="en-US" sz="2200" b="1" noProof="1">
                <a:solidFill>
                  <a:schemeClr val="tx2">
                    <a:lumMod val="75000"/>
                  </a:schemeClr>
                </a:solidFill>
                <a:latin typeface="Consolas" pitchFamily="49" charset="0"/>
                <a:cs typeface="Consolas" pitchFamily="49" charset="0"/>
              </a:rPr>
              <a:t>OPEN </a:t>
            </a:r>
            <a:r>
              <a:rPr lang="en-US" sz="2200" b="1" noProof="1">
                <a:solidFill>
                  <a:schemeClr val="accent2">
                    <a:lumMod val="75000"/>
                  </a:schemeClr>
                </a:solidFill>
                <a:latin typeface="Consolas" pitchFamily="49" charset="0"/>
                <a:cs typeface="Consolas" pitchFamily="49" charset="0"/>
              </a:rPr>
              <a:t>emps</a:t>
            </a:r>
          </a:p>
          <a:p>
            <a:pPr eaLnBrk="0" hangingPunct="0">
              <a:lnSpc>
                <a:spcPct val="105000"/>
              </a:lnSpc>
              <a:buClr>
                <a:schemeClr val="accent5">
                  <a:lumMod val="40000"/>
                  <a:lumOff val="60000"/>
                </a:schemeClr>
              </a:buClr>
              <a:buSzPct val="70000"/>
            </a:pPr>
            <a:r>
              <a:rPr lang="en-US" sz="2200" b="1" noProof="1">
                <a:solidFill>
                  <a:srgbClr val="8CF4F2"/>
                </a:solidFill>
                <a:latin typeface="Consolas" pitchFamily="49" charset="0"/>
                <a:cs typeface="Consolas" pitchFamily="49" charset="0"/>
              </a:rPr>
              <a:t>  </a:t>
            </a:r>
            <a:r>
              <a:rPr lang="en-US" sz="2200" b="1" noProof="1">
                <a:solidFill>
                  <a:schemeClr val="tx2">
                    <a:lumMod val="75000"/>
                  </a:schemeClr>
                </a:solidFill>
                <a:latin typeface="Consolas" pitchFamily="49" charset="0"/>
                <a:cs typeface="Consolas" pitchFamily="49" charset="0"/>
              </a:rPr>
              <a:t>FETCH NEXT FROM </a:t>
            </a:r>
            <a:r>
              <a:rPr lang="en-US" sz="2200" b="1" noProof="1">
                <a:solidFill>
                  <a:schemeClr val="accent2">
                    <a:lumMod val="75000"/>
                  </a:schemeClr>
                </a:solidFill>
                <a:latin typeface="Consolas" pitchFamily="49" charset="0"/>
                <a:cs typeface="Consolas" pitchFamily="49" charset="0"/>
              </a:rPr>
              <a:t>emps</a:t>
            </a:r>
            <a:r>
              <a:rPr lang="en-US" sz="2200" b="1" noProof="1">
                <a:solidFill>
                  <a:srgbClr val="8CF4F2"/>
                </a:solidFill>
                <a:latin typeface="Consolas" pitchFamily="49" charset="0"/>
                <a:cs typeface="Consolas" pitchFamily="49" charset="0"/>
              </a:rPr>
              <a:t> </a:t>
            </a:r>
            <a:r>
              <a:rPr lang="en-US" sz="2200" b="1" noProof="1">
                <a:solidFill>
                  <a:schemeClr val="tx2">
                    <a:lumMod val="75000"/>
                  </a:schemeClr>
                </a:solidFill>
                <a:latin typeface="Consolas" pitchFamily="49" charset="0"/>
                <a:cs typeface="Consolas" pitchFamily="49" charset="0"/>
              </a:rPr>
              <a:t>INTO </a:t>
            </a:r>
            <a:r>
              <a:rPr lang="en-US" sz="2200" b="1" noProof="1">
                <a:solidFill>
                  <a:schemeClr val="accent2">
                    <a:lumMod val="75000"/>
                  </a:schemeClr>
                </a:solidFill>
                <a:latin typeface="Consolas" pitchFamily="49" charset="0"/>
                <a:cs typeface="Consolas" pitchFamily="49" charset="0"/>
              </a:rPr>
              <a:t>@EmpId, @EmpFName, @EmpLName</a:t>
            </a:r>
          </a:p>
          <a:p>
            <a:pPr eaLnBrk="0" hangingPunct="0">
              <a:lnSpc>
                <a:spcPct val="105000"/>
              </a:lnSpc>
              <a:buClr>
                <a:schemeClr val="accent5">
                  <a:lumMod val="40000"/>
                  <a:lumOff val="60000"/>
                </a:schemeClr>
              </a:buClr>
              <a:buSzPct val="70000"/>
            </a:pPr>
            <a:r>
              <a:rPr lang="en-US" sz="2200" b="1" noProof="1">
                <a:solidFill>
                  <a:srgbClr val="8CF4F2"/>
                </a:solidFill>
                <a:latin typeface="Consolas" pitchFamily="49" charset="0"/>
                <a:cs typeface="Consolas" pitchFamily="49" charset="0"/>
              </a:rPr>
              <a:t>  </a:t>
            </a:r>
            <a:r>
              <a:rPr lang="en-US" sz="2200" b="1" noProof="1">
                <a:solidFill>
                  <a:schemeClr val="tx2">
                    <a:lumMod val="75000"/>
                  </a:schemeClr>
                </a:solidFill>
                <a:latin typeface="Consolas" pitchFamily="49" charset="0"/>
                <a:cs typeface="Consolas" pitchFamily="49" charset="0"/>
              </a:rPr>
              <a:t>WHILE </a:t>
            </a:r>
            <a:r>
              <a:rPr lang="en-US" sz="2200" b="1" noProof="1">
                <a:solidFill>
                  <a:schemeClr val="accent2">
                    <a:lumMod val="75000"/>
                  </a:schemeClr>
                </a:solidFill>
                <a:latin typeface="Consolas" pitchFamily="49" charset="0"/>
                <a:cs typeface="Consolas" pitchFamily="49" charset="0"/>
              </a:rPr>
              <a:t>(@@FETCH_STATUS = 0) </a:t>
            </a:r>
            <a:r>
              <a:rPr lang="en-US" sz="2200" b="1" noProof="1">
                <a:solidFill>
                  <a:schemeClr val="tx2">
                    <a:lumMod val="75000"/>
                  </a:schemeClr>
                </a:solidFill>
                <a:latin typeface="Consolas" pitchFamily="49" charset="0"/>
                <a:cs typeface="Consolas" pitchFamily="49" charset="0"/>
              </a:rPr>
              <a:t>BEGIN</a:t>
            </a:r>
          </a:p>
          <a:p>
            <a:pPr eaLnBrk="0" hangingPunct="0">
              <a:lnSpc>
                <a:spcPct val="105000"/>
              </a:lnSpc>
              <a:buClr>
                <a:schemeClr val="accent5">
                  <a:lumMod val="40000"/>
                  <a:lumOff val="60000"/>
                </a:schemeClr>
              </a:buClr>
              <a:buSzPct val="70000"/>
            </a:pPr>
            <a:r>
              <a:rPr lang="en-US" sz="2200" b="1" noProof="1">
                <a:solidFill>
                  <a:srgbClr val="8CF4F2"/>
                </a:solidFill>
                <a:latin typeface="Consolas" pitchFamily="49" charset="0"/>
                <a:cs typeface="Consolas" pitchFamily="49" charset="0"/>
              </a:rPr>
              <a:t>    </a:t>
            </a:r>
            <a:r>
              <a:rPr lang="en-US" sz="2200" b="1" noProof="1">
                <a:solidFill>
                  <a:schemeClr val="accent2">
                    <a:lumMod val="75000"/>
                  </a:schemeClr>
                </a:solidFill>
                <a:latin typeface="Consolas" pitchFamily="49" charset="0"/>
                <a:cs typeface="Consolas" pitchFamily="49" charset="0"/>
              </a:rPr>
              <a:t>PRINT CAST(@EmpId AS VARCHAR(10)) + ' ' </a:t>
            </a:r>
          </a:p>
          <a:p>
            <a:pPr eaLnBrk="0" hangingPunct="0">
              <a:lnSpc>
                <a:spcPct val="105000"/>
              </a:lnSpc>
              <a:buClr>
                <a:schemeClr val="accent5">
                  <a:lumMod val="40000"/>
                  <a:lumOff val="60000"/>
                </a:schemeClr>
              </a:buClr>
              <a:buSzPct val="70000"/>
            </a:pPr>
            <a:r>
              <a:rPr lang="en-US" sz="2200" b="1" noProof="1">
                <a:solidFill>
                  <a:schemeClr val="accent2">
                    <a:lumMod val="75000"/>
                  </a:schemeClr>
                </a:solidFill>
                <a:latin typeface="Consolas" pitchFamily="49" charset="0"/>
                <a:cs typeface="Consolas" pitchFamily="49" charset="0"/>
              </a:rPr>
              <a:t>      + @EmpFName + ' ' + @EmpLName</a:t>
            </a:r>
          </a:p>
          <a:p>
            <a:pPr eaLnBrk="0" hangingPunct="0">
              <a:lnSpc>
                <a:spcPct val="105000"/>
              </a:lnSpc>
              <a:buClr>
                <a:schemeClr val="accent5">
                  <a:lumMod val="40000"/>
                  <a:lumOff val="60000"/>
                </a:schemeClr>
              </a:buClr>
              <a:buSzPct val="70000"/>
            </a:pPr>
            <a:r>
              <a:rPr lang="en-US" sz="2200" b="1" noProof="1">
                <a:solidFill>
                  <a:srgbClr val="8CF4F2"/>
                </a:solidFill>
                <a:latin typeface="Consolas" pitchFamily="49" charset="0"/>
                <a:cs typeface="Consolas" pitchFamily="49" charset="0"/>
              </a:rPr>
              <a:t>    </a:t>
            </a:r>
            <a:r>
              <a:rPr lang="en-US" sz="2200" b="1" noProof="1">
                <a:solidFill>
                  <a:schemeClr val="tx2">
                    <a:lumMod val="75000"/>
                  </a:schemeClr>
                </a:solidFill>
                <a:latin typeface="Consolas" pitchFamily="49" charset="0"/>
                <a:cs typeface="Consolas" pitchFamily="49" charset="0"/>
              </a:rPr>
              <a:t>FETCH NEXT FROM </a:t>
            </a:r>
            <a:r>
              <a:rPr lang="en-US" sz="2200" b="1" noProof="1">
                <a:solidFill>
                  <a:schemeClr val="accent2">
                    <a:lumMod val="75000"/>
                  </a:schemeClr>
                </a:solidFill>
                <a:latin typeface="Consolas" pitchFamily="49" charset="0"/>
                <a:cs typeface="Consolas" pitchFamily="49" charset="0"/>
              </a:rPr>
              <a:t>emps</a:t>
            </a:r>
            <a:r>
              <a:rPr lang="en-US" sz="2200" b="1" noProof="1">
                <a:solidFill>
                  <a:srgbClr val="8CF4F2"/>
                </a:solidFill>
                <a:latin typeface="Consolas" pitchFamily="49" charset="0"/>
                <a:cs typeface="Consolas" pitchFamily="49" charset="0"/>
              </a:rPr>
              <a:t> </a:t>
            </a:r>
            <a:r>
              <a:rPr lang="en-US" sz="2200" b="1" noProof="1">
                <a:solidFill>
                  <a:schemeClr val="tx2">
                    <a:lumMod val="75000"/>
                  </a:schemeClr>
                </a:solidFill>
                <a:latin typeface="Consolas" pitchFamily="49" charset="0"/>
                <a:cs typeface="Consolas" pitchFamily="49" charset="0"/>
              </a:rPr>
              <a:t>INTO </a:t>
            </a:r>
            <a:r>
              <a:rPr lang="en-US" sz="2200" b="1" noProof="1">
                <a:solidFill>
                  <a:schemeClr val="accent2">
                    <a:lumMod val="75000"/>
                  </a:schemeClr>
                </a:solidFill>
                <a:latin typeface="Consolas" pitchFamily="49" charset="0"/>
                <a:cs typeface="Consolas" pitchFamily="49" charset="0"/>
              </a:rPr>
              <a:t>@EmpId, @EmpFName, @EmpLName</a:t>
            </a:r>
          </a:p>
          <a:p>
            <a:pPr eaLnBrk="0" hangingPunct="0">
              <a:lnSpc>
                <a:spcPct val="105000"/>
              </a:lnSpc>
              <a:buClr>
                <a:schemeClr val="accent5">
                  <a:lumMod val="40000"/>
                  <a:lumOff val="60000"/>
                </a:schemeClr>
              </a:buClr>
              <a:buSzPct val="70000"/>
            </a:pPr>
            <a:r>
              <a:rPr lang="en-US" sz="2200" b="1" noProof="1">
                <a:solidFill>
                  <a:srgbClr val="8CF4F2"/>
                </a:solidFill>
                <a:latin typeface="Consolas" pitchFamily="49" charset="0"/>
                <a:cs typeface="Consolas" pitchFamily="49" charset="0"/>
              </a:rPr>
              <a:t>  </a:t>
            </a:r>
            <a:r>
              <a:rPr lang="en-US" sz="2200" b="1" noProof="1">
                <a:solidFill>
                  <a:schemeClr val="tx2">
                    <a:lumMod val="75000"/>
                  </a:schemeClr>
                </a:solidFill>
                <a:latin typeface="Consolas" pitchFamily="49" charset="0"/>
                <a:cs typeface="Consolas" pitchFamily="49" charset="0"/>
              </a:rPr>
              <a:t>END</a:t>
            </a:r>
          </a:p>
          <a:p>
            <a:pPr eaLnBrk="0" hangingPunct="0">
              <a:lnSpc>
                <a:spcPct val="105000"/>
              </a:lnSpc>
              <a:buClr>
                <a:schemeClr val="accent5">
                  <a:lumMod val="40000"/>
                  <a:lumOff val="60000"/>
                </a:schemeClr>
              </a:buClr>
              <a:buSzPct val="70000"/>
            </a:pPr>
            <a:r>
              <a:rPr lang="en-US" sz="2200" b="1" noProof="1">
                <a:solidFill>
                  <a:srgbClr val="8CF4F2"/>
                </a:solidFill>
                <a:latin typeface="Consolas" pitchFamily="49" charset="0"/>
                <a:cs typeface="Consolas" pitchFamily="49" charset="0"/>
              </a:rPr>
              <a:t>  </a:t>
            </a:r>
            <a:r>
              <a:rPr lang="en-US" sz="2200" b="1" noProof="1">
                <a:solidFill>
                  <a:schemeClr val="tx2">
                    <a:lumMod val="75000"/>
                  </a:schemeClr>
                </a:solidFill>
                <a:latin typeface="Consolas" pitchFamily="49" charset="0"/>
                <a:cs typeface="Consolas" pitchFamily="49" charset="0"/>
              </a:rPr>
              <a:t>CLOSE </a:t>
            </a:r>
            <a:r>
              <a:rPr lang="en-US" sz="2200" b="1" noProof="1">
                <a:solidFill>
                  <a:schemeClr val="accent2">
                    <a:lumMod val="75000"/>
                  </a:schemeClr>
                </a:solidFill>
                <a:latin typeface="Consolas" pitchFamily="49" charset="0"/>
                <a:cs typeface="Consolas" pitchFamily="49" charset="0"/>
              </a:rPr>
              <a:t>emps</a:t>
            </a:r>
          </a:p>
          <a:p>
            <a:pPr eaLnBrk="0" hangingPunct="0">
              <a:lnSpc>
                <a:spcPct val="105000"/>
              </a:lnSpc>
              <a:buClr>
                <a:schemeClr val="accent5">
                  <a:lumMod val="40000"/>
                  <a:lumOff val="60000"/>
                </a:schemeClr>
              </a:buClr>
              <a:buSzPct val="70000"/>
            </a:pPr>
            <a:r>
              <a:rPr lang="en-US" sz="2200" b="1" noProof="1">
                <a:solidFill>
                  <a:srgbClr val="8CF4F2"/>
                </a:solidFill>
                <a:latin typeface="Consolas" pitchFamily="49" charset="0"/>
                <a:cs typeface="Consolas" pitchFamily="49" charset="0"/>
              </a:rPr>
              <a:t>  </a:t>
            </a:r>
            <a:r>
              <a:rPr lang="en-US" sz="2200" b="1" noProof="1">
                <a:solidFill>
                  <a:schemeClr val="tx2">
                    <a:lumMod val="75000"/>
                  </a:schemeClr>
                </a:solidFill>
                <a:latin typeface="Consolas" pitchFamily="49" charset="0"/>
                <a:cs typeface="Consolas" pitchFamily="49" charset="0"/>
              </a:rPr>
              <a:t>DEALLOCATE </a:t>
            </a:r>
            <a:r>
              <a:rPr lang="en-US" sz="2200" b="1" noProof="1">
                <a:solidFill>
                  <a:schemeClr val="accent2">
                    <a:lumMod val="75000"/>
                  </a:schemeClr>
                </a:solidFill>
                <a:latin typeface="Consolas" pitchFamily="49" charset="0"/>
                <a:cs typeface="Consolas" pitchFamily="49" charset="0"/>
              </a:rPr>
              <a:t>emps</a:t>
            </a:r>
          </a:p>
          <a:p>
            <a:pPr eaLnBrk="0" hangingPunct="0">
              <a:lnSpc>
                <a:spcPct val="105000"/>
              </a:lnSpc>
              <a:buClr>
                <a:schemeClr val="accent5">
                  <a:lumMod val="40000"/>
                  <a:lumOff val="60000"/>
                </a:schemeClr>
              </a:buClr>
              <a:buSzPct val="70000"/>
            </a:pPr>
            <a:r>
              <a:rPr lang="en-US" sz="2200" b="1" noProof="1">
                <a:solidFill>
                  <a:schemeClr val="tx2">
                    <a:lumMod val="75000"/>
                  </a:schemeClr>
                </a:solidFill>
                <a:latin typeface="Consolas" pitchFamily="49" charset="0"/>
                <a:cs typeface="Consolas" pitchFamily="49" charset="0"/>
              </a:rPr>
              <a:t>GO</a:t>
            </a:r>
          </a:p>
        </p:txBody>
      </p:sp>
      <p:sp>
        <p:nvSpPr>
          <p:cNvPr id="6" name="Rectangle 2">
            <a:extLst>
              <a:ext uri="{FF2B5EF4-FFF2-40B4-BE49-F238E27FC236}">
                <a16:creationId xmlns:a16="http://schemas.microsoft.com/office/drawing/2014/main" id="{0D2F9144-9A37-405B-9B65-2339CC861659}"/>
              </a:ext>
            </a:extLst>
          </p:cNvPr>
          <p:cNvSpPr txBox="1">
            <a:spLocks noChangeArrowheads="1"/>
          </p:cNvSpPr>
          <p:nvPr/>
        </p:nvSpPr>
        <p:spPr>
          <a:xfrm>
            <a:off x="379412" y="381000"/>
            <a:ext cx="10512862" cy="593726"/>
          </a:xfrm>
          <a:prstGeom prst="rect">
            <a:avLst/>
          </a:prstGeom>
        </p:spPr>
        <p:txBody>
          <a:bodyPr vert="horz" lIns="91440" tIns="45720" rIns="91440" bIns="45720" rtlCol="0" anchor="ctr">
            <a:normAutofit fontScale="90000" lnSpcReduction="10000"/>
          </a:bodyPr>
          <a:lstStyle>
            <a:lvl1pPr algn="l" defTabSz="914126" rtl="0" eaLnBrk="1" latinLnBrk="0" hangingPunct="1">
              <a:lnSpc>
                <a:spcPct val="90000"/>
              </a:lnSpc>
              <a:spcBef>
                <a:spcPct val="0"/>
              </a:spcBef>
              <a:buNone/>
              <a:defRPr sz="4399" kern="1200">
                <a:solidFill>
                  <a:schemeClr val="tx1"/>
                </a:solidFill>
                <a:latin typeface="+mj-lt"/>
                <a:ea typeface="+mj-ea"/>
                <a:cs typeface="+mj-cs"/>
              </a:defRPr>
            </a:lvl1pPr>
          </a:lstStyle>
          <a:p>
            <a:r>
              <a:rPr lang="en-US" b="1" dirty="0">
                <a:solidFill>
                  <a:srgbClr val="FF5050"/>
                </a:solidFill>
                <a:latin typeface="Times New Roman" panose="02020603050405020304" pitchFamily="18" charset="0"/>
                <a:cs typeface="Times New Roman" panose="02020603050405020304" pitchFamily="18" charset="0"/>
              </a:rPr>
              <a:t>T-SQL – Examples</a:t>
            </a:r>
            <a:endParaRPr lang="bg-BG" b="1" dirty="0">
              <a:solidFill>
                <a:srgbClr val="FF5050"/>
              </a:solidFill>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3748604494"/>
      </p:ext>
    </p:extLst>
  </p:cSld>
  <p:clrMapOvr>
    <a:masterClrMapping/>
  </p:clrMapOvr>
  <p:transition/>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Picture 3" descr="A picture containing red, sitting, umbrella, holding&#10;&#10;Description automatically generated">
            <a:extLst>
              <a:ext uri="{FF2B5EF4-FFF2-40B4-BE49-F238E27FC236}">
                <a16:creationId xmlns:a16="http://schemas.microsoft.com/office/drawing/2014/main" id="{95E97045-A1C0-47EC-A67D-0E3E658B0E4B}"/>
              </a:ext>
            </a:extLst>
          </p:cNvPr>
          <p:cNvPicPr>
            <a:picLocks noChangeAspect="1"/>
          </p:cNvPicPr>
          <p:nvPr/>
        </p:nvPicPr>
        <p:blipFill>
          <a:blip r:embed="rId2"/>
          <a:stretch>
            <a:fillRect/>
          </a:stretch>
        </p:blipFill>
        <p:spPr>
          <a:xfrm>
            <a:off x="-1" y="-38100"/>
            <a:ext cx="12188825" cy="6934200"/>
          </a:xfrm>
          <a:prstGeom prst="rect">
            <a:avLst/>
          </a:prstGeom>
        </p:spPr>
      </p:pic>
      <p:sp>
        <p:nvSpPr>
          <p:cNvPr id="5" name="Title 4"/>
          <p:cNvSpPr>
            <a:spLocks noGrp="1"/>
          </p:cNvSpPr>
          <p:nvPr>
            <p:ph type="ctrTitle"/>
          </p:nvPr>
        </p:nvSpPr>
        <p:spPr>
          <a:xfrm>
            <a:off x="1523602" y="1828800"/>
            <a:ext cx="9141619" cy="995363"/>
          </a:xfrm>
        </p:spPr>
        <p:txBody>
          <a:bodyPr/>
          <a:lstStyle/>
          <a:p>
            <a:r>
              <a:rPr lang="en-US" b="1" dirty="0">
                <a:solidFill>
                  <a:schemeClr val="bg1"/>
                </a:solidFill>
                <a:latin typeface="Segoe UI" panose="020B0502040204020203" pitchFamily="34" charset="0"/>
                <a:cs typeface="Segoe UI" panose="020B0502040204020203" pitchFamily="34" charset="0"/>
              </a:rPr>
              <a:t>Retrieving Data</a:t>
            </a:r>
          </a:p>
        </p:txBody>
      </p:sp>
      <p:sp>
        <p:nvSpPr>
          <p:cNvPr id="6" name="Text Placeholder 5"/>
          <p:cNvSpPr>
            <a:spLocks noGrp="1"/>
          </p:cNvSpPr>
          <p:nvPr>
            <p:ph type="subTitle" idx="1"/>
          </p:nvPr>
        </p:nvSpPr>
        <p:spPr>
          <a:xfrm>
            <a:off x="1523602" y="2916239"/>
            <a:ext cx="9141619" cy="1655762"/>
          </a:xfrm>
        </p:spPr>
        <p:txBody>
          <a:bodyPr/>
          <a:lstStyle/>
          <a:p>
            <a:r>
              <a:rPr lang="en-US" b="1" dirty="0">
                <a:solidFill>
                  <a:schemeClr val="bg1"/>
                </a:solidFill>
                <a:latin typeface="Segoe UI" panose="020B0502040204020203" pitchFamily="34" charset="0"/>
                <a:cs typeface="Segoe UI" panose="020B0502040204020203" pitchFamily="34" charset="0"/>
              </a:rPr>
              <a:t>Using SQL SELECT</a:t>
            </a:r>
          </a:p>
        </p:txBody>
      </p:sp>
    </p:spTree>
    <p:extLst>
      <p:ext uri="{BB962C8B-B14F-4D97-AF65-F5344CB8AC3E}">
        <p14:creationId xmlns:p14="http://schemas.microsoft.com/office/powerpoint/2010/main" val="4153620332"/>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11" name="Group 10"/>
          <p:cNvGrpSpPr/>
          <p:nvPr/>
        </p:nvGrpSpPr>
        <p:grpSpPr>
          <a:xfrm>
            <a:off x="5999237" y="967735"/>
            <a:ext cx="4899139" cy="2922332"/>
            <a:chOff x="6191248" y="1116268"/>
            <a:chExt cx="4899139" cy="2922332"/>
          </a:xfrm>
        </p:grpSpPr>
        <p:sp>
          <p:nvSpPr>
            <p:cNvPr id="76" name="Rounded Rectangle 75"/>
            <p:cNvSpPr/>
            <p:nvPr/>
          </p:nvSpPr>
          <p:spPr>
            <a:xfrm>
              <a:off x="6191248" y="1116268"/>
              <a:ext cx="4899139" cy="2922332"/>
            </a:xfrm>
            <a:prstGeom prst="roundRect">
              <a:avLst>
                <a:gd name="adj" fmla="val 3505"/>
              </a:avLst>
            </a:prstGeom>
            <a:solidFill>
              <a:srgbClr val="D9D5C7">
                <a:alpha val="20000"/>
              </a:srgbClr>
            </a:solidFill>
            <a:ln w="57150">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2800"/>
            </a:p>
          </p:txBody>
        </p:sp>
        <p:grpSp>
          <p:nvGrpSpPr>
            <p:cNvPr id="7" name="Group 6"/>
            <p:cNvGrpSpPr/>
            <p:nvPr/>
          </p:nvGrpSpPr>
          <p:grpSpPr>
            <a:xfrm>
              <a:off x="7542212" y="2349500"/>
              <a:ext cx="1866900" cy="1377951"/>
              <a:chOff x="7542212" y="2349500"/>
              <a:chExt cx="1866900" cy="1377951"/>
            </a:xfrm>
          </p:grpSpPr>
          <p:sp>
            <p:nvSpPr>
              <p:cNvPr id="492549" name="Rectangle 5"/>
              <p:cNvSpPr>
                <a:spLocks noChangeArrowheads="1"/>
              </p:cNvSpPr>
              <p:nvPr/>
            </p:nvSpPr>
            <p:spPr bwMode="blackWhite">
              <a:xfrm>
                <a:off x="7554912" y="2363787"/>
                <a:ext cx="1841500" cy="1346200"/>
              </a:xfrm>
              <a:prstGeom prst="rect">
                <a:avLst/>
              </a:prstGeom>
              <a:solidFill>
                <a:srgbClr val="FFFFCC"/>
              </a:solidFill>
              <a:ln w="25400">
                <a:solidFill>
                  <a:srgbClr val="000000"/>
                </a:solidFill>
                <a:miter lim="800000"/>
                <a:headEnd/>
                <a:tailEnd/>
              </a:ln>
              <a:effectLst>
                <a:outerShdw dist="89803" dir="2700000" algn="ctr" rotWithShape="0">
                  <a:srgbClr val="000000"/>
                </a:outerShdw>
              </a:effectLst>
            </p:spPr>
            <p:txBody>
              <a:bodyPr wrap="none" anchor="ctr"/>
              <a:lstStyle/>
              <a:p>
                <a:endParaRPr lang="bg-BG" dirty="0"/>
              </a:p>
            </p:txBody>
          </p:sp>
          <p:grpSp>
            <p:nvGrpSpPr>
              <p:cNvPr id="3" name="Group 9"/>
              <p:cNvGrpSpPr>
                <a:grpSpLocks/>
              </p:cNvGrpSpPr>
              <p:nvPr/>
            </p:nvGrpSpPr>
            <p:grpSpPr bwMode="auto">
              <a:xfrm>
                <a:off x="7564438" y="2527300"/>
                <a:ext cx="1825625" cy="1066800"/>
                <a:chOff x="3422" y="1549"/>
                <a:chExt cx="1150" cy="672"/>
              </a:xfrm>
            </p:grpSpPr>
            <p:sp>
              <p:nvSpPr>
                <p:cNvPr id="492554" name="Rectangle 10"/>
                <p:cNvSpPr>
                  <a:spLocks noChangeArrowheads="1"/>
                </p:cNvSpPr>
                <p:nvPr/>
              </p:nvSpPr>
              <p:spPr bwMode="ltGray">
                <a:xfrm>
                  <a:off x="3422" y="1741"/>
                  <a:ext cx="1150" cy="91"/>
                </a:xfrm>
                <a:prstGeom prst="rect">
                  <a:avLst/>
                </a:prstGeom>
                <a:solidFill>
                  <a:schemeClr val="accent1"/>
                </a:solidFill>
                <a:ln w="9525">
                  <a:solidFill>
                    <a:schemeClr val="tx1"/>
                  </a:solidFill>
                  <a:miter lim="800000"/>
                  <a:headEnd/>
                  <a:tailEnd/>
                </a:ln>
                <a:effectLst/>
              </p:spPr>
              <p:txBody>
                <a:bodyPr wrap="none" anchor="ctr"/>
                <a:lstStyle/>
                <a:p>
                  <a:endParaRPr lang="bg-BG" dirty="0"/>
                </a:p>
              </p:txBody>
            </p:sp>
            <p:sp>
              <p:nvSpPr>
                <p:cNvPr id="492555" name="Rectangle 11"/>
                <p:cNvSpPr>
                  <a:spLocks noChangeArrowheads="1"/>
                </p:cNvSpPr>
                <p:nvPr/>
              </p:nvSpPr>
              <p:spPr bwMode="ltGray">
                <a:xfrm>
                  <a:off x="3422" y="2026"/>
                  <a:ext cx="1150" cy="195"/>
                </a:xfrm>
                <a:prstGeom prst="rect">
                  <a:avLst/>
                </a:prstGeom>
                <a:solidFill>
                  <a:schemeClr val="accent1"/>
                </a:solidFill>
                <a:ln w="9525">
                  <a:solidFill>
                    <a:schemeClr val="tx1"/>
                  </a:solidFill>
                  <a:miter lim="800000"/>
                  <a:headEnd/>
                  <a:tailEnd/>
                </a:ln>
                <a:effectLst/>
              </p:spPr>
              <p:txBody>
                <a:bodyPr wrap="none" anchor="ctr"/>
                <a:lstStyle/>
                <a:p>
                  <a:endParaRPr lang="bg-BG" dirty="0"/>
                </a:p>
              </p:txBody>
            </p:sp>
            <p:sp>
              <p:nvSpPr>
                <p:cNvPr id="492556" name="Rectangle 12"/>
                <p:cNvSpPr>
                  <a:spLocks noChangeArrowheads="1"/>
                </p:cNvSpPr>
                <p:nvPr/>
              </p:nvSpPr>
              <p:spPr bwMode="ltGray">
                <a:xfrm>
                  <a:off x="3422" y="1549"/>
                  <a:ext cx="1150" cy="85"/>
                </a:xfrm>
                <a:prstGeom prst="rect">
                  <a:avLst/>
                </a:prstGeom>
                <a:solidFill>
                  <a:schemeClr val="accent1"/>
                </a:solidFill>
                <a:ln w="9525">
                  <a:solidFill>
                    <a:schemeClr val="tx1"/>
                  </a:solidFill>
                  <a:miter lim="800000"/>
                  <a:headEnd/>
                  <a:tailEnd/>
                </a:ln>
                <a:effectLst/>
              </p:spPr>
              <p:txBody>
                <a:bodyPr wrap="none" anchor="ctr"/>
                <a:lstStyle/>
                <a:p>
                  <a:endParaRPr lang="bg-BG" dirty="0"/>
                </a:p>
              </p:txBody>
            </p:sp>
          </p:grpSp>
          <p:sp>
            <p:nvSpPr>
              <p:cNvPr id="492557" name="Line 13"/>
              <p:cNvSpPr>
                <a:spLocks noChangeShapeType="1"/>
              </p:cNvSpPr>
              <p:nvPr/>
            </p:nvSpPr>
            <p:spPr bwMode="auto">
              <a:xfrm>
                <a:off x="8523287" y="2351088"/>
                <a:ext cx="0" cy="1376363"/>
              </a:xfrm>
              <a:prstGeom prst="line">
                <a:avLst/>
              </a:prstGeom>
              <a:noFill/>
              <a:ln w="25400">
                <a:solidFill>
                  <a:srgbClr val="000000"/>
                </a:solidFill>
                <a:round/>
                <a:headEnd type="none" w="sm" len="sm"/>
                <a:tailEnd type="none" w="sm" len="sm"/>
              </a:ln>
              <a:effectLst/>
            </p:spPr>
            <p:txBody>
              <a:bodyPr/>
              <a:lstStyle/>
              <a:p>
                <a:endParaRPr lang="bg-BG" dirty="0"/>
              </a:p>
            </p:txBody>
          </p:sp>
          <p:sp>
            <p:nvSpPr>
              <p:cNvPr id="492558" name="Line 14"/>
              <p:cNvSpPr>
                <a:spLocks noChangeShapeType="1"/>
              </p:cNvSpPr>
              <p:nvPr/>
            </p:nvSpPr>
            <p:spPr bwMode="auto">
              <a:xfrm>
                <a:off x="7827962" y="2351088"/>
                <a:ext cx="0" cy="1376363"/>
              </a:xfrm>
              <a:prstGeom prst="line">
                <a:avLst/>
              </a:prstGeom>
              <a:noFill/>
              <a:ln w="25400">
                <a:solidFill>
                  <a:srgbClr val="000000"/>
                </a:solidFill>
                <a:round/>
                <a:headEnd type="none" w="sm" len="sm"/>
                <a:tailEnd type="none" w="sm" len="sm"/>
              </a:ln>
              <a:effectLst/>
            </p:spPr>
            <p:txBody>
              <a:bodyPr/>
              <a:lstStyle/>
              <a:p>
                <a:endParaRPr lang="bg-BG" dirty="0"/>
              </a:p>
            </p:txBody>
          </p:sp>
          <p:sp>
            <p:nvSpPr>
              <p:cNvPr id="492559" name="Line 15"/>
              <p:cNvSpPr>
                <a:spLocks noChangeShapeType="1"/>
              </p:cNvSpPr>
              <p:nvPr/>
            </p:nvSpPr>
            <p:spPr bwMode="auto">
              <a:xfrm>
                <a:off x="7542212" y="2522537"/>
                <a:ext cx="1866900" cy="0"/>
              </a:xfrm>
              <a:prstGeom prst="line">
                <a:avLst/>
              </a:prstGeom>
              <a:noFill/>
              <a:ln w="25400">
                <a:solidFill>
                  <a:srgbClr val="000000"/>
                </a:solidFill>
                <a:round/>
                <a:headEnd type="none" w="sm" len="sm"/>
                <a:tailEnd type="none" w="sm" len="sm"/>
              </a:ln>
              <a:effectLst/>
            </p:spPr>
            <p:txBody>
              <a:bodyPr/>
              <a:lstStyle/>
              <a:p>
                <a:endParaRPr lang="bg-BG" dirty="0"/>
              </a:p>
            </p:txBody>
          </p:sp>
          <p:sp>
            <p:nvSpPr>
              <p:cNvPr id="492560" name="Line 16"/>
              <p:cNvSpPr>
                <a:spLocks noChangeShapeType="1"/>
              </p:cNvSpPr>
              <p:nvPr/>
            </p:nvSpPr>
            <p:spPr bwMode="auto">
              <a:xfrm>
                <a:off x="7542212" y="2674937"/>
                <a:ext cx="1866900" cy="0"/>
              </a:xfrm>
              <a:prstGeom prst="line">
                <a:avLst/>
              </a:prstGeom>
              <a:noFill/>
              <a:ln w="25400">
                <a:solidFill>
                  <a:srgbClr val="000000"/>
                </a:solidFill>
                <a:round/>
                <a:headEnd type="none" w="sm" len="sm"/>
                <a:tailEnd type="none" w="sm" len="sm"/>
              </a:ln>
              <a:effectLst/>
            </p:spPr>
            <p:txBody>
              <a:bodyPr/>
              <a:lstStyle/>
              <a:p>
                <a:endParaRPr lang="bg-BG" dirty="0"/>
              </a:p>
            </p:txBody>
          </p:sp>
          <p:sp>
            <p:nvSpPr>
              <p:cNvPr id="492561" name="Line 17"/>
              <p:cNvSpPr>
                <a:spLocks noChangeShapeType="1"/>
              </p:cNvSpPr>
              <p:nvPr/>
            </p:nvSpPr>
            <p:spPr bwMode="auto">
              <a:xfrm>
                <a:off x="7542212" y="2827337"/>
                <a:ext cx="1866900" cy="0"/>
              </a:xfrm>
              <a:prstGeom prst="line">
                <a:avLst/>
              </a:prstGeom>
              <a:noFill/>
              <a:ln w="25400">
                <a:solidFill>
                  <a:srgbClr val="000000"/>
                </a:solidFill>
                <a:round/>
                <a:headEnd type="none" w="sm" len="sm"/>
                <a:tailEnd type="none" w="sm" len="sm"/>
              </a:ln>
              <a:effectLst/>
            </p:spPr>
            <p:txBody>
              <a:bodyPr/>
              <a:lstStyle/>
              <a:p>
                <a:endParaRPr lang="bg-BG" dirty="0"/>
              </a:p>
            </p:txBody>
          </p:sp>
          <p:sp>
            <p:nvSpPr>
              <p:cNvPr id="492562" name="Line 18"/>
              <p:cNvSpPr>
                <a:spLocks noChangeShapeType="1"/>
              </p:cNvSpPr>
              <p:nvPr/>
            </p:nvSpPr>
            <p:spPr bwMode="auto">
              <a:xfrm>
                <a:off x="7542212" y="2979737"/>
                <a:ext cx="1866900" cy="0"/>
              </a:xfrm>
              <a:prstGeom prst="line">
                <a:avLst/>
              </a:prstGeom>
              <a:noFill/>
              <a:ln w="25400">
                <a:solidFill>
                  <a:srgbClr val="000000"/>
                </a:solidFill>
                <a:round/>
                <a:headEnd type="none" w="sm" len="sm"/>
                <a:tailEnd type="none" w="sm" len="sm"/>
              </a:ln>
              <a:effectLst/>
            </p:spPr>
            <p:txBody>
              <a:bodyPr/>
              <a:lstStyle/>
              <a:p>
                <a:endParaRPr lang="bg-BG" dirty="0"/>
              </a:p>
            </p:txBody>
          </p:sp>
          <p:sp>
            <p:nvSpPr>
              <p:cNvPr id="492563" name="Line 19"/>
              <p:cNvSpPr>
                <a:spLocks noChangeShapeType="1"/>
              </p:cNvSpPr>
              <p:nvPr/>
            </p:nvSpPr>
            <p:spPr bwMode="auto">
              <a:xfrm>
                <a:off x="7542212" y="3132137"/>
                <a:ext cx="1866900" cy="0"/>
              </a:xfrm>
              <a:prstGeom prst="line">
                <a:avLst/>
              </a:prstGeom>
              <a:noFill/>
              <a:ln w="25400">
                <a:solidFill>
                  <a:srgbClr val="000000"/>
                </a:solidFill>
                <a:round/>
                <a:headEnd type="none" w="sm" len="sm"/>
                <a:tailEnd type="none" w="sm" len="sm"/>
              </a:ln>
              <a:effectLst/>
            </p:spPr>
            <p:txBody>
              <a:bodyPr/>
              <a:lstStyle/>
              <a:p>
                <a:endParaRPr lang="bg-BG" dirty="0"/>
              </a:p>
            </p:txBody>
          </p:sp>
          <p:sp>
            <p:nvSpPr>
              <p:cNvPr id="492564" name="Line 20"/>
              <p:cNvSpPr>
                <a:spLocks noChangeShapeType="1"/>
              </p:cNvSpPr>
              <p:nvPr/>
            </p:nvSpPr>
            <p:spPr bwMode="auto">
              <a:xfrm>
                <a:off x="7542212" y="3284537"/>
                <a:ext cx="1866900" cy="0"/>
              </a:xfrm>
              <a:prstGeom prst="line">
                <a:avLst/>
              </a:prstGeom>
              <a:noFill/>
              <a:ln w="25400">
                <a:solidFill>
                  <a:srgbClr val="000000"/>
                </a:solidFill>
                <a:round/>
                <a:headEnd type="none" w="sm" len="sm"/>
                <a:tailEnd type="none" w="sm" len="sm"/>
              </a:ln>
              <a:effectLst/>
            </p:spPr>
            <p:txBody>
              <a:bodyPr/>
              <a:lstStyle/>
              <a:p>
                <a:endParaRPr lang="bg-BG" dirty="0"/>
              </a:p>
            </p:txBody>
          </p:sp>
          <p:sp>
            <p:nvSpPr>
              <p:cNvPr id="492565" name="Line 21"/>
              <p:cNvSpPr>
                <a:spLocks noChangeShapeType="1"/>
              </p:cNvSpPr>
              <p:nvPr/>
            </p:nvSpPr>
            <p:spPr bwMode="auto">
              <a:xfrm>
                <a:off x="7542212" y="3436937"/>
                <a:ext cx="1866900" cy="0"/>
              </a:xfrm>
              <a:prstGeom prst="line">
                <a:avLst/>
              </a:prstGeom>
              <a:noFill/>
              <a:ln w="25400">
                <a:solidFill>
                  <a:srgbClr val="000000"/>
                </a:solidFill>
                <a:round/>
                <a:headEnd type="none" w="sm" len="sm"/>
                <a:tailEnd type="none" w="sm" len="sm"/>
              </a:ln>
              <a:effectLst/>
            </p:spPr>
            <p:txBody>
              <a:bodyPr/>
              <a:lstStyle/>
              <a:p>
                <a:endParaRPr lang="bg-BG" dirty="0"/>
              </a:p>
            </p:txBody>
          </p:sp>
          <p:sp>
            <p:nvSpPr>
              <p:cNvPr id="492566" name="Line 22"/>
              <p:cNvSpPr>
                <a:spLocks noChangeShapeType="1"/>
              </p:cNvSpPr>
              <p:nvPr/>
            </p:nvSpPr>
            <p:spPr bwMode="auto">
              <a:xfrm>
                <a:off x="7542212" y="3589337"/>
                <a:ext cx="1866900" cy="0"/>
              </a:xfrm>
              <a:prstGeom prst="line">
                <a:avLst/>
              </a:prstGeom>
              <a:noFill/>
              <a:ln w="25400">
                <a:solidFill>
                  <a:srgbClr val="000000"/>
                </a:solidFill>
                <a:round/>
                <a:headEnd type="none" w="sm" len="sm"/>
                <a:tailEnd type="none" w="sm" len="sm"/>
              </a:ln>
              <a:effectLst/>
            </p:spPr>
            <p:txBody>
              <a:bodyPr/>
              <a:lstStyle/>
              <a:p>
                <a:endParaRPr lang="bg-BG" dirty="0"/>
              </a:p>
            </p:txBody>
          </p:sp>
          <p:sp>
            <p:nvSpPr>
              <p:cNvPr id="492567" name="Line 23"/>
              <p:cNvSpPr>
                <a:spLocks noChangeShapeType="1"/>
              </p:cNvSpPr>
              <p:nvPr/>
            </p:nvSpPr>
            <p:spPr bwMode="auto">
              <a:xfrm>
                <a:off x="8794750" y="2351088"/>
                <a:ext cx="0" cy="1376363"/>
              </a:xfrm>
              <a:prstGeom prst="line">
                <a:avLst/>
              </a:prstGeom>
              <a:noFill/>
              <a:ln w="25400">
                <a:solidFill>
                  <a:srgbClr val="000000"/>
                </a:solidFill>
                <a:round/>
                <a:headEnd type="none" w="sm" len="sm"/>
                <a:tailEnd type="none" w="sm" len="sm"/>
              </a:ln>
              <a:effectLst/>
            </p:spPr>
            <p:txBody>
              <a:bodyPr/>
              <a:lstStyle/>
              <a:p>
                <a:endParaRPr lang="bg-BG" dirty="0"/>
              </a:p>
            </p:txBody>
          </p:sp>
          <p:sp>
            <p:nvSpPr>
              <p:cNvPr id="492568" name="Line 24"/>
              <p:cNvSpPr>
                <a:spLocks noChangeShapeType="1"/>
              </p:cNvSpPr>
              <p:nvPr/>
            </p:nvSpPr>
            <p:spPr bwMode="auto">
              <a:xfrm>
                <a:off x="9120187" y="2349500"/>
                <a:ext cx="0" cy="1376362"/>
              </a:xfrm>
              <a:prstGeom prst="line">
                <a:avLst/>
              </a:prstGeom>
              <a:noFill/>
              <a:ln w="25400">
                <a:solidFill>
                  <a:srgbClr val="000000"/>
                </a:solidFill>
                <a:round/>
                <a:headEnd type="none" w="sm" len="sm"/>
                <a:tailEnd type="none" w="sm" len="sm"/>
              </a:ln>
              <a:effectLst/>
            </p:spPr>
            <p:txBody>
              <a:bodyPr/>
              <a:lstStyle/>
              <a:p>
                <a:endParaRPr lang="bg-BG" dirty="0"/>
              </a:p>
            </p:txBody>
          </p:sp>
        </p:grpSp>
        <p:sp>
          <p:nvSpPr>
            <p:cNvPr id="492614" name="Text Box 70"/>
            <p:cNvSpPr txBox="1">
              <a:spLocks noChangeArrowheads="1"/>
            </p:cNvSpPr>
            <p:nvPr/>
          </p:nvSpPr>
          <p:spPr bwMode="auto">
            <a:xfrm>
              <a:off x="6371636" y="1143000"/>
              <a:ext cx="3944862" cy="1015663"/>
            </a:xfrm>
            <a:prstGeom prst="rect">
              <a:avLst/>
            </a:prstGeom>
            <a:noFill/>
            <a:ln w="9525">
              <a:noFill/>
              <a:miter lim="800000"/>
              <a:headEnd/>
              <a:tailEnd/>
            </a:ln>
            <a:effectLst/>
          </p:spPr>
          <p:txBody>
            <a:bodyPr wrap="none">
              <a:spAutoFit/>
            </a:bodyPr>
            <a:lstStyle/>
            <a:p>
              <a:pPr>
                <a:lnSpc>
                  <a:spcPct val="100000"/>
                </a:lnSpc>
              </a:pPr>
              <a:r>
                <a:rPr lang="en-US" sz="3200" b="1" dirty="0">
                  <a:solidFill>
                    <a:schemeClr val="tx2">
                      <a:lumMod val="75000"/>
                    </a:schemeClr>
                  </a:solidFill>
                </a:rPr>
                <a:t>Selection</a:t>
              </a:r>
            </a:p>
            <a:p>
              <a:pPr>
                <a:lnSpc>
                  <a:spcPct val="100000"/>
                </a:lnSpc>
              </a:pPr>
              <a:r>
                <a:rPr lang="en-US" sz="2800" b="1" dirty="0">
                  <a:solidFill>
                    <a:schemeClr val="accent2">
                      <a:lumMod val="75000"/>
                    </a:schemeClr>
                  </a:solidFill>
                </a:rPr>
                <a:t>Take a subset of the rows</a:t>
              </a:r>
            </a:p>
          </p:txBody>
        </p:sp>
      </p:grpSp>
      <p:grpSp>
        <p:nvGrpSpPr>
          <p:cNvPr id="10" name="Group 9"/>
          <p:cNvGrpSpPr/>
          <p:nvPr/>
        </p:nvGrpSpPr>
        <p:grpSpPr>
          <a:xfrm>
            <a:off x="935113" y="977259"/>
            <a:ext cx="4738688" cy="2912808"/>
            <a:chOff x="1127124" y="1125792"/>
            <a:chExt cx="4738688" cy="2912808"/>
          </a:xfrm>
        </p:grpSpPr>
        <p:sp>
          <p:nvSpPr>
            <p:cNvPr id="5" name="Rounded Rectangle 4"/>
            <p:cNvSpPr/>
            <p:nvPr/>
          </p:nvSpPr>
          <p:spPr>
            <a:xfrm>
              <a:off x="1127124" y="1125792"/>
              <a:ext cx="4738688" cy="2912808"/>
            </a:xfrm>
            <a:prstGeom prst="roundRect">
              <a:avLst>
                <a:gd name="adj" fmla="val 3505"/>
              </a:avLst>
            </a:prstGeom>
            <a:solidFill>
              <a:srgbClr val="D9D5C7">
                <a:alpha val="20000"/>
              </a:srgbClr>
            </a:solidFill>
            <a:ln w="57150">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2800"/>
            </a:p>
          </p:txBody>
        </p:sp>
        <p:grpSp>
          <p:nvGrpSpPr>
            <p:cNvPr id="6" name="Group 5"/>
            <p:cNvGrpSpPr/>
            <p:nvPr/>
          </p:nvGrpSpPr>
          <p:grpSpPr>
            <a:xfrm>
              <a:off x="2438399" y="2355851"/>
              <a:ext cx="1889125" cy="1377949"/>
              <a:chOff x="2438399" y="2355851"/>
              <a:chExt cx="1889125" cy="1377949"/>
            </a:xfrm>
          </p:grpSpPr>
          <p:sp>
            <p:nvSpPr>
              <p:cNvPr id="492547" name="Rectangle 3"/>
              <p:cNvSpPr>
                <a:spLocks noChangeArrowheads="1"/>
              </p:cNvSpPr>
              <p:nvPr/>
            </p:nvSpPr>
            <p:spPr bwMode="blackWhite">
              <a:xfrm>
                <a:off x="2451099" y="2370138"/>
                <a:ext cx="1841500" cy="1346200"/>
              </a:xfrm>
              <a:prstGeom prst="rect">
                <a:avLst/>
              </a:prstGeom>
              <a:solidFill>
                <a:srgbClr val="FFFFCC"/>
              </a:solidFill>
              <a:ln w="25400">
                <a:solidFill>
                  <a:srgbClr val="000000"/>
                </a:solidFill>
                <a:miter lim="800000"/>
                <a:headEnd/>
                <a:tailEnd/>
              </a:ln>
              <a:effectLst>
                <a:outerShdw dist="89803" dir="2700000" algn="ctr" rotWithShape="0">
                  <a:srgbClr val="000000"/>
                </a:outerShdw>
              </a:effectLst>
            </p:spPr>
            <p:txBody>
              <a:bodyPr wrap="none" anchor="ctr"/>
              <a:lstStyle/>
              <a:p>
                <a:endParaRPr lang="bg-BG" dirty="0"/>
              </a:p>
            </p:txBody>
          </p:sp>
          <p:grpSp>
            <p:nvGrpSpPr>
              <p:cNvPr id="2" name="Group 6"/>
              <p:cNvGrpSpPr>
                <a:grpSpLocks/>
              </p:cNvGrpSpPr>
              <p:nvPr/>
            </p:nvGrpSpPr>
            <p:grpSpPr bwMode="auto">
              <a:xfrm>
                <a:off x="2733675" y="2381250"/>
                <a:ext cx="1274763" cy="1327150"/>
                <a:chOff x="1244" y="1460"/>
                <a:chExt cx="803" cy="836"/>
              </a:xfrm>
            </p:grpSpPr>
            <p:sp>
              <p:nvSpPr>
                <p:cNvPr id="492551" name="Rectangle 7"/>
                <p:cNvSpPr>
                  <a:spLocks noChangeArrowheads="1"/>
                </p:cNvSpPr>
                <p:nvPr/>
              </p:nvSpPr>
              <p:spPr bwMode="ltGray">
                <a:xfrm>
                  <a:off x="1244" y="1460"/>
                  <a:ext cx="425" cy="836"/>
                </a:xfrm>
                <a:prstGeom prst="rect">
                  <a:avLst/>
                </a:prstGeom>
                <a:solidFill>
                  <a:schemeClr val="accent1"/>
                </a:solidFill>
                <a:ln w="9525">
                  <a:solidFill>
                    <a:schemeClr val="tx1"/>
                  </a:solidFill>
                  <a:miter lim="800000"/>
                  <a:headEnd/>
                  <a:tailEnd/>
                </a:ln>
                <a:effectLst/>
              </p:spPr>
              <p:txBody>
                <a:bodyPr wrap="none" anchor="ctr"/>
                <a:lstStyle/>
                <a:p>
                  <a:endParaRPr lang="bg-BG" dirty="0"/>
                </a:p>
              </p:txBody>
            </p:sp>
            <p:sp>
              <p:nvSpPr>
                <p:cNvPr id="492552" name="Rectangle 8"/>
                <p:cNvSpPr>
                  <a:spLocks noChangeArrowheads="1"/>
                </p:cNvSpPr>
                <p:nvPr/>
              </p:nvSpPr>
              <p:spPr bwMode="ltGray">
                <a:xfrm>
                  <a:off x="1852" y="1460"/>
                  <a:ext cx="195" cy="836"/>
                </a:xfrm>
                <a:prstGeom prst="rect">
                  <a:avLst/>
                </a:prstGeom>
                <a:solidFill>
                  <a:schemeClr val="accent1"/>
                </a:solidFill>
                <a:ln w="9525">
                  <a:solidFill>
                    <a:schemeClr val="tx1"/>
                  </a:solidFill>
                  <a:miter lim="800000"/>
                  <a:headEnd/>
                  <a:tailEnd/>
                </a:ln>
                <a:effectLst/>
              </p:spPr>
              <p:txBody>
                <a:bodyPr wrap="none" anchor="ctr"/>
                <a:lstStyle/>
                <a:p>
                  <a:endParaRPr lang="bg-BG" dirty="0"/>
                </a:p>
              </p:txBody>
            </p:sp>
          </p:grpSp>
          <p:sp>
            <p:nvSpPr>
              <p:cNvPr id="492597" name="Line 53"/>
              <p:cNvSpPr>
                <a:spLocks noChangeShapeType="1"/>
              </p:cNvSpPr>
              <p:nvPr/>
            </p:nvSpPr>
            <p:spPr bwMode="auto">
              <a:xfrm>
                <a:off x="3419474" y="2357438"/>
                <a:ext cx="0" cy="1376362"/>
              </a:xfrm>
              <a:prstGeom prst="line">
                <a:avLst/>
              </a:prstGeom>
              <a:noFill/>
              <a:ln w="25400">
                <a:solidFill>
                  <a:srgbClr val="000000"/>
                </a:solidFill>
                <a:round/>
                <a:headEnd type="none" w="sm" len="sm"/>
                <a:tailEnd type="none" w="sm" len="sm"/>
              </a:ln>
              <a:effectLst/>
            </p:spPr>
            <p:txBody>
              <a:bodyPr/>
              <a:lstStyle/>
              <a:p>
                <a:endParaRPr lang="bg-BG" dirty="0"/>
              </a:p>
            </p:txBody>
          </p:sp>
          <p:sp>
            <p:nvSpPr>
              <p:cNvPr id="492598" name="Line 54"/>
              <p:cNvSpPr>
                <a:spLocks noChangeShapeType="1"/>
              </p:cNvSpPr>
              <p:nvPr/>
            </p:nvSpPr>
            <p:spPr bwMode="auto">
              <a:xfrm>
                <a:off x="2724149" y="2357438"/>
                <a:ext cx="0" cy="1376362"/>
              </a:xfrm>
              <a:prstGeom prst="line">
                <a:avLst/>
              </a:prstGeom>
              <a:noFill/>
              <a:ln w="25400">
                <a:solidFill>
                  <a:srgbClr val="000000"/>
                </a:solidFill>
                <a:round/>
                <a:headEnd type="none" w="sm" len="sm"/>
                <a:tailEnd type="none" w="sm" len="sm"/>
              </a:ln>
              <a:effectLst/>
            </p:spPr>
            <p:txBody>
              <a:bodyPr/>
              <a:lstStyle/>
              <a:p>
                <a:endParaRPr lang="bg-BG" dirty="0"/>
              </a:p>
            </p:txBody>
          </p:sp>
          <p:sp>
            <p:nvSpPr>
              <p:cNvPr id="492599" name="Line 55"/>
              <p:cNvSpPr>
                <a:spLocks noChangeShapeType="1"/>
              </p:cNvSpPr>
              <p:nvPr/>
            </p:nvSpPr>
            <p:spPr bwMode="auto">
              <a:xfrm>
                <a:off x="2438399" y="2528888"/>
                <a:ext cx="1866900" cy="0"/>
              </a:xfrm>
              <a:prstGeom prst="line">
                <a:avLst/>
              </a:prstGeom>
              <a:noFill/>
              <a:ln w="25400">
                <a:solidFill>
                  <a:srgbClr val="000000"/>
                </a:solidFill>
                <a:round/>
                <a:headEnd type="none" w="sm" len="sm"/>
                <a:tailEnd type="none" w="sm" len="sm"/>
              </a:ln>
              <a:effectLst/>
            </p:spPr>
            <p:txBody>
              <a:bodyPr/>
              <a:lstStyle/>
              <a:p>
                <a:endParaRPr lang="bg-BG" dirty="0"/>
              </a:p>
            </p:txBody>
          </p:sp>
          <p:sp>
            <p:nvSpPr>
              <p:cNvPr id="492600" name="Line 56"/>
              <p:cNvSpPr>
                <a:spLocks noChangeShapeType="1"/>
              </p:cNvSpPr>
              <p:nvPr/>
            </p:nvSpPr>
            <p:spPr bwMode="auto">
              <a:xfrm>
                <a:off x="2438399" y="2681288"/>
                <a:ext cx="1866900" cy="0"/>
              </a:xfrm>
              <a:prstGeom prst="line">
                <a:avLst/>
              </a:prstGeom>
              <a:noFill/>
              <a:ln w="25400">
                <a:solidFill>
                  <a:srgbClr val="000000"/>
                </a:solidFill>
                <a:round/>
                <a:headEnd type="none" w="sm" len="sm"/>
                <a:tailEnd type="none" w="sm" len="sm"/>
              </a:ln>
              <a:effectLst/>
            </p:spPr>
            <p:txBody>
              <a:bodyPr/>
              <a:lstStyle/>
              <a:p>
                <a:endParaRPr lang="bg-BG" dirty="0"/>
              </a:p>
            </p:txBody>
          </p:sp>
          <p:sp>
            <p:nvSpPr>
              <p:cNvPr id="492601" name="Line 57"/>
              <p:cNvSpPr>
                <a:spLocks noChangeShapeType="1"/>
              </p:cNvSpPr>
              <p:nvPr/>
            </p:nvSpPr>
            <p:spPr bwMode="auto">
              <a:xfrm>
                <a:off x="2438399" y="2833688"/>
                <a:ext cx="1866900" cy="0"/>
              </a:xfrm>
              <a:prstGeom prst="line">
                <a:avLst/>
              </a:prstGeom>
              <a:noFill/>
              <a:ln w="25400">
                <a:solidFill>
                  <a:srgbClr val="000000"/>
                </a:solidFill>
                <a:round/>
                <a:headEnd type="none" w="sm" len="sm"/>
                <a:tailEnd type="none" w="sm" len="sm"/>
              </a:ln>
              <a:effectLst/>
            </p:spPr>
            <p:txBody>
              <a:bodyPr/>
              <a:lstStyle/>
              <a:p>
                <a:endParaRPr lang="bg-BG" dirty="0"/>
              </a:p>
            </p:txBody>
          </p:sp>
          <p:sp>
            <p:nvSpPr>
              <p:cNvPr id="492602" name="Line 58"/>
              <p:cNvSpPr>
                <a:spLocks noChangeShapeType="1"/>
              </p:cNvSpPr>
              <p:nvPr/>
            </p:nvSpPr>
            <p:spPr bwMode="auto">
              <a:xfrm>
                <a:off x="2460624" y="2986088"/>
                <a:ext cx="1866900" cy="0"/>
              </a:xfrm>
              <a:prstGeom prst="line">
                <a:avLst/>
              </a:prstGeom>
              <a:noFill/>
              <a:ln w="25400">
                <a:solidFill>
                  <a:srgbClr val="000000"/>
                </a:solidFill>
                <a:round/>
                <a:headEnd type="none" w="sm" len="sm"/>
                <a:tailEnd type="none" w="sm" len="sm"/>
              </a:ln>
              <a:effectLst/>
            </p:spPr>
            <p:txBody>
              <a:bodyPr/>
              <a:lstStyle/>
              <a:p>
                <a:endParaRPr lang="bg-BG" dirty="0"/>
              </a:p>
            </p:txBody>
          </p:sp>
          <p:sp>
            <p:nvSpPr>
              <p:cNvPr id="492603" name="Line 59"/>
              <p:cNvSpPr>
                <a:spLocks noChangeShapeType="1"/>
              </p:cNvSpPr>
              <p:nvPr/>
            </p:nvSpPr>
            <p:spPr bwMode="auto">
              <a:xfrm>
                <a:off x="2438399" y="3138488"/>
                <a:ext cx="1866900" cy="0"/>
              </a:xfrm>
              <a:prstGeom prst="line">
                <a:avLst/>
              </a:prstGeom>
              <a:noFill/>
              <a:ln w="25400">
                <a:solidFill>
                  <a:srgbClr val="000000"/>
                </a:solidFill>
                <a:round/>
                <a:headEnd type="none" w="sm" len="sm"/>
                <a:tailEnd type="none" w="sm" len="sm"/>
              </a:ln>
              <a:effectLst/>
            </p:spPr>
            <p:txBody>
              <a:bodyPr/>
              <a:lstStyle/>
              <a:p>
                <a:endParaRPr lang="bg-BG" dirty="0"/>
              </a:p>
            </p:txBody>
          </p:sp>
          <p:sp>
            <p:nvSpPr>
              <p:cNvPr id="492604" name="Line 60"/>
              <p:cNvSpPr>
                <a:spLocks noChangeShapeType="1"/>
              </p:cNvSpPr>
              <p:nvPr/>
            </p:nvSpPr>
            <p:spPr bwMode="auto">
              <a:xfrm>
                <a:off x="2438399" y="3290888"/>
                <a:ext cx="1866900" cy="0"/>
              </a:xfrm>
              <a:prstGeom prst="line">
                <a:avLst/>
              </a:prstGeom>
              <a:noFill/>
              <a:ln w="25400">
                <a:solidFill>
                  <a:srgbClr val="000000"/>
                </a:solidFill>
                <a:round/>
                <a:headEnd type="none" w="sm" len="sm"/>
                <a:tailEnd type="none" w="sm" len="sm"/>
              </a:ln>
              <a:effectLst/>
            </p:spPr>
            <p:txBody>
              <a:bodyPr/>
              <a:lstStyle/>
              <a:p>
                <a:endParaRPr lang="bg-BG" dirty="0"/>
              </a:p>
            </p:txBody>
          </p:sp>
          <p:sp>
            <p:nvSpPr>
              <p:cNvPr id="492605" name="Line 61"/>
              <p:cNvSpPr>
                <a:spLocks noChangeShapeType="1"/>
              </p:cNvSpPr>
              <p:nvPr/>
            </p:nvSpPr>
            <p:spPr bwMode="auto">
              <a:xfrm>
                <a:off x="2438399" y="3443288"/>
                <a:ext cx="1866900" cy="0"/>
              </a:xfrm>
              <a:prstGeom prst="line">
                <a:avLst/>
              </a:prstGeom>
              <a:noFill/>
              <a:ln w="25400">
                <a:solidFill>
                  <a:srgbClr val="000000"/>
                </a:solidFill>
                <a:round/>
                <a:headEnd type="none" w="sm" len="sm"/>
                <a:tailEnd type="none" w="sm" len="sm"/>
              </a:ln>
              <a:effectLst/>
            </p:spPr>
            <p:txBody>
              <a:bodyPr/>
              <a:lstStyle/>
              <a:p>
                <a:endParaRPr lang="bg-BG" dirty="0"/>
              </a:p>
            </p:txBody>
          </p:sp>
          <p:sp>
            <p:nvSpPr>
              <p:cNvPr id="492606" name="Line 62"/>
              <p:cNvSpPr>
                <a:spLocks noChangeShapeType="1"/>
              </p:cNvSpPr>
              <p:nvPr/>
            </p:nvSpPr>
            <p:spPr bwMode="auto">
              <a:xfrm>
                <a:off x="2438399" y="3595688"/>
                <a:ext cx="1866900" cy="0"/>
              </a:xfrm>
              <a:prstGeom prst="line">
                <a:avLst/>
              </a:prstGeom>
              <a:noFill/>
              <a:ln w="25400">
                <a:solidFill>
                  <a:srgbClr val="000000"/>
                </a:solidFill>
                <a:round/>
                <a:headEnd type="none" w="sm" len="sm"/>
                <a:tailEnd type="none" w="sm" len="sm"/>
              </a:ln>
              <a:effectLst/>
            </p:spPr>
            <p:txBody>
              <a:bodyPr/>
              <a:lstStyle/>
              <a:p>
                <a:endParaRPr lang="bg-BG" dirty="0"/>
              </a:p>
            </p:txBody>
          </p:sp>
          <p:sp>
            <p:nvSpPr>
              <p:cNvPr id="492607" name="Line 63"/>
              <p:cNvSpPr>
                <a:spLocks noChangeShapeType="1"/>
              </p:cNvSpPr>
              <p:nvPr/>
            </p:nvSpPr>
            <p:spPr bwMode="auto">
              <a:xfrm>
                <a:off x="3690937" y="2357438"/>
                <a:ext cx="0" cy="1376362"/>
              </a:xfrm>
              <a:prstGeom prst="line">
                <a:avLst/>
              </a:prstGeom>
              <a:noFill/>
              <a:ln w="25400">
                <a:solidFill>
                  <a:srgbClr val="000000"/>
                </a:solidFill>
                <a:round/>
                <a:headEnd type="none" w="sm" len="sm"/>
                <a:tailEnd type="none" w="sm" len="sm"/>
              </a:ln>
              <a:effectLst/>
            </p:spPr>
            <p:txBody>
              <a:bodyPr/>
              <a:lstStyle/>
              <a:p>
                <a:endParaRPr lang="bg-BG" dirty="0"/>
              </a:p>
            </p:txBody>
          </p:sp>
          <p:sp>
            <p:nvSpPr>
              <p:cNvPr id="492608" name="Line 64"/>
              <p:cNvSpPr>
                <a:spLocks noChangeShapeType="1"/>
              </p:cNvSpPr>
              <p:nvPr/>
            </p:nvSpPr>
            <p:spPr bwMode="auto">
              <a:xfrm>
                <a:off x="4016374" y="2355851"/>
                <a:ext cx="0" cy="1376363"/>
              </a:xfrm>
              <a:prstGeom prst="line">
                <a:avLst/>
              </a:prstGeom>
              <a:noFill/>
              <a:ln w="25400">
                <a:solidFill>
                  <a:srgbClr val="000000"/>
                </a:solidFill>
                <a:round/>
                <a:headEnd type="none" w="sm" len="sm"/>
                <a:tailEnd type="none" w="sm" len="sm"/>
              </a:ln>
              <a:effectLst/>
            </p:spPr>
            <p:txBody>
              <a:bodyPr/>
              <a:lstStyle/>
              <a:p>
                <a:endParaRPr lang="bg-BG" dirty="0"/>
              </a:p>
            </p:txBody>
          </p:sp>
        </p:grpSp>
        <p:sp>
          <p:nvSpPr>
            <p:cNvPr id="492615" name="Text Box 71"/>
            <p:cNvSpPr txBox="1">
              <a:spLocks noChangeArrowheads="1"/>
            </p:cNvSpPr>
            <p:nvPr/>
          </p:nvSpPr>
          <p:spPr bwMode="auto">
            <a:xfrm>
              <a:off x="1279524" y="1219200"/>
              <a:ext cx="4469878" cy="1015663"/>
            </a:xfrm>
            <a:prstGeom prst="rect">
              <a:avLst/>
            </a:prstGeom>
            <a:noFill/>
            <a:ln w="9525">
              <a:noFill/>
              <a:miter lim="800000"/>
              <a:headEnd/>
              <a:tailEnd/>
            </a:ln>
            <a:effectLst/>
          </p:spPr>
          <p:txBody>
            <a:bodyPr wrap="none">
              <a:spAutoFit/>
            </a:bodyPr>
            <a:lstStyle/>
            <a:p>
              <a:pPr>
                <a:lnSpc>
                  <a:spcPct val="100000"/>
                </a:lnSpc>
              </a:pPr>
              <a:r>
                <a:rPr lang="en-US" sz="3200" b="1" dirty="0">
                  <a:solidFill>
                    <a:schemeClr val="tx2">
                      <a:lumMod val="75000"/>
                    </a:schemeClr>
                  </a:solidFill>
                </a:rPr>
                <a:t>Projection</a:t>
              </a:r>
              <a:endParaRPr lang="en-US" sz="2800" b="1" dirty="0">
                <a:solidFill>
                  <a:schemeClr val="tx2">
                    <a:lumMod val="75000"/>
                  </a:schemeClr>
                </a:solidFill>
              </a:endParaRPr>
            </a:p>
            <a:p>
              <a:pPr>
                <a:lnSpc>
                  <a:spcPct val="100000"/>
                </a:lnSpc>
              </a:pPr>
              <a:r>
                <a:rPr lang="en-US" sz="2800" b="1" dirty="0">
                  <a:solidFill>
                    <a:schemeClr val="accent2">
                      <a:lumMod val="75000"/>
                    </a:schemeClr>
                  </a:solidFill>
                </a:rPr>
                <a:t>Take a subset of the columns</a:t>
              </a:r>
            </a:p>
          </p:txBody>
        </p:sp>
      </p:grpSp>
      <p:grpSp>
        <p:nvGrpSpPr>
          <p:cNvPr id="12" name="Group 11"/>
          <p:cNvGrpSpPr/>
          <p:nvPr/>
        </p:nvGrpSpPr>
        <p:grpSpPr>
          <a:xfrm>
            <a:off x="935113" y="4186676"/>
            <a:ext cx="9963263" cy="2141791"/>
            <a:chOff x="1127124" y="4335209"/>
            <a:chExt cx="9963263" cy="2141791"/>
          </a:xfrm>
        </p:grpSpPr>
        <p:sp>
          <p:nvSpPr>
            <p:cNvPr id="77" name="Rounded Rectangle 76"/>
            <p:cNvSpPr/>
            <p:nvPr/>
          </p:nvSpPr>
          <p:spPr>
            <a:xfrm>
              <a:off x="1127124" y="4335209"/>
              <a:ext cx="9963263" cy="2141791"/>
            </a:xfrm>
            <a:prstGeom prst="roundRect">
              <a:avLst>
                <a:gd name="adj" fmla="val 3505"/>
              </a:avLst>
            </a:prstGeom>
            <a:solidFill>
              <a:srgbClr val="D9D5C7">
                <a:alpha val="20000"/>
              </a:srgbClr>
            </a:solidFill>
            <a:ln w="57150">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2800"/>
            </a:p>
          </p:txBody>
        </p:sp>
        <p:grpSp>
          <p:nvGrpSpPr>
            <p:cNvPr id="8" name="Group 7"/>
            <p:cNvGrpSpPr/>
            <p:nvPr/>
          </p:nvGrpSpPr>
          <p:grpSpPr>
            <a:xfrm>
              <a:off x="5103812" y="4565808"/>
              <a:ext cx="1866900" cy="1377951"/>
              <a:chOff x="5103812" y="4565808"/>
              <a:chExt cx="1866900" cy="1377951"/>
            </a:xfrm>
          </p:grpSpPr>
          <p:sp>
            <p:nvSpPr>
              <p:cNvPr id="492548" name="Rectangle 4"/>
              <p:cNvSpPr>
                <a:spLocks noChangeArrowheads="1"/>
              </p:cNvSpPr>
              <p:nvPr/>
            </p:nvSpPr>
            <p:spPr bwMode="blackWhite">
              <a:xfrm>
                <a:off x="5116512" y="4580095"/>
                <a:ext cx="1841500" cy="1346200"/>
              </a:xfrm>
              <a:prstGeom prst="rect">
                <a:avLst/>
              </a:prstGeom>
              <a:solidFill>
                <a:srgbClr val="FFFFCC"/>
              </a:solidFill>
              <a:ln w="25400">
                <a:solidFill>
                  <a:srgbClr val="000000"/>
                </a:solidFill>
                <a:miter lim="800000"/>
                <a:headEnd/>
                <a:tailEnd/>
              </a:ln>
              <a:effectLst>
                <a:outerShdw dist="89803" dir="2700000" algn="ctr" rotWithShape="0">
                  <a:srgbClr val="000000"/>
                </a:outerShdw>
              </a:effectLst>
            </p:spPr>
            <p:txBody>
              <a:bodyPr wrap="none" anchor="ctr"/>
              <a:lstStyle/>
              <a:p>
                <a:endParaRPr lang="bg-BG" dirty="0"/>
              </a:p>
            </p:txBody>
          </p:sp>
          <p:sp>
            <p:nvSpPr>
              <p:cNvPr id="492570" name="Rectangle 26"/>
              <p:cNvSpPr>
                <a:spLocks noChangeArrowheads="1"/>
              </p:cNvSpPr>
              <p:nvPr/>
            </p:nvSpPr>
            <p:spPr bwMode="ltGray">
              <a:xfrm>
                <a:off x="6684962" y="4588033"/>
                <a:ext cx="261938" cy="1325562"/>
              </a:xfrm>
              <a:prstGeom prst="rect">
                <a:avLst/>
              </a:prstGeom>
              <a:solidFill>
                <a:schemeClr val="accent1"/>
              </a:solidFill>
              <a:ln w="9525">
                <a:solidFill>
                  <a:schemeClr val="tx1"/>
                </a:solidFill>
                <a:miter lim="800000"/>
                <a:headEnd/>
                <a:tailEnd/>
              </a:ln>
              <a:effectLst/>
            </p:spPr>
            <p:txBody>
              <a:bodyPr wrap="none" anchor="ctr"/>
              <a:lstStyle/>
              <a:p>
                <a:endParaRPr lang="bg-BG" dirty="0"/>
              </a:p>
            </p:txBody>
          </p:sp>
          <p:sp>
            <p:nvSpPr>
              <p:cNvPr id="492572" name="Line 28"/>
              <p:cNvSpPr>
                <a:spLocks noChangeShapeType="1"/>
              </p:cNvSpPr>
              <p:nvPr/>
            </p:nvSpPr>
            <p:spPr bwMode="auto">
              <a:xfrm>
                <a:off x="6084887" y="4567396"/>
                <a:ext cx="0" cy="1376363"/>
              </a:xfrm>
              <a:prstGeom prst="line">
                <a:avLst/>
              </a:prstGeom>
              <a:noFill/>
              <a:ln w="25400">
                <a:solidFill>
                  <a:srgbClr val="000000"/>
                </a:solidFill>
                <a:round/>
                <a:headEnd type="none" w="sm" len="sm"/>
                <a:tailEnd type="none" w="sm" len="sm"/>
              </a:ln>
              <a:effectLst/>
            </p:spPr>
            <p:txBody>
              <a:bodyPr/>
              <a:lstStyle/>
              <a:p>
                <a:endParaRPr lang="bg-BG" dirty="0"/>
              </a:p>
            </p:txBody>
          </p:sp>
          <p:sp>
            <p:nvSpPr>
              <p:cNvPr id="492573" name="Line 29"/>
              <p:cNvSpPr>
                <a:spLocks noChangeShapeType="1"/>
              </p:cNvSpPr>
              <p:nvPr/>
            </p:nvSpPr>
            <p:spPr bwMode="auto">
              <a:xfrm>
                <a:off x="5389562" y="4567396"/>
                <a:ext cx="0" cy="1376363"/>
              </a:xfrm>
              <a:prstGeom prst="line">
                <a:avLst/>
              </a:prstGeom>
              <a:noFill/>
              <a:ln w="25400">
                <a:solidFill>
                  <a:srgbClr val="000000"/>
                </a:solidFill>
                <a:round/>
                <a:headEnd type="none" w="sm" len="sm"/>
                <a:tailEnd type="none" w="sm" len="sm"/>
              </a:ln>
              <a:effectLst/>
            </p:spPr>
            <p:txBody>
              <a:bodyPr/>
              <a:lstStyle/>
              <a:p>
                <a:endParaRPr lang="bg-BG" dirty="0"/>
              </a:p>
            </p:txBody>
          </p:sp>
          <p:sp>
            <p:nvSpPr>
              <p:cNvPr id="492574" name="Line 30"/>
              <p:cNvSpPr>
                <a:spLocks noChangeShapeType="1"/>
              </p:cNvSpPr>
              <p:nvPr/>
            </p:nvSpPr>
            <p:spPr bwMode="auto">
              <a:xfrm>
                <a:off x="5103812" y="4738845"/>
                <a:ext cx="1866900" cy="0"/>
              </a:xfrm>
              <a:prstGeom prst="line">
                <a:avLst/>
              </a:prstGeom>
              <a:noFill/>
              <a:ln w="25400">
                <a:solidFill>
                  <a:srgbClr val="000000"/>
                </a:solidFill>
                <a:round/>
                <a:headEnd type="none" w="sm" len="sm"/>
                <a:tailEnd type="none" w="sm" len="sm"/>
              </a:ln>
              <a:effectLst/>
            </p:spPr>
            <p:txBody>
              <a:bodyPr/>
              <a:lstStyle/>
              <a:p>
                <a:endParaRPr lang="bg-BG" dirty="0"/>
              </a:p>
            </p:txBody>
          </p:sp>
          <p:sp>
            <p:nvSpPr>
              <p:cNvPr id="492575" name="Line 31"/>
              <p:cNvSpPr>
                <a:spLocks noChangeShapeType="1"/>
              </p:cNvSpPr>
              <p:nvPr/>
            </p:nvSpPr>
            <p:spPr bwMode="auto">
              <a:xfrm>
                <a:off x="5103812" y="4891245"/>
                <a:ext cx="1866900" cy="0"/>
              </a:xfrm>
              <a:prstGeom prst="line">
                <a:avLst/>
              </a:prstGeom>
              <a:noFill/>
              <a:ln w="25400">
                <a:solidFill>
                  <a:srgbClr val="000000"/>
                </a:solidFill>
                <a:round/>
                <a:headEnd type="none" w="sm" len="sm"/>
                <a:tailEnd type="none" w="sm" len="sm"/>
              </a:ln>
              <a:effectLst/>
            </p:spPr>
            <p:txBody>
              <a:bodyPr/>
              <a:lstStyle/>
              <a:p>
                <a:endParaRPr lang="bg-BG" dirty="0"/>
              </a:p>
            </p:txBody>
          </p:sp>
          <p:sp>
            <p:nvSpPr>
              <p:cNvPr id="492576" name="Line 32"/>
              <p:cNvSpPr>
                <a:spLocks noChangeShapeType="1"/>
              </p:cNvSpPr>
              <p:nvPr/>
            </p:nvSpPr>
            <p:spPr bwMode="auto">
              <a:xfrm>
                <a:off x="5103812" y="5043645"/>
                <a:ext cx="1866900" cy="0"/>
              </a:xfrm>
              <a:prstGeom prst="line">
                <a:avLst/>
              </a:prstGeom>
              <a:noFill/>
              <a:ln w="25400">
                <a:solidFill>
                  <a:srgbClr val="000000"/>
                </a:solidFill>
                <a:round/>
                <a:headEnd type="none" w="sm" len="sm"/>
                <a:tailEnd type="none" w="sm" len="sm"/>
              </a:ln>
              <a:effectLst/>
            </p:spPr>
            <p:txBody>
              <a:bodyPr/>
              <a:lstStyle/>
              <a:p>
                <a:endParaRPr lang="bg-BG" dirty="0"/>
              </a:p>
            </p:txBody>
          </p:sp>
          <p:sp>
            <p:nvSpPr>
              <p:cNvPr id="492577" name="Line 33"/>
              <p:cNvSpPr>
                <a:spLocks noChangeShapeType="1"/>
              </p:cNvSpPr>
              <p:nvPr/>
            </p:nvSpPr>
            <p:spPr bwMode="auto">
              <a:xfrm>
                <a:off x="5103812" y="5196045"/>
                <a:ext cx="1866900" cy="0"/>
              </a:xfrm>
              <a:prstGeom prst="line">
                <a:avLst/>
              </a:prstGeom>
              <a:noFill/>
              <a:ln w="25400">
                <a:solidFill>
                  <a:srgbClr val="000000"/>
                </a:solidFill>
                <a:round/>
                <a:headEnd type="none" w="sm" len="sm"/>
                <a:tailEnd type="none" w="sm" len="sm"/>
              </a:ln>
              <a:effectLst/>
            </p:spPr>
            <p:txBody>
              <a:bodyPr/>
              <a:lstStyle/>
              <a:p>
                <a:endParaRPr lang="bg-BG" dirty="0"/>
              </a:p>
            </p:txBody>
          </p:sp>
          <p:sp>
            <p:nvSpPr>
              <p:cNvPr id="492578" name="Line 34"/>
              <p:cNvSpPr>
                <a:spLocks noChangeShapeType="1"/>
              </p:cNvSpPr>
              <p:nvPr/>
            </p:nvSpPr>
            <p:spPr bwMode="auto">
              <a:xfrm>
                <a:off x="5103812" y="5348445"/>
                <a:ext cx="1866900" cy="0"/>
              </a:xfrm>
              <a:prstGeom prst="line">
                <a:avLst/>
              </a:prstGeom>
              <a:noFill/>
              <a:ln w="25400">
                <a:solidFill>
                  <a:srgbClr val="000000"/>
                </a:solidFill>
                <a:round/>
                <a:headEnd type="none" w="sm" len="sm"/>
                <a:tailEnd type="none" w="sm" len="sm"/>
              </a:ln>
              <a:effectLst/>
            </p:spPr>
            <p:txBody>
              <a:bodyPr/>
              <a:lstStyle/>
              <a:p>
                <a:endParaRPr lang="bg-BG" dirty="0"/>
              </a:p>
            </p:txBody>
          </p:sp>
          <p:sp>
            <p:nvSpPr>
              <p:cNvPr id="492579" name="Line 35"/>
              <p:cNvSpPr>
                <a:spLocks noChangeShapeType="1"/>
              </p:cNvSpPr>
              <p:nvPr/>
            </p:nvSpPr>
            <p:spPr bwMode="auto">
              <a:xfrm>
                <a:off x="5103812" y="5500845"/>
                <a:ext cx="1866900" cy="0"/>
              </a:xfrm>
              <a:prstGeom prst="line">
                <a:avLst/>
              </a:prstGeom>
              <a:noFill/>
              <a:ln w="25400">
                <a:solidFill>
                  <a:srgbClr val="000000"/>
                </a:solidFill>
                <a:round/>
                <a:headEnd type="none" w="sm" len="sm"/>
                <a:tailEnd type="none" w="sm" len="sm"/>
              </a:ln>
              <a:effectLst/>
            </p:spPr>
            <p:txBody>
              <a:bodyPr/>
              <a:lstStyle/>
              <a:p>
                <a:endParaRPr lang="bg-BG" dirty="0"/>
              </a:p>
            </p:txBody>
          </p:sp>
          <p:sp>
            <p:nvSpPr>
              <p:cNvPr id="492580" name="Line 36"/>
              <p:cNvSpPr>
                <a:spLocks noChangeShapeType="1"/>
              </p:cNvSpPr>
              <p:nvPr/>
            </p:nvSpPr>
            <p:spPr bwMode="auto">
              <a:xfrm>
                <a:off x="5103812" y="5653245"/>
                <a:ext cx="1866900" cy="0"/>
              </a:xfrm>
              <a:prstGeom prst="line">
                <a:avLst/>
              </a:prstGeom>
              <a:noFill/>
              <a:ln w="25400">
                <a:solidFill>
                  <a:srgbClr val="000000"/>
                </a:solidFill>
                <a:round/>
                <a:headEnd type="none" w="sm" len="sm"/>
                <a:tailEnd type="none" w="sm" len="sm"/>
              </a:ln>
              <a:effectLst/>
            </p:spPr>
            <p:txBody>
              <a:bodyPr/>
              <a:lstStyle/>
              <a:p>
                <a:endParaRPr lang="bg-BG" dirty="0"/>
              </a:p>
            </p:txBody>
          </p:sp>
          <p:sp>
            <p:nvSpPr>
              <p:cNvPr id="492581" name="Line 37"/>
              <p:cNvSpPr>
                <a:spLocks noChangeShapeType="1"/>
              </p:cNvSpPr>
              <p:nvPr/>
            </p:nvSpPr>
            <p:spPr bwMode="auto">
              <a:xfrm>
                <a:off x="5103812" y="5805645"/>
                <a:ext cx="1866900" cy="0"/>
              </a:xfrm>
              <a:prstGeom prst="line">
                <a:avLst/>
              </a:prstGeom>
              <a:noFill/>
              <a:ln w="25400">
                <a:solidFill>
                  <a:srgbClr val="000000"/>
                </a:solidFill>
                <a:round/>
                <a:headEnd type="none" w="sm" len="sm"/>
                <a:tailEnd type="none" w="sm" len="sm"/>
              </a:ln>
              <a:effectLst/>
            </p:spPr>
            <p:txBody>
              <a:bodyPr/>
              <a:lstStyle/>
              <a:p>
                <a:endParaRPr lang="bg-BG" dirty="0"/>
              </a:p>
            </p:txBody>
          </p:sp>
          <p:sp>
            <p:nvSpPr>
              <p:cNvPr id="492582" name="Line 38"/>
              <p:cNvSpPr>
                <a:spLocks noChangeShapeType="1"/>
              </p:cNvSpPr>
              <p:nvPr/>
            </p:nvSpPr>
            <p:spPr bwMode="auto">
              <a:xfrm>
                <a:off x="6356350" y="4567396"/>
                <a:ext cx="0" cy="1376363"/>
              </a:xfrm>
              <a:prstGeom prst="line">
                <a:avLst/>
              </a:prstGeom>
              <a:noFill/>
              <a:ln w="25400">
                <a:solidFill>
                  <a:srgbClr val="000000"/>
                </a:solidFill>
                <a:round/>
                <a:headEnd type="none" w="sm" len="sm"/>
                <a:tailEnd type="none" w="sm" len="sm"/>
              </a:ln>
              <a:effectLst/>
            </p:spPr>
            <p:txBody>
              <a:bodyPr/>
              <a:lstStyle/>
              <a:p>
                <a:endParaRPr lang="bg-BG" dirty="0"/>
              </a:p>
            </p:txBody>
          </p:sp>
          <p:sp>
            <p:nvSpPr>
              <p:cNvPr id="492583" name="Line 39"/>
              <p:cNvSpPr>
                <a:spLocks noChangeShapeType="1"/>
              </p:cNvSpPr>
              <p:nvPr/>
            </p:nvSpPr>
            <p:spPr bwMode="auto">
              <a:xfrm>
                <a:off x="6681787" y="4565808"/>
                <a:ext cx="0" cy="1376362"/>
              </a:xfrm>
              <a:prstGeom prst="line">
                <a:avLst/>
              </a:prstGeom>
              <a:noFill/>
              <a:ln w="25400">
                <a:solidFill>
                  <a:srgbClr val="000000"/>
                </a:solidFill>
                <a:round/>
                <a:headEnd type="none" w="sm" len="sm"/>
                <a:tailEnd type="none" w="sm" len="sm"/>
              </a:ln>
              <a:effectLst/>
            </p:spPr>
            <p:txBody>
              <a:bodyPr/>
              <a:lstStyle/>
              <a:p>
                <a:endParaRPr lang="bg-BG" dirty="0"/>
              </a:p>
            </p:txBody>
          </p:sp>
        </p:grpSp>
        <p:grpSp>
          <p:nvGrpSpPr>
            <p:cNvPr id="9" name="Group 8"/>
            <p:cNvGrpSpPr/>
            <p:nvPr/>
          </p:nvGrpSpPr>
          <p:grpSpPr>
            <a:xfrm>
              <a:off x="8032750" y="4564221"/>
              <a:ext cx="1866900" cy="1393824"/>
              <a:chOff x="8032750" y="4564221"/>
              <a:chExt cx="1866900" cy="1393824"/>
            </a:xfrm>
          </p:grpSpPr>
          <p:sp>
            <p:nvSpPr>
              <p:cNvPr id="492569" name="Rectangle 25"/>
              <p:cNvSpPr>
                <a:spLocks noChangeArrowheads="1"/>
              </p:cNvSpPr>
              <p:nvPr/>
            </p:nvSpPr>
            <p:spPr bwMode="blackWhite">
              <a:xfrm>
                <a:off x="8045450" y="4581683"/>
                <a:ext cx="1841500" cy="1346200"/>
              </a:xfrm>
              <a:prstGeom prst="rect">
                <a:avLst/>
              </a:prstGeom>
              <a:solidFill>
                <a:srgbClr val="FFFFCC"/>
              </a:solidFill>
              <a:ln w="25400">
                <a:solidFill>
                  <a:srgbClr val="000000"/>
                </a:solidFill>
                <a:miter lim="800000"/>
                <a:headEnd/>
                <a:tailEnd/>
              </a:ln>
              <a:effectLst>
                <a:outerShdw dist="89803" dir="2700000" algn="ctr" rotWithShape="0">
                  <a:srgbClr val="000000"/>
                </a:outerShdw>
              </a:effectLst>
            </p:spPr>
            <p:txBody>
              <a:bodyPr wrap="none" anchor="ctr"/>
              <a:lstStyle/>
              <a:p>
                <a:endParaRPr lang="bg-BG" dirty="0"/>
              </a:p>
            </p:txBody>
          </p:sp>
          <p:sp>
            <p:nvSpPr>
              <p:cNvPr id="492571" name="Rectangle 27"/>
              <p:cNvSpPr>
                <a:spLocks noChangeArrowheads="1"/>
              </p:cNvSpPr>
              <p:nvPr/>
            </p:nvSpPr>
            <p:spPr bwMode="ltGray">
              <a:xfrm>
                <a:off x="8056562" y="4592796"/>
                <a:ext cx="261938" cy="1325563"/>
              </a:xfrm>
              <a:prstGeom prst="rect">
                <a:avLst/>
              </a:prstGeom>
              <a:solidFill>
                <a:schemeClr val="accent1"/>
              </a:solidFill>
              <a:ln w="9525">
                <a:solidFill>
                  <a:schemeClr val="tx1"/>
                </a:solidFill>
                <a:miter lim="800000"/>
                <a:headEnd/>
                <a:tailEnd/>
              </a:ln>
              <a:effectLst/>
            </p:spPr>
            <p:txBody>
              <a:bodyPr wrap="none" anchor="ctr"/>
              <a:lstStyle/>
              <a:p>
                <a:endParaRPr lang="bg-BG" dirty="0"/>
              </a:p>
            </p:txBody>
          </p:sp>
          <p:sp>
            <p:nvSpPr>
              <p:cNvPr id="492584" name="Line 40"/>
              <p:cNvSpPr>
                <a:spLocks noChangeShapeType="1"/>
              </p:cNvSpPr>
              <p:nvPr/>
            </p:nvSpPr>
            <p:spPr bwMode="auto">
              <a:xfrm>
                <a:off x="8745537" y="4581683"/>
                <a:ext cx="0" cy="1376362"/>
              </a:xfrm>
              <a:prstGeom prst="line">
                <a:avLst/>
              </a:prstGeom>
              <a:noFill/>
              <a:ln w="25400">
                <a:solidFill>
                  <a:srgbClr val="000000"/>
                </a:solidFill>
                <a:round/>
                <a:headEnd type="none" w="sm" len="sm"/>
                <a:tailEnd type="none" w="sm" len="sm"/>
              </a:ln>
              <a:effectLst/>
            </p:spPr>
            <p:txBody>
              <a:bodyPr/>
              <a:lstStyle/>
              <a:p>
                <a:endParaRPr lang="bg-BG" dirty="0"/>
              </a:p>
            </p:txBody>
          </p:sp>
          <p:sp>
            <p:nvSpPr>
              <p:cNvPr id="492585" name="Line 41"/>
              <p:cNvSpPr>
                <a:spLocks noChangeShapeType="1"/>
              </p:cNvSpPr>
              <p:nvPr/>
            </p:nvSpPr>
            <p:spPr bwMode="auto">
              <a:xfrm>
                <a:off x="8318500" y="4568983"/>
                <a:ext cx="0" cy="1376362"/>
              </a:xfrm>
              <a:prstGeom prst="line">
                <a:avLst/>
              </a:prstGeom>
              <a:noFill/>
              <a:ln w="25400">
                <a:solidFill>
                  <a:srgbClr val="000000"/>
                </a:solidFill>
                <a:round/>
                <a:headEnd type="none" w="sm" len="sm"/>
                <a:tailEnd type="none" w="sm" len="sm"/>
              </a:ln>
              <a:effectLst/>
            </p:spPr>
            <p:txBody>
              <a:bodyPr/>
              <a:lstStyle/>
              <a:p>
                <a:endParaRPr lang="bg-BG" dirty="0"/>
              </a:p>
            </p:txBody>
          </p:sp>
          <p:sp>
            <p:nvSpPr>
              <p:cNvPr id="492586" name="Line 42"/>
              <p:cNvSpPr>
                <a:spLocks noChangeShapeType="1"/>
              </p:cNvSpPr>
              <p:nvPr/>
            </p:nvSpPr>
            <p:spPr bwMode="auto">
              <a:xfrm>
                <a:off x="8032750" y="4740433"/>
                <a:ext cx="1866900" cy="0"/>
              </a:xfrm>
              <a:prstGeom prst="line">
                <a:avLst/>
              </a:prstGeom>
              <a:noFill/>
              <a:ln w="25400">
                <a:solidFill>
                  <a:srgbClr val="000000"/>
                </a:solidFill>
                <a:round/>
                <a:headEnd type="none" w="sm" len="sm"/>
                <a:tailEnd type="none" w="sm" len="sm"/>
              </a:ln>
              <a:effectLst/>
            </p:spPr>
            <p:txBody>
              <a:bodyPr/>
              <a:lstStyle/>
              <a:p>
                <a:endParaRPr lang="bg-BG" dirty="0"/>
              </a:p>
            </p:txBody>
          </p:sp>
          <p:sp>
            <p:nvSpPr>
              <p:cNvPr id="492587" name="Line 43"/>
              <p:cNvSpPr>
                <a:spLocks noChangeShapeType="1"/>
              </p:cNvSpPr>
              <p:nvPr/>
            </p:nvSpPr>
            <p:spPr bwMode="auto">
              <a:xfrm>
                <a:off x="8032750" y="4892833"/>
                <a:ext cx="1866900" cy="0"/>
              </a:xfrm>
              <a:prstGeom prst="line">
                <a:avLst/>
              </a:prstGeom>
              <a:noFill/>
              <a:ln w="25400">
                <a:solidFill>
                  <a:srgbClr val="000000"/>
                </a:solidFill>
                <a:round/>
                <a:headEnd type="none" w="sm" len="sm"/>
                <a:tailEnd type="none" w="sm" len="sm"/>
              </a:ln>
              <a:effectLst/>
            </p:spPr>
            <p:txBody>
              <a:bodyPr/>
              <a:lstStyle/>
              <a:p>
                <a:endParaRPr lang="bg-BG" dirty="0"/>
              </a:p>
            </p:txBody>
          </p:sp>
          <p:sp>
            <p:nvSpPr>
              <p:cNvPr id="492588" name="Line 44"/>
              <p:cNvSpPr>
                <a:spLocks noChangeShapeType="1"/>
              </p:cNvSpPr>
              <p:nvPr/>
            </p:nvSpPr>
            <p:spPr bwMode="auto">
              <a:xfrm>
                <a:off x="8032750" y="5045233"/>
                <a:ext cx="1866900" cy="0"/>
              </a:xfrm>
              <a:prstGeom prst="line">
                <a:avLst/>
              </a:prstGeom>
              <a:noFill/>
              <a:ln w="25400">
                <a:solidFill>
                  <a:srgbClr val="000000"/>
                </a:solidFill>
                <a:round/>
                <a:headEnd type="none" w="sm" len="sm"/>
                <a:tailEnd type="none" w="sm" len="sm"/>
              </a:ln>
              <a:effectLst/>
            </p:spPr>
            <p:txBody>
              <a:bodyPr/>
              <a:lstStyle/>
              <a:p>
                <a:endParaRPr lang="bg-BG" dirty="0"/>
              </a:p>
            </p:txBody>
          </p:sp>
          <p:sp>
            <p:nvSpPr>
              <p:cNvPr id="492589" name="Line 45"/>
              <p:cNvSpPr>
                <a:spLocks noChangeShapeType="1"/>
              </p:cNvSpPr>
              <p:nvPr/>
            </p:nvSpPr>
            <p:spPr bwMode="auto">
              <a:xfrm>
                <a:off x="8032750" y="5197633"/>
                <a:ext cx="1866900" cy="0"/>
              </a:xfrm>
              <a:prstGeom prst="line">
                <a:avLst/>
              </a:prstGeom>
              <a:noFill/>
              <a:ln w="25400">
                <a:solidFill>
                  <a:srgbClr val="000000"/>
                </a:solidFill>
                <a:round/>
                <a:headEnd type="none" w="sm" len="sm"/>
                <a:tailEnd type="none" w="sm" len="sm"/>
              </a:ln>
              <a:effectLst/>
            </p:spPr>
            <p:txBody>
              <a:bodyPr/>
              <a:lstStyle/>
              <a:p>
                <a:endParaRPr lang="bg-BG" dirty="0"/>
              </a:p>
            </p:txBody>
          </p:sp>
          <p:sp>
            <p:nvSpPr>
              <p:cNvPr id="492590" name="Line 46"/>
              <p:cNvSpPr>
                <a:spLocks noChangeShapeType="1"/>
              </p:cNvSpPr>
              <p:nvPr/>
            </p:nvSpPr>
            <p:spPr bwMode="auto">
              <a:xfrm>
                <a:off x="8032750" y="5350033"/>
                <a:ext cx="1866900" cy="0"/>
              </a:xfrm>
              <a:prstGeom prst="line">
                <a:avLst/>
              </a:prstGeom>
              <a:noFill/>
              <a:ln w="25400">
                <a:solidFill>
                  <a:srgbClr val="000000"/>
                </a:solidFill>
                <a:round/>
                <a:headEnd type="none" w="sm" len="sm"/>
                <a:tailEnd type="none" w="sm" len="sm"/>
              </a:ln>
              <a:effectLst/>
            </p:spPr>
            <p:txBody>
              <a:bodyPr/>
              <a:lstStyle/>
              <a:p>
                <a:endParaRPr lang="bg-BG" dirty="0"/>
              </a:p>
            </p:txBody>
          </p:sp>
          <p:sp>
            <p:nvSpPr>
              <p:cNvPr id="492591" name="Line 47"/>
              <p:cNvSpPr>
                <a:spLocks noChangeShapeType="1"/>
              </p:cNvSpPr>
              <p:nvPr/>
            </p:nvSpPr>
            <p:spPr bwMode="auto">
              <a:xfrm>
                <a:off x="8032750" y="5502433"/>
                <a:ext cx="1866900" cy="0"/>
              </a:xfrm>
              <a:prstGeom prst="line">
                <a:avLst/>
              </a:prstGeom>
              <a:noFill/>
              <a:ln w="25400">
                <a:solidFill>
                  <a:srgbClr val="000000"/>
                </a:solidFill>
                <a:round/>
                <a:headEnd type="none" w="sm" len="sm"/>
                <a:tailEnd type="none" w="sm" len="sm"/>
              </a:ln>
              <a:effectLst/>
            </p:spPr>
            <p:txBody>
              <a:bodyPr/>
              <a:lstStyle/>
              <a:p>
                <a:endParaRPr lang="bg-BG" dirty="0"/>
              </a:p>
            </p:txBody>
          </p:sp>
          <p:sp>
            <p:nvSpPr>
              <p:cNvPr id="492592" name="Line 48"/>
              <p:cNvSpPr>
                <a:spLocks noChangeShapeType="1"/>
              </p:cNvSpPr>
              <p:nvPr/>
            </p:nvSpPr>
            <p:spPr bwMode="auto">
              <a:xfrm>
                <a:off x="8032750" y="5654833"/>
                <a:ext cx="1866900" cy="0"/>
              </a:xfrm>
              <a:prstGeom prst="line">
                <a:avLst/>
              </a:prstGeom>
              <a:noFill/>
              <a:ln w="25400">
                <a:solidFill>
                  <a:srgbClr val="000000"/>
                </a:solidFill>
                <a:round/>
                <a:headEnd type="none" w="sm" len="sm"/>
                <a:tailEnd type="none" w="sm" len="sm"/>
              </a:ln>
              <a:effectLst/>
            </p:spPr>
            <p:txBody>
              <a:bodyPr/>
              <a:lstStyle/>
              <a:p>
                <a:endParaRPr lang="bg-BG" dirty="0"/>
              </a:p>
            </p:txBody>
          </p:sp>
          <p:sp>
            <p:nvSpPr>
              <p:cNvPr id="492593" name="Line 49"/>
              <p:cNvSpPr>
                <a:spLocks noChangeShapeType="1"/>
              </p:cNvSpPr>
              <p:nvPr/>
            </p:nvSpPr>
            <p:spPr bwMode="auto">
              <a:xfrm>
                <a:off x="8032750" y="5807233"/>
                <a:ext cx="1866900" cy="0"/>
              </a:xfrm>
              <a:prstGeom prst="line">
                <a:avLst/>
              </a:prstGeom>
              <a:noFill/>
              <a:ln w="25400">
                <a:solidFill>
                  <a:srgbClr val="000000"/>
                </a:solidFill>
                <a:round/>
                <a:headEnd type="none" w="sm" len="sm"/>
                <a:tailEnd type="none" w="sm" len="sm"/>
              </a:ln>
              <a:effectLst/>
            </p:spPr>
            <p:txBody>
              <a:bodyPr/>
              <a:lstStyle/>
              <a:p>
                <a:endParaRPr lang="bg-BG" dirty="0"/>
              </a:p>
            </p:txBody>
          </p:sp>
          <p:sp>
            <p:nvSpPr>
              <p:cNvPr id="492594" name="Line 50"/>
              <p:cNvSpPr>
                <a:spLocks noChangeShapeType="1"/>
              </p:cNvSpPr>
              <p:nvPr/>
            </p:nvSpPr>
            <p:spPr bwMode="auto">
              <a:xfrm>
                <a:off x="9285287" y="4568983"/>
                <a:ext cx="0" cy="1376362"/>
              </a:xfrm>
              <a:prstGeom prst="line">
                <a:avLst/>
              </a:prstGeom>
              <a:noFill/>
              <a:ln w="25400">
                <a:solidFill>
                  <a:srgbClr val="000000"/>
                </a:solidFill>
                <a:round/>
                <a:headEnd type="none" w="sm" len="sm"/>
                <a:tailEnd type="none" w="sm" len="sm"/>
              </a:ln>
              <a:effectLst/>
            </p:spPr>
            <p:txBody>
              <a:bodyPr/>
              <a:lstStyle/>
              <a:p>
                <a:endParaRPr lang="bg-BG" dirty="0"/>
              </a:p>
            </p:txBody>
          </p:sp>
          <p:sp>
            <p:nvSpPr>
              <p:cNvPr id="492595" name="Line 51"/>
              <p:cNvSpPr>
                <a:spLocks noChangeShapeType="1"/>
              </p:cNvSpPr>
              <p:nvPr/>
            </p:nvSpPr>
            <p:spPr bwMode="auto">
              <a:xfrm>
                <a:off x="9610725" y="4567396"/>
                <a:ext cx="0" cy="1376363"/>
              </a:xfrm>
              <a:prstGeom prst="line">
                <a:avLst/>
              </a:prstGeom>
              <a:noFill/>
              <a:ln w="25400">
                <a:solidFill>
                  <a:srgbClr val="000000"/>
                </a:solidFill>
                <a:round/>
                <a:headEnd type="none" w="sm" len="sm"/>
                <a:tailEnd type="none" w="sm" len="sm"/>
              </a:ln>
              <a:effectLst/>
            </p:spPr>
            <p:txBody>
              <a:bodyPr/>
              <a:lstStyle/>
              <a:p>
                <a:endParaRPr lang="bg-BG" dirty="0"/>
              </a:p>
            </p:txBody>
          </p:sp>
          <p:sp>
            <p:nvSpPr>
              <p:cNvPr id="492596" name="Line 52"/>
              <p:cNvSpPr>
                <a:spLocks noChangeShapeType="1"/>
              </p:cNvSpPr>
              <p:nvPr/>
            </p:nvSpPr>
            <p:spPr bwMode="auto">
              <a:xfrm>
                <a:off x="9037637" y="4564221"/>
                <a:ext cx="0" cy="1376363"/>
              </a:xfrm>
              <a:prstGeom prst="line">
                <a:avLst/>
              </a:prstGeom>
              <a:noFill/>
              <a:ln w="25400">
                <a:solidFill>
                  <a:srgbClr val="000000"/>
                </a:solidFill>
                <a:round/>
                <a:headEnd type="none" w="sm" len="sm"/>
                <a:tailEnd type="none" w="sm" len="sm"/>
              </a:ln>
              <a:effectLst/>
            </p:spPr>
            <p:txBody>
              <a:bodyPr/>
              <a:lstStyle/>
              <a:p>
                <a:endParaRPr lang="bg-BG" dirty="0"/>
              </a:p>
            </p:txBody>
          </p:sp>
        </p:grpSp>
        <p:sp>
          <p:nvSpPr>
            <p:cNvPr id="492609" name="Line 65"/>
            <p:cNvSpPr>
              <a:spLocks noChangeShapeType="1"/>
            </p:cNvSpPr>
            <p:nvPr/>
          </p:nvSpPr>
          <p:spPr bwMode="auto">
            <a:xfrm flipV="1">
              <a:off x="7070726" y="5269071"/>
              <a:ext cx="884237" cy="3175"/>
            </a:xfrm>
            <a:prstGeom prst="line">
              <a:avLst/>
            </a:prstGeom>
            <a:noFill/>
            <a:ln w="50800">
              <a:solidFill>
                <a:schemeClr val="tx1"/>
              </a:solidFill>
              <a:round/>
              <a:headEnd type="stealth" w="med" len="lg"/>
              <a:tailEnd type="stealth" w="med" len="lg"/>
            </a:ln>
            <a:effectLst/>
          </p:spPr>
          <p:txBody>
            <a:bodyPr/>
            <a:lstStyle/>
            <a:p>
              <a:endParaRPr lang="bg-BG" dirty="0"/>
            </a:p>
          </p:txBody>
        </p:sp>
        <p:sp>
          <p:nvSpPr>
            <p:cNvPr id="492610" name="Text Box 66"/>
            <p:cNvSpPr txBox="1">
              <a:spLocks noChangeArrowheads="1"/>
            </p:cNvSpPr>
            <p:nvPr/>
          </p:nvSpPr>
          <p:spPr bwMode="auto">
            <a:xfrm>
              <a:off x="5135050" y="6002023"/>
              <a:ext cx="1811850" cy="400110"/>
            </a:xfrm>
            <a:prstGeom prst="rect">
              <a:avLst/>
            </a:prstGeom>
            <a:noFill/>
            <a:ln w="9525">
              <a:noFill/>
              <a:miter lim="800000"/>
              <a:headEnd/>
              <a:tailEnd/>
            </a:ln>
            <a:effectLst/>
          </p:spPr>
          <p:txBody>
            <a:bodyPr wrap="square">
              <a:spAutoFit/>
            </a:bodyPr>
            <a:lstStyle/>
            <a:p>
              <a:pPr algn="ctr">
                <a:lnSpc>
                  <a:spcPct val="100000"/>
                </a:lnSpc>
              </a:pPr>
              <a:r>
                <a:rPr lang="en-US" sz="2000" b="1" dirty="0">
                  <a:solidFill>
                    <a:srgbClr val="0070C0"/>
                  </a:solidFill>
                </a:rPr>
                <a:t>Table 1</a:t>
              </a:r>
            </a:p>
          </p:txBody>
        </p:sp>
        <p:sp>
          <p:nvSpPr>
            <p:cNvPr id="492611" name="Text Box 67"/>
            <p:cNvSpPr txBox="1">
              <a:spLocks noChangeArrowheads="1"/>
            </p:cNvSpPr>
            <p:nvPr/>
          </p:nvSpPr>
          <p:spPr bwMode="auto">
            <a:xfrm>
              <a:off x="8056562" y="6021133"/>
              <a:ext cx="1830388" cy="396875"/>
            </a:xfrm>
            <a:prstGeom prst="rect">
              <a:avLst/>
            </a:prstGeom>
            <a:noFill/>
            <a:ln w="9525">
              <a:noFill/>
              <a:miter lim="800000"/>
              <a:headEnd/>
              <a:tailEnd/>
            </a:ln>
            <a:effectLst/>
          </p:spPr>
          <p:txBody>
            <a:bodyPr wrap="square">
              <a:spAutoFit/>
            </a:bodyPr>
            <a:lstStyle/>
            <a:p>
              <a:pPr algn="ctr">
                <a:lnSpc>
                  <a:spcPct val="100000"/>
                </a:lnSpc>
              </a:pPr>
              <a:r>
                <a:rPr lang="en-US" sz="2000" b="1" dirty="0">
                  <a:solidFill>
                    <a:srgbClr val="0070C0"/>
                  </a:solidFill>
                </a:rPr>
                <a:t>Table 2</a:t>
              </a:r>
            </a:p>
          </p:txBody>
        </p:sp>
        <p:sp>
          <p:nvSpPr>
            <p:cNvPr id="492616" name="Text Box 72"/>
            <p:cNvSpPr txBox="1">
              <a:spLocks noChangeArrowheads="1"/>
            </p:cNvSpPr>
            <p:nvPr/>
          </p:nvSpPr>
          <p:spPr bwMode="auto">
            <a:xfrm>
              <a:off x="1293812" y="4488021"/>
              <a:ext cx="3013076" cy="1446550"/>
            </a:xfrm>
            <a:prstGeom prst="rect">
              <a:avLst/>
            </a:prstGeom>
            <a:noFill/>
            <a:ln w="9525">
              <a:noFill/>
              <a:miter lim="800000"/>
              <a:headEnd/>
              <a:tailEnd/>
            </a:ln>
            <a:effectLst/>
          </p:spPr>
          <p:txBody>
            <a:bodyPr wrap="square">
              <a:spAutoFit/>
            </a:bodyPr>
            <a:lstStyle/>
            <a:p>
              <a:pPr>
                <a:lnSpc>
                  <a:spcPct val="100000"/>
                </a:lnSpc>
              </a:pPr>
              <a:r>
                <a:rPr lang="en-US" sz="3200" b="1" dirty="0">
                  <a:solidFill>
                    <a:schemeClr val="tx2">
                      <a:lumMod val="75000"/>
                    </a:schemeClr>
                  </a:solidFill>
                </a:rPr>
                <a:t>Join</a:t>
              </a:r>
            </a:p>
            <a:p>
              <a:pPr>
                <a:lnSpc>
                  <a:spcPct val="100000"/>
                </a:lnSpc>
              </a:pPr>
              <a:r>
                <a:rPr lang="en-US" sz="2800" b="1" dirty="0">
                  <a:solidFill>
                    <a:schemeClr val="accent2">
                      <a:lumMod val="75000"/>
                    </a:schemeClr>
                  </a:solidFill>
                </a:rPr>
                <a:t>Combine tables by</a:t>
              </a:r>
            </a:p>
            <a:p>
              <a:pPr>
                <a:lnSpc>
                  <a:spcPct val="100000"/>
                </a:lnSpc>
              </a:pPr>
              <a:r>
                <a:rPr lang="en-US" sz="2800" b="1" dirty="0">
                  <a:solidFill>
                    <a:schemeClr val="accent2">
                      <a:lumMod val="75000"/>
                    </a:schemeClr>
                  </a:solidFill>
                </a:rPr>
                <a:t>some column</a:t>
              </a:r>
            </a:p>
          </p:txBody>
        </p:sp>
      </p:grpSp>
      <p:sp>
        <p:nvSpPr>
          <p:cNvPr id="81" name="Rectangle 2">
            <a:extLst>
              <a:ext uri="{FF2B5EF4-FFF2-40B4-BE49-F238E27FC236}">
                <a16:creationId xmlns:a16="http://schemas.microsoft.com/office/drawing/2014/main" id="{F4F32A6A-BDD4-4601-93F2-EC8203EB1B78}"/>
              </a:ext>
            </a:extLst>
          </p:cNvPr>
          <p:cNvSpPr txBox="1">
            <a:spLocks noChangeArrowheads="1"/>
          </p:cNvSpPr>
          <p:nvPr/>
        </p:nvSpPr>
        <p:spPr>
          <a:xfrm>
            <a:off x="379412" y="381000"/>
            <a:ext cx="10512862" cy="593726"/>
          </a:xfrm>
          <a:prstGeom prst="rect">
            <a:avLst/>
          </a:prstGeom>
        </p:spPr>
        <p:txBody>
          <a:bodyPr vert="horz" lIns="91440" tIns="45720" rIns="91440" bIns="45720" rtlCol="0" anchor="ctr">
            <a:normAutofit fontScale="90000" lnSpcReduction="10000"/>
          </a:bodyPr>
          <a:lstStyle>
            <a:lvl1pPr algn="l" defTabSz="914126" rtl="0" eaLnBrk="1" latinLnBrk="0" hangingPunct="1">
              <a:lnSpc>
                <a:spcPct val="90000"/>
              </a:lnSpc>
              <a:spcBef>
                <a:spcPct val="0"/>
              </a:spcBef>
              <a:buNone/>
              <a:defRPr sz="4399" kern="1200">
                <a:solidFill>
                  <a:schemeClr val="tx1"/>
                </a:solidFill>
                <a:latin typeface="+mj-lt"/>
                <a:ea typeface="+mj-ea"/>
                <a:cs typeface="+mj-cs"/>
              </a:defRPr>
            </a:lvl1pPr>
          </a:lstStyle>
          <a:p>
            <a:r>
              <a:rPr lang="en-US" b="1" dirty="0">
                <a:solidFill>
                  <a:srgbClr val="FF5050"/>
                </a:solidFill>
                <a:latin typeface="Times New Roman" panose="02020603050405020304" pitchFamily="18" charset="0"/>
                <a:cs typeface="Times New Roman" panose="02020603050405020304" pitchFamily="18" charset="0"/>
              </a:rPr>
              <a:t>Capabilities of SQL SELECT </a:t>
            </a:r>
            <a:endParaRPr lang="bg-BG" b="1" dirty="0">
              <a:solidFill>
                <a:srgbClr val="FF5050"/>
              </a:solidFill>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2273232941"/>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nodeType="afterEffect">
                                  <p:stCondLst>
                                    <p:cond delay="0"/>
                                  </p:stCondLst>
                                  <p:childTnLst>
                                    <p:set>
                                      <p:cBhvr>
                                        <p:cTn id="6" dur="1" fill="hold">
                                          <p:stCondLst>
                                            <p:cond delay="0"/>
                                          </p:stCondLst>
                                        </p:cTn>
                                        <p:tgtEl>
                                          <p:spTgt spid="10"/>
                                        </p:tgtEl>
                                        <p:attrNameLst>
                                          <p:attrName>style.visibility</p:attrName>
                                        </p:attrNameLst>
                                      </p:cBhvr>
                                      <p:to>
                                        <p:strVal val="visible"/>
                                      </p:to>
                                    </p:set>
                                    <p:animEffect transition="in" filter="fade">
                                      <p:cBhvr>
                                        <p:cTn id="7" dur="500"/>
                                        <p:tgtEl>
                                          <p:spTgt spid="10"/>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nodeType="clickEffect">
                                  <p:stCondLst>
                                    <p:cond delay="0"/>
                                  </p:stCondLst>
                                  <p:childTnLst>
                                    <p:set>
                                      <p:cBhvr>
                                        <p:cTn id="11" dur="1" fill="hold">
                                          <p:stCondLst>
                                            <p:cond delay="0"/>
                                          </p:stCondLst>
                                        </p:cTn>
                                        <p:tgtEl>
                                          <p:spTgt spid="11"/>
                                        </p:tgtEl>
                                        <p:attrNameLst>
                                          <p:attrName>style.visibility</p:attrName>
                                        </p:attrNameLst>
                                      </p:cBhvr>
                                      <p:to>
                                        <p:strVal val="visible"/>
                                      </p:to>
                                    </p:set>
                                    <p:animEffect transition="in" filter="fade">
                                      <p:cBhvr>
                                        <p:cTn id="12" dur="500"/>
                                        <p:tgtEl>
                                          <p:spTgt spid="11"/>
                                        </p:tgtEl>
                                      </p:cBhvr>
                                    </p:animEffect>
                                  </p:childTnLst>
                                </p:cTn>
                              </p:par>
                            </p:childTnLst>
                          </p:cTn>
                        </p:par>
                      </p:childTnLst>
                    </p:cTn>
                  </p:par>
                  <p:par>
                    <p:cTn id="13" fill="hold">
                      <p:stCondLst>
                        <p:cond delay="indefinite"/>
                      </p:stCondLst>
                      <p:childTnLst>
                        <p:par>
                          <p:cTn id="14" fill="hold">
                            <p:stCondLst>
                              <p:cond delay="0"/>
                            </p:stCondLst>
                            <p:childTnLst>
                              <p:par>
                                <p:cTn id="15" presetID="10" presetClass="entr" presetSubtype="0" fill="hold" nodeType="clickEffect">
                                  <p:stCondLst>
                                    <p:cond delay="0"/>
                                  </p:stCondLst>
                                  <p:childTnLst>
                                    <p:set>
                                      <p:cBhvr>
                                        <p:cTn id="16" dur="1" fill="hold">
                                          <p:stCondLst>
                                            <p:cond delay="0"/>
                                          </p:stCondLst>
                                        </p:cTn>
                                        <p:tgtEl>
                                          <p:spTgt spid="12"/>
                                        </p:tgtEl>
                                        <p:attrNameLst>
                                          <p:attrName>style.visibility</p:attrName>
                                        </p:attrNameLst>
                                      </p:cBhvr>
                                      <p:to>
                                        <p:strVal val="visible"/>
                                      </p:to>
                                    </p:set>
                                    <p:animEffect transition="in" filter="fade">
                                      <p:cBhvr>
                                        <p:cTn id="17" dur="500"/>
                                        <p:tgtEl>
                                          <p:spTgt spid="1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96643" name="Rectangle 3"/>
          <p:cNvSpPr>
            <a:spLocks noGrp="1" noChangeArrowheads="1"/>
          </p:cNvSpPr>
          <p:nvPr>
            <p:ph idx="1"/>
          </p:nvPr>
        </p:nvSpPr>
        <p:spPr>
          <a:xfrm>
            <a:off x="192001" y="908043"/>
            <a:ext cx="11617412" cy="5570355"/>
          </a:xfrm>
        </p:spPr>
        <p:txBody>
          <a:bodyPr/>
          <a:lstStyle/>
          <a:p>
            <a:pPr>
              <a:lnSpc>
                <a:spcPct val="100000"/>
              </a:lnSpc>
            </a:pPr>
            <a:r>
              <a:rPr lang="en-US" dirty="0">
                <a:latin typeface="Segoe UI" panose="020B0502040204020203" pitchFamily="34" charset="0"/>
                <a:cs typeface="Segoe UI" panose="020B0502040204020203" pitchFamily="34" charset="0"/>
              </a:rPr>
              <a:t>Selecting all columns from the "Departments" table</a:t>
            </a:r>
          </a:p>
          <a:p>
            <a:pPr>
              <a:lnSpc>
                <a:spcPct val="100000"/>
              </a:lnSpc>
            </a:pPr>
            <a:endParaRPr lang="en-US" dirty="0">
              <a:latin typeface="Segoe UI" panose="020B0502040204020203" pitchFamily="34" charset="0"/>
              <a:cs typeface="Segoe UI" panose="020B0502040204020203" pitchFamily="34" charset="0"/>
            </a:endParaRPr>
          </a:p>
          <a:p>
            <a:pPr>
              <a:lnSpc>
                <a:spcPct val="100000"/>
              </a:lnSpc>
            </a:pPr>
            <a:endParaRPr lang="en-US" dirty="0">
              <a:latin typeface="Segoe UI" panose="020B0502040204020203" pitchFamily="34" charset="0"/>
              <a:cs typeface="Segoe UI" panose="020B0502040204020203" pitchFamily="34" charset="0"/>
            </a:endParaRPr>
          </a:p>
          <a:p>
            <a:pPr>
              <a:lnSpc>
                <a:spcPct val="100000"/>
              </a:lnSpc>
            </a:pPr>
            <a:endParaRPr lang="en-US" dirty="0">
              <a:latin typeface="Segoe UI" panose="020B0502040204020203" pitchFamily="34" charset="0"/>
              <a:cs typeface="Segoe UI" panose="020B0502040204020203" pitchFamily="34" charset="0"/>
            </a:endParaRPr>
          </a:p>
          <a:p>
            <a:pPr>
              <a:lnSpc>
                <a:spcPct val="100000"/>
              </a:lnSpc>
            </a:pPr>
            <a:endParaRPr lang="en-US" sz="2400" dirty="0">
              <a:latin typeface="Segoe UI" panose="020B0502040204020203" pitchFamily="34" charset="0"/>
              <a:cs typeface="Segoe UI" panose="020B0502040204020203" pitchFamily="34" charset="0"/>
            </a:endParaRPr>
          </a:p>
          <a:p>
            <a:pPr>
              <a:lnSpc>
                <a:spcPct val="100000"/>
              </a:lnSpc>
            </a:pPr>
            <a:endParaRPr lang="en-US" sz="2400" dirty="0">
              <a:latin typeface="Segoe UI" panose="020B0502040204020203" pitchFamily="34" charset="0"/>
              <a:cs typeface="Segoe UI" panose="020B0502040204020203" pitchFamily="34" charset="0"/>
            </a:endParaRPr>
          </a:p>
          <a:p>
            <a:pPr>
              <a:lnSpc>
                <a:spcPct val="100000"/>
              </a:lnSpc>
              <a:spcBef>
                <a:spcPts val="1800"/>
              </a:spcBef>
            </a:pPr>
            <a:r>
              <a:rPr lang="en-US" dirty="0">
                <a:latin typeface="Segoe UI" panose="020B0502040204020203" pitchFamily="34" charset="0"/>
                <a:cs typeface="Segoe UI" panose="020B0502040204020203" pitchFamily="34" charset="0"/>
              </a:rPr>
              <a:t>Selecting specific columns</a:t>
            </a:r>
          </a:p>
        </p:txBody>
      </p:sp>
      <p:sp>
        <p:nvSpPr>
          <p:cNvPr id="496644" name="Rectangle 4"/>
          <p:cNvSpPr>
            <a:spLocks noChangeArrowheads="1"/>
          </p:cNvSpPr>
          <p:nvPr/>
        </p:nvSpPr>
        <p:spPr bwMode="auto">
          <a:xfrm>
            <a:off x="2362200" y="1641907"/>
            <a:ext cx="7288117" cy="492443"/>
          </a:xfrm>
          <a:prstGeom prst="rect">
            <a:avLst/>
          </a:prstGeom>
          <a:solidFill>
            <a:schemeClr val="accent5">
              <a:lumMod val="40000"/>
              <a:lumOff val="60000"/>
              <a:alpha val="20000"/>
            </a:schemeClr>
          </a:solidFill>
          <a:ln w="12700">
            <a:solidFill>
              <a:schemeClr val="accent5">
                <a:lumMod val="60000"/>
                <a:lumOff val="40000"/>
              </a:schemeClr>
            </a:solidFill>
          </a:ln>
        </p:spPr>
        <p:txBody>
          <a:bodyPr wrap="square">
            <a:spAutoFit/>
          </a:bodyPr>
          <a:lstStyle/>
          <a:p>
            <a:pPr eaLnBrk="0" hangingPunct="0">
              <a:buClr>
                <a:schemeClr val="accent5">
                  <a:lumMod val="40000"/>
                  <a:lumOff val="60000"/>
                </a:schemeClr>
              </a:buClr>
              <a:buSzPct val="70000"/>
            </a:pPr>
            <a:r>
              <a:rPr lang="en-US" sz="2600" b="1" noProof="1">
                <a:solidFill>
                  <a:schemeClr val="accent1"/>
                </a:solidFill>
                <a:latin typeface="Consolas" pitchFamily="49" charset="0"/>
                <a:cs typeface="Consolas" pitchFamily="49" charset="0"/>
              </a:rPr>
              <a:t>SELECT</a:t>
            </a:r>
            <a:r>
              <a:rPr lang="en-US" sz="2600" b="1" noProof="1">
                <a:solidFill>
                  <a:srgbClr val="FBEEDC"/>
                </a:solidFill>
                <a:latin typeface="Consolas" pitchFamily="49" charset="0"/>
                <a:cs typeface="Consolas" pitchFamily="49" charset="0"/>
              </a:rPr>
              <a:t> </a:t>
            </a:r>
            <a:r>
              <a:rPr lang="en-US" sz="2600" b="1" noProof="1">
                <a:solidFill>
                  <a:schemeClr val="accent2">
                    <a:lumMod val="75000"/>
                  </a:schemeClr>
                </a:solidFill>
                <a:latin typeface="Consolas" pitchFamily="49" charset="0"/>
                <a:cs typeface="Consolas" pitchFamily="49" charset="0"/>
              </a:rPr>
              <a:t>*</a:t>
            </a:r>
            <a:r>
              <a:rPr lang="en-US" sz="2600" b="1" noProof="1">
                <a:solidFill>
                  <a:srgbClr val="FBEEDC"/>
                </a:solidFill>
                <a:latin typeface="Consolas" pitchFamily="49" charset="0"/>
                <a:cs typeface="Consolas" pitchFamily="49" charset="0"/>
              </a:rPr>
              <a:t> </a:t>
            </a:r>
            <a:r>
              <a:rPr lang="en-US" sz="2600" b="1" noProof="1">
                <a:solidFill>
                  <a:schemeClr val="accent1"/>
                </a:solidFill>
                <a:latin typeface="Consolas" pitchFamily="49" charset="0"/>
                <a:cs typeface="Consolas" pitchFamily="49" charset="0"/>
              </a:rPr>
              <a:t>FROM</a:t>
            </a:r>
            <a:r>
              <a:rPr lang="en-US" sz="2600" b="1" noProof="1">
                <a:solidFill>
                  <a:srgbClr val="FBEEDC"/>
                </a:solidFill>
                <a:latin typeface="Consolas" pitchFamily="49" charset="0"/>
                <a:cs typeface="Consolas" pitchFamily="49" charset="0"/>
              </a:rPr>
              <a:t> </a:t>
            </a:r>
            <a:r>
              <a:rPr lang="en-US" sz="2600" b="1" noProof="1">
                <a:solidFill>
                  <a:schemeClr val="accent2">
                    <a:lumMod val="75000"/>
                  </a:schemeClr>
                </a:solidFill>
                <a:latin typeface="Consolas" pitchFamily="49" charset="0"/>
                <a:cs typeface="Consolas" pitchFamily="49" charset="0"/>
              </a:rPr>
              <a:t>Departments</a:t>
            </a:r>
          </a:p>
        </p:txBody>
      </p:sp>
      <p:sp>
        <p:nvSpPr>
          <p:cNvPr id="496645" name="Rectangle 5"/>
          <p:cNvSpPr>
            <a:spLocks noChangeArrowheads="1"/>
          </p:cNvSpPr>
          <p:nvPr/>
        </p:nvSpPr>
        <p:spPr bwMode="auto">
          <a:xfrm>
            <a:off x="1371600" y="5017373"/>
            <a:ext cx="4724387" cy="892552"/>
          </a:xfrm>
          <a:prstGeom prst="rect">
            <a:avLst/>
          </a:prstGeom>
          <a:solidFill>
            <a:srgbClr val="D9D5C7">
              <a:alpha val="20000"/>
            </a:srgbClr>
          </a:solidFill>
          <a:ln w="12700">
            <a:solidFill>
              <a:schemeClr val="accent5">
                <a:lumMod val="60000"/>
                <a:lumOff val="40000"/>
              </a:schemeClr>
            </a:solidFill>
          </a:ln>
        </p:spPr>
        <p:txBody>
          <a:bodyPr wrap="square">
            <a:spAutoFit/>
          </a:bodyPr>
          <a:lstStyle/>
          <a:p>
            <a:pPr eaLnBrk="0" hangingPunct="0">
              <a:buClr>
                <a:schemeClr val="accent5">
                  <a:lumMod val="40000"/>
                  <a:lumOff val="60000"/>
                </a:schemeClr>
              </a:buClr>
              <a:buSzPct val="70000"/>
            </a:pPr>
            <a:r>
              <a:rPr lang="en-US" sz="2600" b="1" noProof="1">
                <a:solidFill>
                  <a:schemeClr val="accent1"/>
                </a:solidFill>
                <a:latin typeface="Consolas" pitchFamily="49" charset="0"/>
              </a:rPr>
              <a:t>SELECT </a:t>
            </a:r>
            <a:r>
              <a:rPr lang="en-US" sz="2600" b="1" noProof="1">
                <a:solidFill>
                  <a:schemeClr val="tx2"/>
                </a:solidFill>
                <a:latin typeface="Consolas" pitchFamily="49" charset="0"/>
              </a:rPr>
              <a:t>DepartmentId, Name</a:t>
            </a:r>
          </a:p>
          <a:p>
            <a:pPr eaLnBrk="0" hangingPunct="0">
              <a:buClr>
                <a:schemeClr val="accent5">
                  <a:lumMod val="40000"/>
                  <a:lumOff val="60000"/>
                </a:schemeClr>
              </a:buClr>
              <a:buSzPct val="70000"/>
            </a:pPr>
            <a:r>
              <a:rPr lang="en-US" sz="2600" b="1" noProof="1">
                <a:solidFill>
                  <a:schemeClr val="tx2"/>
                </a:solidFill>
                <a:latin typeface="Consolas" pitchFamily="49" charset="0"/>
              </a:rPr>
              <a:t>  </a:t>
            </a:r>
            <a:r>
              <a:rPr lang="en-US" sz="2600" b="1" noProof="1">
                <a:solidFill>
                  <a:schemeClr val="accent1"/>
                </a:solidFill>
                <a:latin typeface="Consolas" pitchFamily="49" charset="0"/>
              </a:rPr>
              <a:t>FROM</a:t>
            </a:r>
            <a:r>
              <a:rPr lang="en-US" sz="2600" b="1" noProof="1">
                <a:solidFill>
                  <a:schemeClr val="tx2"/>
                </a:solidFill>
                <a:latin typeface="Consolas" pitchFamily="49" charset="0"/>
              </a:rPr>
              <a:t> Departments</a:t>
            </a:r>
          </a:p>
        </p:txBody>
      </p:sp>
      <p:graphicFrame>
        <p:nvGraphicFramePr>
          <p:cNvPr id="496646" name="Group 6"/>
          <p:cNvGraphicFramePr>
            <a:graphicFrameLocks noGrp="1"/>
          </p:cNvGraphicFramePr>
          <p:nvPr>
            <p:extLst>
              <p:ext uri="{D42A27DB-BD31-4B8C-83A1-F6EECF244321}">
                <p14:modId xmlns:p14="http://schemas.microsoft.com/office/powerpoint/2010/main" val="2704607312"/>
              </p:ext>
            </p:extLst>
          </p:nvPr>
        </p:nvGraphicFramePr>
        <p:xfrm>
          <a:off x="2362200" y="2355843"/>
          <a:ext cx="7288117" cy="1789176"/>
        </p:xfrm>
        <a:graphic>
          <a:graphicData uri="http://schemas.openxmlformats.org/drawingml/2006/table">
            <a:tbl>
              <a:tblPr>
                <a:tableStyleId>{8A107856-5554-42FB-B03E-39F5DBC370BA}</a:tableStyleId>
              </a:tblPr>
              <a:tblGrid>
                <a:gridCol w="1832575">
                  <a:extLst>
                    <a:ext uri="{9D8B030D-6E8A-4147-A177-3AD203B41FA5}">
                      <a16:colId xmlns:a16="http://schemas.microsoft.com/office/drawing/2014/main" val="20000"/>
                    </a:ext>
                  </a:extLst>
                </a:gridCol>
                <a:gridCol w="3896369">
                  <a:extLst>
                    <a:ext uri="{9D8B030D-6E8A-4147-A177-3AD203B41FA5}">
                      <a16:colId xmlns:a16="http://schemas.microsoft.com/office/drawing/2014/main" val="20001"/>
                    </a:ext>
                  </a:extLst>
                </a:gridCol>
                <a:gridCol w="1559173">
                  <a:extLst>
                    <a:ext uri="{9D8B030D-6E8A-4147-A177-3AD203B41FA5}">
                      <a16:colId xmlns:a16="http://schemas.microsoft.com/office/drawing/2014/main" val="20002"/>
                    </a:ext>
                  </a:extLst>
                </a:gridCol>
              </a:tblGrid>
              <a:tr h="381000">
                <a:tc>
                  <a:txBody>
                    <a:bodyPr/>
                    <a:lstStyle/>
                    <a:p>
                      <a:pPr marL="0" marR="0" lvl="0" indent="0" algn="l" defTabSz="914400" rtl="0" eaLnBrk="0" fontAlgn="base" latinLnBrk="0" hangingPunct="0">
                        <a:lnSpc>
                          <a:spcPct val="95000"/>
                        </a:lnSpc>
                        <a:spcBef>
                          <a:spcPct val="40000"/>
                        </a:spcBef>
                        <a:spcAft>
                          <a:spcPct val="0"/>
                        </a:spcAft>
                        <a:buClr>
                          <a:schemeClr val="tx1"/>
                        </a:buClr>
                        <a:buSzTx/>
                        <a:buFontTx/>
                        <a:buNone/>
                        <a:tabLst/>
                      </a:pPr>
                      <a:r>
                        <a:rPr kumimoji="1" lang="en-US" sz="2000" u="none" strike="noStrike" cap="none" normalizeH="0" baseline="0" noProof="1">
                          <a:ln>
                            <a:noFill/>
                          </a:ln>
                          <a:effectLst/>
                        </a:rPr>
                        <a:t>DepartmentID</a:t>
                      </a:r>
                      <a:endParaRPr kumimoji="1" lang="en-US" sz="2000" b="1" i="0" u="none" strike="noStrike" cap="none" normalizeH="0" baseline="0" noProof="1">
                        <a:ln>
                          <a:noFill/>
                        </a:ln>
                        <a:solidFill>
                          <a:srgbClr val="EBFFD2"/>
                        </a:solidFill>
                        <a:effectLst/>
                        <a:latin typeface="+mn-lt"/>
                      </a:endParaRPr>
                    </a:p>
                  </a:txBody>
                  <a:tcPr horzOverflow="overflow"/>
                </a:tc>
                <a:tc>
                  <a:txBody>
                    <a:bodyPr/>
                    <a:lstStyle/>
                    <a:p>
                      <a:pPr marL="0" marR="0" lvl="0" indent="0" algn="l" defTabSz="914400" rtl="0" eaLnBrk="0" fontAlgn="base" latinLnBrk="0" hangingPunct="0">
                        <a:lnSpc>
                          <a:spcPct val="95000"/>
                        </a:lnSpc>
                        <a:spcBef>
                          <a:spcPct val="40000"/>
                        </a:spcBef>
                        <a:spcAft>
                          <a:spcPct val="0"/>
                        </a:spcAft>
                        <a:buClr>
                          <a:schemeClr val="tx1"/>
                        </a:buClr>
                        <a:buSzTx/>
                        <a:buFontTx/>
                        <a:buNone/>
                        <a:tabLst/>
                      </a:pPr>
                      <a:r>
                        <a:rPr kumimoji="1" lang="en-US" sz="2000" u="none" strike="noStrike" cap="none" normalizeH="0" baseline="0" noProof="1">
                          <a:ln>
                            <a:noFill/>
                          </a:ln>
                          <a:effectLst/>
                        </a:rPr>
                        <a:t>Name</a:t>
                      </a:r>
                      <a:endParaRPr kumimoji="1" lang="en-US" sz="2000" b="1" i="0" u="none" strike="noStrike" cap="none" normalizeH="0" baseline="0" noProof="1">
                        <a:ln>
                          <a:noFill/>
                        </a:ln>
                        <a:solidFill>
                          <a:srgbClr val="EBFFD2"/>
                        </a:solidFill>
                        <a:effectLst/>
                        <a:latin typeface="+mn-lt"/>
                      </a:endParaRPr>
                    </a:p>
                  </a:txBody>
                  <a:tcPr horzOverflow="overflow"/>
                </a:tc>
                <a:tc>
                  <a:txBody>
                    <a:bodyPr/>
                    <a:lstStyle/>
                    <a:p>
                      <a:pPr marL="0" marR="0" lvl="0" indent="0" algn="l" defTabSz="914400" rtl="0" eaLnBrk="0" fontAlgn="base" latinLnBrk="0" hangingPunct="0">
                        <a:lnSpc>
                          <a:spcPct val="95000"/>
                        </a:lnSpc>
                        <a:spcBef>
                          <a:spcPct val="40000"/>
                        </a:spcBef>
                        <a:spcAft>
                          <a:spcPct val="0"/>
                        </a:spcAft>
                        <a:buClr>
                          <a:schemeClr val="tx1"/>
                        </a:buClr>
                        <a:buSzTx/>
                        <a:buFontTx/>
                        <a:buNone/>
                        <a:tabLst/>
                      </a:pPr>
                      <a:r>
                        <a:rPr kumimoji="1" lang="en-US" sz="2000" u="none" strike="noStrike" cap="none" normalizeH="0" baseline="0" noProof="1">
                          <a:ln>
                            <a:noFill/>
                          </a:ln>
                          <a:effectLst/>
                        </a:rPr>
                        <a:t>ManagerID</a:t>
                      </a:r>
                      <a:endParaRPr kumimoji="1" lang="en-US" sz="2000" b="1" i="0" u="none" strike="noStrike" cap="none" normalizeH="0" baseline="0" noProof="1">
                        <a:ln>
                          <a:noFill/>
                        </a:ln>
                        <a:solidFill>
                          <a:srgbClr val="EBFFD2"/>
                        </a:solidFill>
                        <a:effectLst/>
                        <a:latin typeface="+mn-lt"/>
                      </a:endParaRPr>
                    </a:p>
                  </a:txBody>
                  <a:tcPr horzOverflow="overflow"/>
                </a:tc>
                <a:extLst>
                  <a:ext uri="{0D108BD9-81ED-4DB2-BD59-A6C34878D82A}">
                    <a16:rowId xmlns:a16="http://schemas.microsoft.com/office/drawing/2014/main" val="10000"/>
                  </a:ext>
                </a:extLst>
              </a:tr>
              <a:tr h="352044">
                <a:tc>
                  <a:txBody>
                    <a:bodyPr/>
                    <a:lstStyle/>
                    <a:p>
                      <a:pPr marL="0" marR="0" lvl="0" indent="0" algn="l" defTabSz="914400" rtl="0" eaLnBrk="0" fontAlgn="base" latinLnBrk="0" hangingPunct="0">
                        <a:lnSpc>
                          <a:spcPct val="95000"/>
                        </a:lnSpc>
                        <a:spcBef>
                          <a:spcPct val="40000"/>
                        </a:spcBef>
                        <a:spcAft>
                          <a:spcPct val="0"/>
                        </a:spcAft>
                        <a:buClr>
                          <a:schemeClr val="tx1"/>
                        </a:buClr>
                        <a:buSzTx/>
                        <a:buFontTx/>
                        <a:buNone/>
                        <a:tabLst/>
                      </a:pPr>
                      <a:r>
                        <a:rPr kumimoji="1" lang="bg-BG" sz="1800" u="none" strike="noStrike" cap="none" normalizeH="0" baseline="0" noProof="1">
                          <a:ln>
                            <a:noFill/>
                          </a:ln>
                          <a:effectLst/>
                        </a:rPr>
                        <a:t>1</a:t>
                      </a:r>
                      <a:endParaRPr kumimoji="1" lang="bg-BG" sz="1800" b="1" i="0" u="none" strike="noStrike" cap="none" normalizeH="0" baseline="0" noProof="1">
                        <a:ln>
                          <a:noFill/>
                        </a:ln>
                        <a:solidFill>
                          <a:srgbClr val="EBFFD2"/>
                        </a:solidFill>
                        <a:effectLst/>
                        <a:latin typeface="+mn-lt"/>
                      </a:endParaRPr>
                    </a:p>
                  </a:txBody>
                  <a:tcPr horzOverflow="overflow"/>
                </a:tc>
                <a:tc>
                  <a:txBody>
                    <a:bodyPr/>
                    <a:lstStyle/>
                    <a:p>
                      <a:pPr marL="0" marR="0" lvl="0" indent="0" algn="l" defTabSz="914400" rtl="0" eaLnBrk="0" fontAlgn="base" latinLnBrk="0" hangingPunct="0">
                        <a:lnSpc>
                          <a:spcPct val="95000"/>
                        </a:lnSpc>
                        <a:spcBef>
                          <a:spcPct val="40000"/>
                        </a:spcBef>
                        <a:spcAft>
                          <a:spcPct val="0"/>
                        </a:spcAft>
                        <a:buClr>
                          <a:schemeClr val="tx1"/>
                        </a:buClr>
                        <a:buSzTx/>
                        <a:buFontTx/>
                        <a:buNone/>
                        <a:tabLst/>
                      </a:pPr>
                      <a:r>
                        <a:rPr kumimoji="1" lang="en-US" sz="1800" u="none" strike="noStrike" cap="none" normalizeH="0" baseline="0" noProof="1">
                          <a:ln>
                            <a:noFill/>
                          </a:ln>
                          <a:effectLst/>
                        </a:rPr>
                        <a:t>Engineering</a:t>
                      </a:r>
                      <a:endParaRPr kumimoji="1" lang="en-US" sz="1800" b="1" i="0" u="none" strike="noStrike" cap="none" normalizeH="0" baseline="0" noProof="1">
                        <a:ln>
                          <a:noFill/>
                        </a:ln>
                        <a:solidFill>
                          <a:srgbClr val="EBFFD2"/>
                        </a:solidFill>
                        <a:effectLst/>
                        <a:latin typeface="+mn-lt"/>
                      </a:endParaRPr>
                    </a:p>
                  </a:txBody>
                  <a:tcPr horzOverflow="overflow"/>
                </a:tc>
                <a:tc>
                  <a:txBody>
                    <a:bodyPr/>
                    <a:lstStyle/>
                    <a:p>
                      <a:pPr marL="0" marR="0" lvl="0" indent="0" algn="l" defTabSz="914400" rtl="0" eaLnBrk="0" fontAlgn="base" latinLnBrk="0" hangingPunct="0">
                        <a:lnSpc>
                          <a:spcPct val="95000"/>
                        </a:lnSpc>
                        <a:spcBef>
                          <a:spcPct val="40000"/>
                        </a:spcBef>
                        <a:spcAft>
                          <a:spcPct val="0"/>
                        </a:spcAft>
                        <a:buClr>
                          <a:schemeClr val="tx1"/>
                        </a:buClr>
                        <a:buSzTx/>
                        <a:buFontTx/>
                        <a:buNone/>
                        <a:tabLst/>
                      </a:pPr>
                      <a:r>
                        <a:rPr kumimoji="1" lang="bg-BG" sz="1800" u="none" strike="noStrike" cap="none" normalizeH="0" baseline="0" noProof="1">
                          <a:ln>
                            <a:noFill/>
                          </a:ln>
                          <a:effectLst/>
                        </a:rPr>
                        <a:t>12</a:t>
                      </a:r>
                      <a:endParaRPr kumimoji="1" lang="bg-BG" sz="1800" b="1" i="0" u="none" strike="noStrike" cap="none" normalizeH="0" baseline="0" noProof="1">
                        <a:ln>
                          <a:noFill/>
                        </a:ln>
                        <a:solidFill>
                          <a:srgbClr val="EBFFD2"/>
                        </a:solidFill>
                        <a:effectLst/>
                        <a:latin typeface="+mn-lt"/>
                      </a:endParaRPr>
                    </a:p>
                  </a:txBody>
                  <a:tcPr horzOverflow="overflow"/>
                </a:tc>
                <a:extLst>
                  <a:ext uri="{0D108BD9-81ED-4DB2-BD59-A6C34878D82A}">
                    <a16:rowId xmlns:a16="http://schemas.microsoft.com/office/drawing/2014/main" val="10001"/>
                  </a:ext>
                </a:extLst>
              </a:tr>
              <a:tr h="352044">
                <a:tc>
                  <a:txBody>
                    <a:bodyPr/>
                    <a:lstStyle/>
                    <a:p>
                      <a:pPr marL="0" marR="0" lvl="0" indent="0" algn="l" defTabSz="914400" rtl="0" eaLnBrk="0" fontAlgn="base" latinLnBrk="0" hangingPunct="0">
                        <a:lnSpc>
                          <a:spcPct val="95000"/>
                        </a:lnSpc>
                        <a:spcBef>
                          <a:spcPct val="40000"/>
                        </a:spcBef>
                        <a:spcAft>
                          <a:spcPct val="0"/>
                        </a:spcAft>
                        <a:buClr>
                          <a:schemeClr val="tx1"/>
                        </a:buClr>
                        <a:buSzTx/>
                        <a:buFontTx/>
                        <a:buNone/>
                        <a:tabLst/>
                      </a:pPr>
                      <a:r>
                        <a:rPr kumimoji="1" lang="bg-BG" sz="1800" u="none" strike="noStrike" cap="none" normalizeH="0" baseline="0" noProof="1">
                          <a:ln>
                            <a:noFill/>
                          </a:ln>
                          <a:effectLst/>
                        </a:rPr>
                        <a:t>2</a:t>
                      </a:r>
                      <a:endParaRPr kumimoji="1" lang="bg-BG" sz="1800" b="1" i="0" u="none" strike="noStrike" cap="none" normalizeH="0" baseline="0" noProof="1">
                        <a:ln>
                          <a:noFill/>
                        </a:ln>
                        <a:solidFill>
                          <a:srgbClr val="EBFFD2"/>
                        </a:solidFill>
                        <a:effectLst/>
                        <a:latin typeface="+mn-lt"/>
                      </a:endParaRPr>
                    </a:p>
                  </a:txBody>
                  <a:tcPr horzOverflow="overflow"/>
                </a:tc>
                <a:tc>
                  <a:txBody>
                    <a:bodyPr/>
                    <a:lstStyle/>
                    <a:p>
                      <a:pPr marL="0" marR="0" lvl="0" indent="0" algn="l" defTabSz="914400" rtl="0" eaLnBrk="0" fontAlgn="base" latinLnBrk="0" hangingPunct="0">
                        <a:lnSpc>
                          <a:spcPct val="95000"/>
                        </a:lnSpc>
                        <a:spcBef>
                          <a:spcPct val="40000"/>
                        </a:spcBef>
                        <a:spcAft>
                          <a:spcPct val="0"/>
                        </a:spcAft>
                        <a:buClr>
                          <a:schemeClr val="tx1"/>
                        </a:buClr>
                        <a:buSzTx/>
                        <a:buFontTx/>
                        <a:buNone/>
                        <a:tabLst/>
                      </a:pPr>
                      <a:r>
                        <a:rPr kumimoji="1" lang="en-US" sz="1800" u="none" strike="noStrike" cap="none" normalizeH="0" baseline="0" noProof="1">
                          <a:ln>
                            <a:noFill/>
                          </a:ln>
                          <a:effectLst/>
                        </a:rPr>
                        <a:t>Tool design</a:t>
                      </a:r>
                      <a:endParaRPr kumimoji="1" lang="en-US" sz="1800" b="1" i="0" u="none" strike="noStrike" cap="none" normalizeH="0" baseline="0" noProof="1">
                        <a:ln>
                          <a:noFill/>
                        </a:ln>
                        <a:solidFill>
                          <a:srgbClr val="EBFFD2"/>
                        </a:solidFill>
                        <a:effectLst/>
                        <a:latin typeface="+mn-lt"/>
                      </a:endParaRPr>
                    </a:p>
                  </a:txBody>
                  <a:tcPr horzOverflow="overflow"/>
                </a:tc>
                <a:tc>
                  <a:txBody>
                    <a:bodyPr/>
                    <a:lstStyle/>
                    <a:p>
                      <a:pPr marL="0" marR="0" lvl="0" indent="0" algn="l" defTabSz="914400" rtl="0" eaLnBrk="0" fontAlgn="base" latinLnBrk="0" hangingPunct="0">
                        <a:lnSpc>
                          <a:spcPct val="95000"/>
                        </a:lnSpc>
                        <a:spcBef>
                          <a:spcPct val="40000"/>
                        </a:spcBef>
                        <a:spcAft>
                          <a:spcPct val="0"/>
                        </a:spcAft>
                        <a:buClr>
                          <a:schemeClr val="tx1"/>
                        </a:buClr>
                        <a:buSzTx/>
                        <a:buFontTx/>
                        <a:buNone/>
                        <a:tabLst/>
                      </a:pPr>
                      <a:r>
                        <a:rPr kumimoji="1" lang="bg-BG" sz="1800" u="none" strike="noStrike" cap="none" normalizeH="0" baseline="0" noProof="1">
                          <a:ln>
                            <a:noFill/>
                          </a:ln>
                          <a:effectLst/>
                        </a:rPr>
                        <a:t>4</a:t>
                      </a:r>
                      <a:endParaRPr kumimoji="1" lang="bg-BG" sz="1800" b="1" i="0" u="none" strike="noStrike" cap="none" normalizeH="0" baseline="0" noProof="1">
                        <a:ln>
                          <a:noFill/>
                        </a:ln>
                        <a:solidFill>
                          <a:srgbClr val="EBFFD2"/>
                        </a:solidFill>
                        <a:effectLst/>
                        <a:latin typeface="+mn-lt"/>
                      </a:endParaRPr>
                    </a:p>
                  </a:txBody>
                  <a:tcPr horzOverflow="overflow"/>
                </a:tc>
                <a:extLst>
                  <a:ext uri="{0D108BD9-81ED-4DB2-BD59-A6C34878D82A}">
                    <a16:rowId xmlns:a16="http://schemas.microsoft.com/office/drawing/2014/main" val="10002"/>
                  </a:ext>
                </a:extLst>
              </a:tr>
              <a:tr h="352044">
                <a:tc>
                  <a:txBody>
                    <a:bodyPr/>
                    <a:lstStyle/>
                    <a:p>
                      <a:pPr marL="0" marR="0" lvl="0" indent="0" algn="l" defTabSz="914400" rtl="0" eaLnBrk="0" fontAlgn="base" latinLnBrk="0" hangingPunct="0">
                        <a:lnSpc>
                          <a:spcPct val="95000"/>
                        </a:lnSpc>
                        <a:spcBef>
                          <a:spcPct val="40000"/>
                        </a:spcBef>
                        <a:spcAft>
                          <a:spcPct val="0"/>
                        </a:spcAft>
                        <a:buClr>
                          <a:schemeClr val="tx1"/>
                        </a:buClr>
                        <a:buSzTx/>
                        <a:buFontTx/>
                        <a:buNone/>
                        <a:tabLst/>
                      </a:pPr>
                      <a:r>
                        <a:rPr kumimoji="1" lang="bg-BG" sz="1800" u="none" strike="noStrike" cap="none" normalizeH="0" baseline="0" noProof="1">
                          <a:ln>
                            <a:noFill/>
                          </a:ln>
                          <a:effectLst/>
                        </a:rPr>
                        <a:t>3</a:t>
                      </a:r>
                      <a:endParaRPr kumimoji="1" lang="bg-BG" sz="1800" b="1" i="0" u="none" strike="noStrike" cap="none" normalizeH="0" baseline="0" noProof="1">
                        <a:ln>
                          <a:noFill/>
                        </a:ln>
                        <a:solidFill>
                          <a:srgbClr val="EBFFD2"/>
                        </a:solidFill>
                        <a:effectLst/>
                        <a:latin typeface="+mn-lt"/>
                      </a:endParaRPr>
                    </a:p>
                  </a:txBody>
                  <a:tcPr horzOverflow="overflow"/>
                </a:tc>
                <a:tc>
                  <a:txBody>
                    <a:bodyPr/>
                    <a:lstStyle/>
                    <a:p>
                      <a:pPr marL="0" marR="0" lvl="0" indent="0" algn="l" defTabSz="914400" rtl="0" eaLnBrk="0" fontAlgn="base" latinLnBrk="0" hangingPunct="0">
                        <a:lnSpc>
                          <a:spcPct val="95000"/>
                        </a:lnSpc>
                        <a:spcBef>
                          <a:spcPct val="40000"/>
                        </a:spcBef>
                        <a:spcAft>
                          <a:spcPct val="0"/>
                        </a:spcAft>
                        <a:buClr>
                          <a:schemeClr val="tx1"/>
                        </a:buClr>
                        <a:buSzTx/>
                        <a:buFontTx/>
                        <a:buNone/>
                        <a:tabLst/>
                      </a:pPr>
                      <a:r>
                        <a:rPr kumimoji="1" lang="en-US" sz="1800" u="none" strike="noStrike" cap="none" normalizeH="0" baseline="0" noProof="1">
                          <a:ln>
                            <a:noFill/>
                          </a:ln>
                          <a:effectLst/>
                        </a:rPr>
                        <a:t>Sales</a:t>
                      </a:r>
                      <a:endParaRPr kumimoji="1" lang="en-US" sz="1800" b="1" i="0" u="none" strike="noStrike" cap="none" normalizeH="0" baseline="0" noProof="1">
                        <a:ln>
                          <a:noFill/>
                        </a:ln>
                        <a:solidFill>
                          <a:srgbClr val="EBFFD2"/>
                        </a:solidFill>
                        <a:effectLst/>
                        <a:latin typeface="+mn-lt"/>
                      </a:endParaRPr>
                    </a:p>
                  </a:txBody>
                  <a:tcPr horzOverflow="overflow"/>
                </a:tc>
                <a:tc>
                  <a:txBody>
                    <a:bodyPr/>
                    <a:lstStyle/>
                    <a:p>
                      <a:pPr marL="0" marR="0" lvl="0" indent="0" algn="l" defTabSz="914400" rtl="0" eaLnBrk="0" fontAlgn="base" latinLnBrk="0" hangingPunct="0">
                        <a:lnSpc>
                          <a:spcPct val="95000"/>
                        </a:lnSpc>
                        <a:spcBef>
                          <a:spcPct val="40000"/>
                        </a:spcBef>
                        <a:spcAft>
                          <a:spcPct val="0"/>
                        </a:spcAft>
                        <a:buClr>
                          <a:schemeClr val="tx1"/>
                        </a:buClr>
                        <a:buSzTx/>
                        <a:buFontTx/>
                        <a:buNone/>
                        <a:tabLst/>
                      </a:pPr>
                      <a:r>
                        <a:rPr kumimoji="1" lang="bg-BG" sz="1800" u="none" strike="noStrike" cap="none" normalizeH="0" baseline="0" noProof="1">
                          <a:ln>
                            <a:noFill/>
                          </a:ln>
                          <a:effectLst/>
                        </a:rPr>
                        <a:t>273</a:t>
                      </a:r>
                      <a:endParaRPr kumimoji="1" lang="bg-BG" sz="1800" b="1" i="0" u="none" strike="noStrike" cap="none" normalizeH="0" baseline="0" noProof="1">
                        <a:ln>
                          <a:noFill/>
                        </a:ln>
                        <a:solidFill>
                          <a:srgbClr val="EBFFD2"/>
                        </a:solidFill>
                        <a:effectLst/>
                        <a:latin typeface="+mn-lt"/>
                      </a:endParaRPr>
                    </a:p>
                  </a:txBody>
                  <a:tcPr horzOverflow="overflow"/>
                </a:tc>
                <a:extLst>
                  <a:ext uri="{0D108BD9-81ED-4DB2-BD59-A6C34878D82A}">
                    <a16:rowId xmlns:a16="http://schemas.microsoft.com/office/drawing/2014/main" val="10003"/>
                  </a:ext>
                </a:extLst>
              </a:tr>
              <a:tr h="352044">
                <a:tc>
                  <a:txBody>
                    <a:bodyPr/>
                    <a:lstStyle/>
                    <a:p>
                      <a:pPr marL="0" marR="0" lvl="0" indent="0" algn="l" defTabSz="914400" rtl="0" eaLnBrk="0" fontAlgn="base" latinLnBrk="0" hangingPunct="0">
                        <a:lnSpc>
                          <a:spcPct val="95000"/>
                        </a:lnSpc>
                        <a:spcBef>
                          <a:spcPct val="40000"/>
                        </a:spcBef>
                        <a:spcAft>
                          <a:spcPct val="0"/>
                        </a:spcAft>
                        <a:buClr>
                          <a:schemeClr val="tx1"/>
                        </a:buClr>
                        <a:buSzTx/>
                        <a:buFontTx/>
                        <a:buNone/>
                        <a:tabLst/>
                      </a:pPr>
                      <a:r>
                        <a:rPr kumimoji="1" lang="bg-BG" sz="1800" u="none" strike="noStrike" cap="none" normalizeH="0" baseline="0" noProof="1">
                          <a:ln>
                            <a:noFill/>
                          </a:ln>
                          <a:effectLst/>
                        </a:rPr>
                        <a:t>…</a:t>
                      </a:r>
                      <a:endParaRPr kumimoji="1" lang="bg-BG" sz="1800" b="1" i="0" u="none" strike="noStrike" cap="none" normalizeH="0" baseline="0" noProof="1">
                        <a:ln>
                          <a:noFill/>
                        </a:ln>
                        <a:solidFill>
                          <a:srgbClr val="EBFFD2"/>
                        </a:solidFill>
                        <a:effectLst/>
                        <a:latin typeface="+mn-lt"/>
                      </a:endParaRPr>
                    </a:p>
                  </a:txBody>
                  <a:tcPr horzOverflow="overflow"/>
                </a:tc>
                <a:tc>
                  <a:txBody>
                    <a:bodyPr/>
                    <a:lstStyle/>
                    <a:p>
                      <a:pPr marL="0" marR="0" lvl="0" indent="0" algn="l" defTabSz="914400" rtl="0" eaLnBrk="0" fontAlgn="base" latinLnBrk="0" hangingPunct="0">
                        <a:lnSpc>
                          <a:spcPct val="95000"/>
                        </a:lnSpc>
                        <a:spcBef>
                          <a:spcPct val="40000"/>
                        </a:spcBef>
                        <a:spcAft>
                          <a:spcPct val="0"/>
                        </a:spcAft>
                        <a:buClr>
                          <a:schemeClr val="tx1"/>
                        </a:buClr>
                        <a:buSzTx/>
                        <a:buFontTx/>
                        <a:buNone/>
                        <a:tabLst/>
                      </a:pPr>
                      <a:r>
                        <a:rPr kumimoji="1" lang="bg-BG" sz="1800" u="none" strike="noStrike" cap="none" normalizeH="0" baseline="0" noProof="1">
                          <a:ln>
                            <a:noFill/>
                          </a:ln>
                          <a:effectLst/>
                        </a:rPr>
                        <a:t>…</a:t>
                      </a:r>
                      <a:endParaRPr kumimoji="1" lang="bg-BG" sz="1800" b="1" i="0" u="none" strike="noStrike" cap="none" normalizeH="0" baseline="0" noProof="1">
                        <a:ln>
                          <a:noFill/>
                        </a:ln>
                        <a:solidFill>
                          <a:srgbClr val="EBFFD2"/>
                        </a:solidFill>
                        <a:effectLst/>
                        <a:latin typeface="+mn-lt"/>
                      </a:endParaRPr>
                    </a:p>
                  </a:txBody>
                  <a:tcPr horzOverflow="overflow"/>
                </a:tc>
                <a:tc>
                  <a:txBody>
                    <a:bodyPr/>
                    <a:lstStyle/>
                    <a:p>
                      <a:pPr marL="0" marR="0" lvl="0" indent="0" algn="l" defTabSz="914400" rtl="0" eaLnBrk="0" fontAlgn="base" latinLnBrk="0" hangingPunct="0">
                        <a:lnSpc>
                          <a:spcPct val="95000"/>
                        </a:lnSpc>
                        <a:spcBef>
                          <a:spcPct val="40000"/>
                        </a:spcBef>
                        <a:spcAft>
                          <a:spcPct val="0"/>
                        </a:spcAft>
                        <a:buClr>
                          <a:schemeClr val="tx1"/>
                        </a:buClr>
                        <a:buSzTx/>
                        <a:buFontTx/>
                        <a:buNone/>
                        <a:tabLst/>
                      </a:pPr>
                      <a:r>
                        <a:rPr kumimoji="1" lang="bg-BG" sz="1800" u="none" strike="noStrike" cap="none" normalizeH="0" baseline="0" noProof="1">
                          <a:ln>
                            <a:noFill/>
                          </a:ln>
                          <a:effectLst/>
                        </a:rPr>
                        <a:t>…</a:t>
                      </a:r>
                      <a:endParaRPr kumimoji="1" lang="bg-BG" sz="1800" b="1" i="0" u="none" strike="noStrike" cap="none" normalizeH="0" baseline="0" noProof="1">
                        <a:ln>
                          <a:noFill/>
                        </a:ln>
                        <a:solidFill>
                          <a:srgbClr val="EBFFD2"/>
                        </a:solidFill>
                        <a:effectLst/>
                        <a:latin typeface="+mn-lt"/>
                      </a:endParaRPr>
                    </a:p>
                  </a:txBody>
                  <a:tcPr horzOverflow="overflow"/>
                </a:tc>
                <a:extLst>
                  <a:ext uri="{0D108BD9-81ED-4DB2-BD59-A6C34878D82A}">
                    <a16:rowId xmlns:a16="http://schemas.microsoft.com/office/drawing/2014/main" val="10004"/>
                  </a:ext>
                </a:extLst>
              </a:tr>
            </a:tbl>
          </a:graphicData>
        </a:graphic>
      </p:graphicFrame>
      <p:graphicFrame>
        <p:nvGraphicFramePr>
          <p:cNvPr id="496672" name="Group 32"/>
          <p:cNvGraphicFramePr>
            <a:graphicFrameLocks noGrp="1"/>
          </p:cNvGraphicFramePr>
          <p:nvPr>
            <p:extLst>
              <p:ext uri="{D42A27DB-BD31-4B8C-83A1-F6EECF244321}">
                <p14:modId xmlns:p14="http://schemas.microsoft.com/office/powerpoint/2010/main" val="4281440826"/>
              </p:ext>
            </p:extLst>
          </p:nvPr>
        </p:nvGraphicFramePr>
        <p:xfrm>
          <a:off x="7024248" y="4523439"/>
          <a:ext cx="3735885" cy="1789176"/>
        </p:xfrm>
        <a:graphic>
          <a:graphicData uri="http://schemas.openxmlformats.org/drawingml/2006/table">
            <a:tbl>
              <a:tblPr>
                <a:tableStyleId>{8A107856-5554-42FB-B03E-39F5DBC370BA}</a:tableStyleId>
              </a:tblPr>
              <a:tblGrid>
                <a:gridCol w="1788866">
                  <a:extLst>
                    <a:ext uri="{9D8B030D-6E8A-4147-A177-3AD203B41FA5}">
                      <a16:colId xmlns:a16="http://schemas.microsoft.com/office/drawing/2014/main" val="20000"/>
                    </a:ext>
                  </a:extLst>
                </a:gridCol>
                <a:gridCol w="1947019">
                  <a:extLst>
                    <a:ext uri="{9D8B030D-6E8A-4147-A177-3AD203B41FA5}">
                      <a16:colId xmlns:a16="http://schemas.microsoft.com/office/drawing/2014/main" val="20001"/>
                    </a:ext>
                  </a:extLst>
                </a:gridCol>
              </a:tblGrid>
              <a:tr h="381000">
                <a:tc>
                  <a:txBody>
                    <a:bodyPr/>
                    <a:lstStyle/>
                    <a:p>
                      <a:pPr marL="0" marR="0" lvl="0" indent="0" algn="l" defTabSz="914400" rtl="0" eaLnBrk="0" fontAlgn="base" latinLnBrk="0" hangingPunct="0">
                        <a:lnSpc>
                          <a:spcPct val="95000"/>
                        </a:lnSpc>
                        <a:spcBef>
                          <a:spcPct val="40000"/>
                        </a:spcBef>
                        <a:spcAft>
                          <a:spcPct val="0"/>
                        </a:spcAft>
                        <a:buClr>
                          <a:schemeClr val="tx1"/>
                        </a:buClr>
                        <a:buSzTx/>
                        <a:buFontTx/>
                        <a:buNone/>
                        <a:tabLst/>
                      </a:pPr>
                      <a:r>
                        <a:rPr kumimoji="1" lang="en-US" sz="2000" u="none" strike="noStrike" cap="none" normalizeH="0" baseline="0" noProof="1">
                          <a:ln>
                            <a:noFill/>
                          </a:ln>
                          <a:effectLst/>
                        </a:rPr>
                        <a:t>DepartmentID</a:t>
                      </a:r>
                      <a:endParaRPr kumimoji="1" lang="en-US" sz="2000" b="1" i="0" u="none" strike="noStrike" cap="none" normalizeH="0" baseline="0" noProof="1">
                        <a:ln>
                          <a:noFill/>
                        </a:ln>
                        <a:solidFill>
                          <a:srgbClr val="EBFFD2"/>
                        </a:solidFill>
                        <a:effectLst/>
                        <a:latin typeface="+mn-lt"/>
                      </a:endParaRPr>
                    </a:p>
                  </a:txBody>
                  <a:tcPr horzOverflow="overflow"/>
                </a:tc>
                <a:tc>
                  <a:txBody>
                    <a:bodyPr/>
                    <a:lstStyle/>
                    <a:p>
                      <a:pPr marL="0" marR="0" lvl="0" indent="0" algn="l" defTabSz="914400" rtl="0" eaLnBrk="0" fontAlgn="base" latinLnBrk="0" hangingPunct="0">
                        <a:lnSpc>
                          <a:spcPct val="95000"/>
                        </a:lnSpc>
                        <a:spcBef>
                          <a:spcPct val="40000"/>
                        </a:spcBef>
                        <a:spcAft>
                          <a:spcPct val="0"/>
                        </a:spcAft>
                        <a:buClr>
                          <a:schemeClr val="tx1"/>
                        </a:buClr>
                        <a:buSzTx/>
                        <a:buFontTx/>
                        <a:buNone/>
                        <a:tabLst/>
                      </a:pPr>
                      <a:r>
                        <a:rPr kumimoji="1" lang="en-US" sz="2000" u="none" strike="noStrike" cap="none" normalizeH="0" baseline="0" noProof="1">
                          <a:ln>
                            <a:noFill/>
                          </a:ln>
                          <a:effectLst/>
                        </a:rPr>
                        <a:t>Name</a:t>
                      </a:r>
                      <a:endParaRPr kumimoji="1" lang="en-US" sz="2000" b="1" i="0" u="none" strike="noStrike" cap="none" normalizeH="0" baseline="0" noProof="1">
                        <a:ln>
                          <a:noFill/>
                        </a:ln>
                        <a:solidFill>
                          <a:srgbClr val="EBFFD2"/>
                        </a:solidFill>
                        <a:effectLst/>
                        <a:latin typeface="+mn-lt"/>
                      </a:endParaRPr>
                    </a:p>
                  </a:txBody>
                  <a:tcPr horzOverflow="overflow"/>
                </a:tc>
                <a:extLst>
                  <a:ext uri="{0D108BD9-81ED-4DB2-BD59-A6C34878D82A}">
                    <a16:rowId xmlns:a16="http://schemas.microsoft.com/office/drawing/2014/main" val="10000"/>
                  </a:ext>
                </a:extLst>
              </a:tr>
              <a:tr h="352044">
                <a:tc>
                  <a:txBody>
                    <a:bodyPr/>
                    <a:lstStyle/>
                    <a:p>
                      <a:pPr marL="0" marR="0" lvl="0" indent="0" algn="l" defTabSz="914400" rtl="0" eaLnBrk="0" fontAlgn="base" latinLnBrk="0" hangingPunct="0">
                        <a:lnSpc>
                          <a:spcPct val="95000"/>
                        </a:lnSpc>
                        <a:spcBef>
                          <a:spcPct val="40000"/>
                        </a:spcBef>
                        <a:spcAft>
                          <a:spcPct val="0"/>
                        </a:spcAft>
                        <a:buClr>
                          <a:schemeClr val="tx1"/>
                        </a:buClr>
                        <a:buSzTx/>
                        <a:buFontTx/>
                        <a:buNone/>
                        <a:tabLst/>
                      </a:pPr>
                      <a:r>
                        <a:rPr kumimoji="1" lang="bg-BG" sz="1800" u="none" strike="noStrike" cap="none" normalizeH="0" baseline="0" noProof="1">
                          <a:ln>
                            <a:noFill/>
                          </a:ln>
                          <a:effectLst/>
                        </a:rPr>
                        <a:t>1</a:t>
                      </a:r>
                      <a:endParaRPr kumimoji="1" lang="bg-BG" sz="1800" b="1" i="0" u="none" strike="noStrike" cap="none" normalizeH="0" baseline="0" noProof="1">
                        <a:ln>
                          <a:noFill/>
                        </a:ln>
                        <a:solidFill>
                          <a:srgbClr val="EBFFD2"/>
                        </a:solidFill>
                        <a:effectLst/>
                        <a:latin typeface="+mn-lt"/>
                      </a:endParaRPr>
                    </a:p>
                  </a:txBody>
                  <a:tcPr horzOverflow="overflow"/>
                </a:tc>
                <a:tc>
                  <a:txBody>
                    <a:bodyPr/>
                    <a:lstStyle/>
                    <a:p>
                      <a:pPr marL="0" marR="0" lvl="0" indent="0" algn="l" defTabSz="914400" rtl="0" eaLnBrk="0" fontAlgn="base" latinLnBrk="0" hangingPunct="0">
                        <a:lnSpc>
                          <a:spcPct val="95000"/>
                        </a:lnSpc>
                        <a:spcBef>
                          <a:spcPct val="40000"/>
                        </a:spcBef>
                        <a:spcAft>
                          <a:spcPct val="0"/>
                        </a:spcAft>
                        <a:buClr>
                          <a:schemeClr val="tx1"/>
                        </a:buClr>
                        <a:buSzTx/>
                        <a:buFontTx/>
                        <a:buNone/>
                        <a:tabLst/>
                      </a:pPr>
                      <a:r>
                        <a:rPr kumimoji="1" lang="en-US" sz="1800" u="none" strike="noStrike" cap="none" normalizeH="0" baseline="0" noProof="1">
                          <a:ln>
                            <a:noFill/>
                          </a:ln>
                          <a:effectLst/>
                        </a:rPr>
                        <a:t>Engineering</a:t>
                      </a:r>
                      <a:endParaRPr kumimoji="1" lang="en-US" sz="1800" b="1" i="0" u="none" strike="noStrike" cap="none" normalizeH="0" baseline="0" noProof="1">
                        <a:ln>
                          <a:noFill/>
                        </a:ln>
                        <a:solidFill>
                          <a:srgbClr val="EBFFD2"/>
                        </a:solidFill>
                        <a:effectLst/>
                        <a:latin typeface="+mn-lt"/>
                      </a:endParaRPr>
                    </a:p>
                  </a:txBody>
                  <a:tcPr horzOverflow="overflow"/>
                </a:tc>
                <a:extLst>
                  <a:ext uri="{0D108BD9-81ED-4DB2-BD59-A6C34878D82A}">
                    <a16:rowId xmlns:a16="http://schemas.microsoft.com/office/drawing/2014/main" val="10001"/>
                  </a:ext>
                </a:extLst>
              </a:tr>
              <a:tr h="352044">
                <a:tc>
                  <a:txBody>
                    <a:bodyPr/>
                    <a:lstStyle/>
                    <a:p>
                      <a:pPr marL="0" marR="0" lvl="0" indent="0" algn="l" defTabSz="914400" rtl="0" eaLnBrk="0" fontAlgn="base" latinLnBrk="0" hangingPunct="0">
                        <a:lnSpc>
                          <a:spcPct val="95000"/>
                        </a:lnSpc>
                        <a:spcBef>
                          <a:spcPct val="40000"/>
                        </a:spcBef>
                        <a:spcAft>
                          <a:spcPct val="0"/>
                        </a:spcAft>
                        <a:buClr>
                          <a:schemeClr val="tx1"/>
                        </a:buClr>
                        <a:buSzTx/>
                        <a:buFontTx/>
                        <a:buNone/>
                        <a:tabLst/>
                      </a:pPr>
                      <a:r>
                        <a:rPr kumimoji="1" lang="bg-BG" sz="1800" u="none" strike="noStrike" cap="none" normalizeH="0" baseline="0" noProof="1">
                          <a:ln>
                            <a:noFill/>
                          </a:ln>
                          <a:effectLst/>
                        </a:rPr>
                        <a:t>2</a:t>
                      </a:r>
                      <a:endParaRPr kumimoji="1" lang="bg-BG" sz="1800" b="1" i="0" u="none" strike="noStrike" cap="none" normalizeH="0" baseline="0" noProof="1">
                        <a:ln>
                          <a:noFill/>
                        </a:ln>
                        <a:solidFill>
                          <a:srgbClr val="EBFFD2"/>
                        </a:solidFill>
                        <a:effectLst/>
                        <a:latin typeface="+mn-lt"/>
                      </a:endParaRPr>
                    </a:p>
                  </a:txBody>
                  <a:tcPr horzOverflow="overflow"/>
                </a:tc>
                <a:tc>
                  <a:txBody>
                    <a:bodyPr/>
                    <a:lstStyle/>
                    <a:p>
                      <a:pPr marL="0" marR="0" lvl="0" indent="0" algn="l" defTabSz="914400" rtl="0" eaLnBrk="0" fontAlgn="base" latinLnBrk="0" hangingPunct="0">
                        <a:lnSpc>
                          <a:spcPct val="95000"/>
                        </a:lnSpc>
                        <a:spcBef>
                          <a:spcPct val="40000"/>
                        </a:spcBef>
                        <a:spcAft>
                          <a:spcPct val="0"/>
                        </a:spcAft>
                        <a:buClr>
                          <a:schemeClr val="tx1"/>
                        </a:buClr>
                        <a:buSzTx/>
                        <a:buFontTx/>
                        <a:buNone/>
                        <a:tabLst/>
                      </a:pPr>
                      <a:r>
                        <a:rPr kumimoji="1" lang="en-US" sz="1800" u="none" strike="noStrike" cap="none" normalizeH="0" baseline="0" noProof="1">
                          <a:ln>
                            <a:noFill/>
                          </a:ln>
                          <a:effectLst/>
                        </a:rPr>
                        <a:t>Tool design</a:t>
                      </a:r>
                      <a:endParaRPr kumimoji="1" lang="en-US" sz="1800" b="1" i="0" u="none" strike="noStrike" cap="none" normalizeH="0" baseline="0" noProof="1">
                        <a:ln>
                          <a:noFill/>
                        </a:ln>
                        <a:solidFill>
                          <a:srgbClr val="EBFFD2"/>
                        </a:solidFill>
                        <a:effectLst/>
                        <a:latin typeface="+mn-lt"/>
                      </a:endParaRPr>
                    </a:p>
                  </a:txBody>
                  <a:tcPr horzOverflow="overflow"/>
                </a:tc>
                <a:extLst>
                  <a:ext uri="{0D108BD9-81ED-4DB2-BD59-A6C34878D82A}">
                    <a16:rowId xmlns:a16="http://schemas.microsoft.com/office/drawing/2014/main" val="10002"/>
                  </a:ext>
                </a:extLst>
              </a:tr>
              <a:tr h="352044">
                <a:tc>
                  <a:txBody>
                    <a:bodyPr/>
                    <a:lstStyle/>
                    <a:p>
                      <a:pPr marL="0" marR="0" lvl="0" indent="0" algn="l" defTabSz="914400" rtl="0" eaLnBrk="0" fontAlgn="base" latinLnBrk="0" hangingPunct="0">
                        <a:lnSpc>
                          <a:spcPct val="95000"/>
                        </a:lnSpc>
                        <a:spcBef>
                          <a:spcPct val="40000"/>
                        </a:spcBef>
                        <a:spcAft>
                          <a:spcPct val="0"/>
                        </a:spcAft>
                        <a:buClr>
                          <a:schemeClr val="tx1"/>
                        </a:buClr>
                        <a:buSzTx/>
                        <a:buFontTx/>
                        <a:buNone/>
                        <a:tabLst/>
                      </a:pPr>
                      <a:r>
                        <a:rPr kumimoji="1" lang="bg-BG" sz="1800" u="none" strike="noStrike" cap="none" normalizeH="0" baseline="0" noProof="1">
                          <a:ln>
                            <a:noFill/>
                          </a:ln>
                          <a:effectLst/>
                        </a:rPr>
                        <a:t>3</a:t>
                      </a:r>
                      <a:endParaRPr kumimoji="1" lang="bg-BG" sz="1800" b="1" i="0" u="none" strike="noStrike" cap="none" normalizeH="0" baseline="0" noProof="1">
                        <a:ln>
                          <a:noFill/>
                        </a:ln>
                        <a:solidFill>
                          <a:srgbClr val="EBFFD2"/>
                        </a:solidFill>
                        <a:effectLst/>
                        <a:latin typeface="+mn-lt"/>
                      </a:endParaRPr>
                    </a:p>
                  </a:txBody>
                  <a:tcPr horzOverflow="overflow"/>
                </a:tc>
                <a:tc>
                  <a:txBody>
                    <a:bodyPr/>
                    <a:lstStyle/>
                    <a:p>
                      <a:pPr marL="0" marR="0" lvl="0" indent="0" algn="l" defTabSz="914400" rtl="0" eaLnBrk="0" fontAlgn="base" latinLnBrk="0" hangingPunct="0">
                        <a:lnSpc>
                          <a:spcPct val="95000"/>
                        </a:lnSpc>
                        <a:spcBef>
                          <a:spcPct val="40000"/>
                        </a:spcBef>
                        <a:spcAft>
                          <a:spcPct val="0"/>
                        </a:spcAft>
                        <a:buClr>
                          <a:schemeClr val="tx1"/>
                        </a:buClr>
                        <a:buSzTx/>
                        <a:buFontTx/>
                        <a:buNone/>
                        <a:tabLst/>
                      </a:pPr>
                      <a:r>
                        <a:rPr kumimoji="1" lang="en-US" sz="1800" u="none" strike="noStrike" cap="none" normalizeH="0" baseline="0" noProof="1">
                          <a:ln>
                            <a:noFill/>
                          </a:ln>
                          <a:effectLst/>
                        </a:rPr>
                        <a:t>Sales</a:t>
                      </a:r>
                      <a:endParaRPr kumimoji="1" lang="en-US" sz="1800" b="1" i="0" u="none" strike="noStrike" cap="none" normalizeH="0" baseline="0" noProof="1">
                        <a:ln>
                          <a:noFill/>
                        </a:ln>
                        <a:solidFill>
                          <a:srgbClr val="EBFFD2"/>
                        </a:solidFill>
                        <a:effectLst/>
                        <a:latin typeface="+mn-lt"/>
                      </a:endParaRPr>
                    </a:p>
                  </a:txBody>
                  <a:tcPr horzOverflow="overflow"/>
                </a:tc>
                <a:extLst>
                  <a:ext uri="{0D108BD9-81ED-4DB2-BD59-A6C34878D82A}">
                    <a16:rowId xmlns:a16="http://schemas.microsoft.com/office/drawing/2014/main" val="10003"/>
                  </a:ext>
                </a:extLst>
              </a:tr>
              <a:tr h="352044">
                <a:tc>
                  <a:txBody>
                    <a:bodyPr/>
                    <a:lstStyle/>
                    <a:p>
                      <a:pPr marL="0" marR="0" lvl="0" indent="0" algn="l" defTabSz="914400" rtl="0" eaLnBrk="0" fontAlgn="base" latinLnBrk="0" hangingPunct="0">
                        <a:lnSpc>
                          <a:spcPct val="95000"/>
                        </a:lnSpc>
                        <a:spcBef>
                          <a:spcPct val="40000"/>
                        </a:spcBef>
                        <a:spcAft>
                          <a:spcPct val="0"/>
                        </a:spcAft>
                        <a:buClr>
                          <a:schemeClr val="tx1"/>
                        </a:buClr>
                        <a:buSzTx/>
                        <a:buFontTx/>
                        <a:buNone/>
                        <a:tabLst/>
                      </a:pPr>
                      <a:r>
                        <a:rPr kumimoji="1" lang="en-US" sz="1800" u="none" strike="noStrike" cap="none" normalizeH="0" baseline="0" noProof="1">
                          <a:ln>
                            <a:noFill/>
                          </a:ln>
                          <a:effectLst/>
                        </a:rPr>
                        <a:t>…</a:t>
                      </a:r>
                      <a:endParaRPr kumimoji="1" lang="bg-BG" sz="1800" b="1" i="0" u="none" strike="noStrike" cap="none" normalizeH="0" baseline="0" noProof="1">
                        <a:ln>
                          <a:noFill/>
                        </a:ln>
                        <a:solidFill>
                          <a:srgbClr val="EBFFD2"/>
                        </a:solidFill>
                        <a:effectLst/>
                        <a:latin typeface="+mn-lt"/>
                      </a:endParaRPr>
                    </a:p>
                  </a:txBody>
                  <a:tcPr horzOverflow="overflow"/>
                </a:tc>
                <a:tc>
                  <a:txBody>
                    <a:bodyPr/>
                    <a:lstStyle/>
                    <a:p>
                      <a:pPr marL="0" marR="0" lvl="0" indent="0" algn="l" defTabSz="914400" rtl="0" eaLnBrk="0" fontAlgn="base" latinLnBrk="0" hangingPunct="0">
                        <a:lnSpc>
                          <a:spcPct val="95000"/>
                        </a:lnSpc>
                        <a:spcBef>
                          <a:spcPct val="40000"/>
                        </a:spcBef>
                        <a:spcAft>
                          <a:spcPct val="0"/>
                        </a:spcAft>
                        <a:buClr>
                          <a:schemeClr val="tx1"/>
                        </a:buClr>
                        <a:buSzTx/>
                        <a:buFontTx/>
                        <a:buNone/>
                        <a:tabLst/>
                      </a:pPr>
                      <a:r>
                        <a:rPr kumimoji="1" lang="en-US" sz="1800" u="none" strike="noStrike" cap="none" normalizeH="0" baseline="0" noProof="1">
                          <a:ln>
                            <a:noFill/>
                          </a:ln>
                          <a:effectLst/>
                        </a:rPr>
                        <a:t>…</a:t>
                      </a:r>
                      <a:endParaRPr kumimoji="1" lang="en-US" sz="1800" b="1" i="0" u="none" strike="noStrike" cap="none" normalizeH="0" baseline="0" noProof="1">
                        <a:ln>
                          <a:noFill/>
                        </a:ln>
                        <a:solidFill>
                          <a:srgbClr val="EBFFD2"/>
                        </a:solidFill>
                        <a:effectLst/>
                        <a:latin typeface="+mn-lt"/>
                      </a:endParaRPr>
                    </a:p>
                  </a:txBody>
                  <a:tcPr horzOverflow="overflow"/>
                </a:tc>
                <a:extLst>
                  <a:ext uri="{0D108BD9-81ED-4DB2-BD59-A6C34878D82A}">
                    <a16:rowId xmlns:a16="http://schemas.microsoft.com/office/drawing/2014/main" val="10004"/>
                  </a:ext>
                </a:extLst>
              </a:tr>
            </a:tbl>
          </a:graphicData>
        </a:graphic>
      </p:graphicFrame>
      <p:sp>
        <p:nvSpPr>
          <p:cNvPr id="9" name="AutoShape 22"/>
          <p:cNvSpPr>
            <a:spLocks noChangeArrowheads="1"/>
          </p:cNvSpPr>
          <p:nvPr/>
        </p:nvSpPr>
        <p:spPr bwMode="auto">
          <a:xfrm>
            <a:off x="723900" y="2597132"/>
            <a:ext cx="3224582" cy="749311"/>
          </a:xfrm>
          <a:prstGeom prst="wedgeRoundRectCallout">
            <a:avLst>
              <a:gd name="adj1" fmla="val 42340"/>
              <a:gd name="adj2" fmla="val -124902"/>
              <a:gd name="adj3" fmla="val 16667"/>
            </a:avLst>
          </a:prstGeom>
          <a:solidFill>
            <a:schemeClr val="accent2">
              <a:alpha val="95000"/>
            </a:schemeClr>
          </a:solidFill>
          <a:ln w="19050">
            <a:solidFill>
              <a:srgbClr val="F8D49E">
                <a:alpha val="80000"/>
              </a:srgbClr>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r>
              <a:rPr lang="en-US" sz="2000" noProof="1">
                <a:solidFill>
                  <a:schemeClr val="bg1"/>
                </a:solidFill>
                <a:latin typeface="Consolas" panose="020B0609020204030204" pitchFamily="49" charset="0"/>
                <a:cs typeface="Consolas" panose="020B0609020204030204" pitchFamily="49" charset="0"/>
              </a:rPr>
              <a:t>List of columns</a:t>
            </a:r>
          </a:p>
          <a:p>
            <a:pPr algn="ctr"/>
            <a:r>
              <a:rPr lang="en-US" sz="2000" noProof="1">
                <a:solidFill>
                  <a:schemeClr val="bg1"/>
                </a:solidFill>
                <a:latin typeface="Consolas" panose="020B0609020204030204" pitchFamily="49" charset="0"/>
                <a:cs typeface="Consolas" panose="020B0609020204030204" pitchFamily="49" charset="0"/>
              </a:rPr>
              <a:t>(</a:t>
            </a:r>
            <a:r>
              <a:rPr lang="en-US" sz="2000" b="1" noProof="1">
                <a:solidFill>
                  <a:schemeClr val="accent1"/>
                </a:solidFill>
                <a:latin typeface="Consolas" panose="020B0609020204030204" pitchFamily="49" charset="0"/>
                <a:cs typeface="Consolas" panose="020B0609020204030204" pitchFamily="49" charset="0"/>
              </a:rPr>
              <a:t>*</a:t>
            </a:r>
            <a:r>
              <a:rPr lang="en-US" sz="2000" noProof="1">
                <a:solidFill>
                  <a:schemeClr val="bg1"/>
                </a:solidFill>
                <a:latin typeface="Consolas" panose="020B0609020204030204" pitchFamily="49" charset="0"/>
                <a:cs typeface="Consolas" panose="020B0609020204030204" pitchFamily="49" charset="0"/>
              </a:rPr>
              <a:t> for everything)</a:t>
            </a:r>
            <a:endParaRPr lang="bg-BG" sz="2000" noProof="1">
              <a:solidFill>
                <a:schemeClr val="bg1"/>
              </a:solidFill>
              <a:latin typeface="Consolas" panose="020B0609020204030204" pitchFamily="49" charset="0"/>
              <a:cs typeface="Consolas" panose="020B0609020204030204" pitchFamily="49" charset="0"/>
            </a:endParaRPr>
          </a:p>
        </p:txBody>
      </p:sp>
      <p:sp>
        <p:nvSpPr>
          <p:cNvPr id="10" name="AutoShape 22"/>
          <p:cNvSpPr>
            <a:spLocks noChangeArrowheads="1"/>
          </p:cNvSpPr>
          <p:nvPr/>
        </p:nvSpPr>
        <p:spPr bwMode="auto">
          <a:xfrm>
            <a:off x="6189536" y="2285680"/>
            <a:ext cx="2449932" cy="409572"/>
          </a:xfrm>
          <a:prstGeom prst="wedgeRoundRectCallout">
            <a:avLst>
              <a:gd name="adj1" fmla="val -45213"/>
              <a:gd name="adj2" fmla="val -130981"/>
              <a:gd name="adj3" fmla="val 16667"/>
            </a:avLst>
          </a:prstGeom>
          <a:solidFill>
            <a:schemeClr val="accent2">
              <a:alpha val="95000"/>
            </a:schemeClr>
          </a:solidFill>
          <a:ln w="19050">
            <a:solidFill>
              <a:srgbClr val="F8D49E">
                <a:alpha val="80000"/>
              </a:srgbClr>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r>
              <a:rPr lang="en-US" sz="2000" noProof="1">
                <a:solidFill>
                  <a:schemeClr val="bg1"/>
                </a:solidFill>
                <a:latin typeface="Consolas" panose="020B0609020204030204" pitchFamily="49" charset="0"/>
                <a:cs typeface="Consolas" panose="020B0609020204030204" pitchFamily="49" charset="0"/>
              </a:rPr>
              <a:t>Table name</a:t>
            </a:r>
            <a:endParaRPr lang="bg-BG" sz="2000" noProof="1">
              <a:solidFill>
                <a:schemeClr val="bg1"/>
              </a:solidFill>
              <a:latin typeface="Consolas" panose="020B0609020204030204" pitchFamily="49" charset="0"/>
              <a:cs typeface="Consolas" panose="020B0609020204030204" pitchFamily="49" charset="0"/>
            </a:endParaRPr>
          </a:p>
        </p:txBody>
      </p:sp>
      <p:sp>
        <p:nvSpPr>
          <p:cNvPr id="3" name="Arrow: Right 2"/>
          <p:cNvSpPr/>
          <p:nvPr/>
        </p:nvSpPr>
        <p:spPr>
          <a:xfrm>
            <a:off x="6210300" y="5227994"/>
            <a:ext cx="763531" cy="471310"/>
          </a:xfrm>
          <a:prstGeom prst="rightArrow">
            <a:avLst/>
          </a:prstGeom>
          <a:solidFill>
            <a:schemeClr val="accent2"/>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2800"/>
          </a:p>
        </p:txBody>
      </p:sp>
      <p:sp>
        <p:nvSpPr>
          <p:cNvPr id="11" name="Rectangle 2">
            <a:extLst>
              <a:ext uri="{FF2B5EF4-FFF2-40B4-BE49-F238E27FC236}">
                <a16:creationId xmlns:a16="http://schemas.microsoft.com/office/drawing/2014/main" id="{68C86975-1EAF-4630-BB34-35061BA33D00}"/>
              </a:ext>
            </a:extLst>
          </p:cNvPr>
          <p:cNvSpPr txBox="1">
            <a:spLocks noChangeArrowheads="1"/>
          </p:cNvSpPr>
          <p:nvPr/>
        </p:nvSpPr>
        <p:spPr>
          <a:xfrm>
            <a:off x="379412" y="381000"/>
            <a:ext cx="10512862" cy="593726"/>
          </a:xfrm>
          <a:prstGeom prst="rect">
            <a:avLst/>
          </a:prstGeom>
        </p:spPr>
        <p:txBody>
          <a:bodyPr vert="horz" lIns="91440" tIns="45720" rIns="91440" bIns="45720" rtlCol="0" anchor="ctr">
            <a:normAutofit fontScale="90000" lnSpcReduction="10000"/>
          </a:bodyPr>
          <a:lstStyle>
            <a:lvl1pPr algn="l" defTabSz="914126" rtl="0" eaLnBrk="1" latinLnBrk="0" hangingPunct="1">
              <a:lnSpc>
                <a:spcPct val="90000"/>
              </a:lnSpc>
              <a:spcBef>
                <a:spcPct val="0"/>
              </a:spcBef>
              <a:buNone/>
              <a:defRPr sz="4399" kern="1200">
                <a:solidFill>
                  <a:schemeClr val="tx1"/>
                </a:solidFill>
                <a:latin typeface="+mj-lt"/>
                <a:ea typeface="+mj-ea"/>
                <a:cs typeface="+mj-cs"/>
              </a:defRPr>
            </a:lvl1pPr>
          </a:lstStyle>
          <a:p>
            <a:r>
              <a:rPr lang="en-US" b="1" dirty="0">
                <a:solidFill>
                  <a:srgbClr val="FF5050"/>
                </a:solidFill>
                <a:latin typeface="Times New Roman" panose="02020603050405020304" pitchFamily="18" charset="0"/>
                <a:cs typeface="Times New Roman" panose="02020603050405020304" pitchFamily="18" charset="0"/>
              </a:rPr>
              <a:t>SELECT – Example</a:t>
            </a:r>
            <a:endParaRPr lang="bg-BG" b="1" dirty="0">
              <a:solidFill>
                <a:srgbClr val="FF5050"/>
              </a:solidFill>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1985165512"/>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afterEffect">
                                  <p:stCondLst>
                                    <p:cond delay="0"/>
                                  </p:stCondLst>
                                  <p:childTnLst>
                                    <p:set>
                                      <p:cBhvr>
                                        <p:cTn id="6" dur="1" fill="hold">
                                          <p:stCondLst>
                                            <p:cond delay="0"/>
                                          </p:stCondLst>
                                        </p:cTn>
                                        <p:tgtEl>
                                          <p:spTgt spid="496644"/>
                                        </p:tgtEl>
                                        <p:attrNameLst>
                                          <p:attrName>style.visibility</p:attrName>
                                        </p:attrNameLst>
                                      </p:cBhvr>
                                      <p:to>
                                        <p:strVal val="visible"/>
                                      </p:to>
                                    </p:set>
                                    <p:animEffect transition="in" filter="fade">
                                      <p:cBhvr>
                                        <p:cTn id="7" dur="500"/>
                                        <p:tgtEl>
                                          <p:spTgt spid="496644"/>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grpId="0" nodeType="clickEffect">
                                  <p:stCondLst>
                                    <p:cond delay="0"/>
                                  </p:stCondLst>
                                  <p:childTnLst>
                                    <p:set>
                                      <p:cBhvr>
                                        <p:cTn id="11" dur="1" fill="hold">
                                          <p:stCondLst>
                                            <p:cond delay="0"/>
                                          </p:stCondLst>
                                        </p:cTn>
                                        <p:tgtEl>
                                          <p:spTgt spid="9"/>
                                        </p:tgtEl>
                                        <p:attrNameLst>
                                          <p:attrName>style.visibility</p:attrName>
                                        </p:attrNameLst>
                                      </p:cBhvr>
                                      <p:to>
                                        <p:strVal val="visible"/>
                                      </p:to>
                                    </p:set>
                                    <p:animEffect transition="in" filter="fade">
                                      <p:cBhvr>
                                        <p:cTn id="12" dur="500"/>
                                        <p:tgtEl>
                                          <p:spTgt spid="9"/>
                                        </p:tgtEl>
                                      </p:cBhvr>
                                    </p:animEffect>
                                  </p:childTnLst>
                                </p:cTn>
                              </p:par>
                            </p:childTnLst>
                          </p:cTn>
                        </p:par>
                      </p:childTnLst>
                    </p:cTn>
                  </p:par>
                  <p:par>
                    <p:cTn id="13" fill="hold">
                      <p:stCondLst>
                        <p:cond delay="indefinite"/>
                      </p:stCondLst>
                      <p:childTnLst>
                        <p:par>
                          <p:cTn id="14" fill="hold">
                            <p:stCondLst>
                              <p:cond delay="0"/>
                            </p:stCondLst>
                            <p:childTnLst>
                              <p:par>
                                <p:cTn id="15" presetID="10" presetClass="entr" presetSubtype="0" fill="hold" grpId="0" nodeType="clickEffect">
                                  <p:stCondLst>
                                    <p:cond delay="0"/>
                                  </p:stCondLst>
                                  <p:childTnLst>
                                    <p:set>
                                      <p:cBhvr>
                                        <p:cTn id="16" dur="1" fill="hold">
                                          <p:stCondLst>
                                            <p:cond delay="0"/>
                                          </p:stCondLst>
                                        </p:cTn>
                                        <p:tgtEl>
                                          <p:spTgt spid="10"/>
                                        </p:tgtEl>
                                        <p:attrNameLst>
                                          <p:attrName>style.visibility</p:attrName>
                                        </p:attrNameLst>
                                      </p:cBhvr>
                                      <p:to>
                                        <p:strVal val="visible"/>
                                      </p:to>
                                    </p:set>
                                    <p:animEffect transition="in" filter="fade">
                                      <p:cBhvr>
                                        <p:cTn id="17" dur="500"/>
                                        <p:tgtEl>
                                          <p:spTgt spid="10"/>
                                        </p:tgtEl>
                                      </p:cBhvr>
                                    </p:animEffect>
                                  </p:childTnLst>
                                </p:cTn>
                              </p:par>
                            </p:childTnLst>
                          </p:cTn>
                        </p:par>
                      </p:childTnLst>
                    </p:cTn>
                  </p:par>
                  <p:par>
                    <p:cTn id="18" fill="hold">
                      <p:stCondLst>
                        <p:cond delay="indefinite"/>
                      </p:stCondLst>
                      <p:childTnLst>
                        <p:par>
                          <p:cTn id="19" fill="hold">
                            <p:stCondLst>
                              <p:cond delay="0"/>
                            </p:stCondLst>
                            <p:childTnLst>
                              <p:par>
                                <p:cTn id="20" presetID="10" presetClass="entr" presetSubtype="0" fill="hold" nodeType="clickEffect">
                                  <p:stCondLst>
                                    <p:cond delay="0"/>
                                  </p:stCondLst>
                                  <p:childTnLst>
                                    <p:set>
                                      <p:cBhvr>
                                        <p:cTn id="21" dur="1" fill="hold">
                                          <p:stCondLst>
                                            <p:cond delay="0"/>
                                          </p:stCondLst>
                                        </p:cTn>
                                        <p:tgtEl>
                                          <p:spTgt spid="496646"/>
                                        </p:tgtEl>
                                        <p:attrNameLst>
                                          <p:attrName>style.visibility</p:attrName>
                                        </p:attrNameLst>
                                      </p:cBhvr>
                                      <p:to>
                                        <p:strVal val="visible"/>
                                      </p:to>
                                    </p:set>
                                    <p:animEffect transition="in" filter="fade">
                                      <p:cBhvr>
                                        <p:cTn id="22" dur="500"/>
                                        <p:tgtEl>
                                          <p:spTgt spid="496646"/>
                                        </p:tgtEl>
                                      </p:cBhvr>
                                    </p:animEffect>
                                  </p:childTnLst>
                                </p:cTn>
                              </p:par>
                              <p:par>
                                <p:cTn id="23" presetID="10" presetClass="exit" presetSubtype="0" fill="hold" grpId="1" nodeType="withEffect">
                                  <p:stCondLst>
                                    <p:cond delay="0"/>
                                  </p:stCondLst>
                                  <p:childTnLst>
                                    <p:animEffect transition="out" filter="fade">
                                      <p:cBhvr>
                                        <p:cTn id="24" dur="500"/>
                                        <p:tgtEl>
                                          <p:spTgt spid="9"/>
                                        </p:tgtEl>
                                      </p:cBhvr>
                                    </p:animEffect>
                                    <p:set>
                                      <p:cBhvr>
                                        <p:cTn id="25" dur="1" fill="hold">
                                          <p:stCondLst>
                                            <p:cond delay="499"/>
                                          </p:stCondLst>
                                        </p:cTn>
                                        <p:tgtEl>
                                          <p:spTgt spid="9"/>
                                        </p:tgtEl>
                                        <p:attrNameLst>
                                          <p:attrName>style.visibility</p:attrName>
                                        </p:attrNameLst>
                                      </p:cBhvr>
                                      <p:to>
                                        <p:strVal val="hidden"/>
                                      </p:to>
                                    </p:set>
                                  </p:childTnLst>
                                </p:cTn>
                              </p:par>
                              <p:par>
                                <p:cTn id="26" presetID="10" presetClass="exit" presetSubtype="0" fill="hold" grpId="1" nodeType="withEffect">
                                  <p:stCondLst>
                                    <p:cond delay="0"/>
                                  </p:stCondLst>
                                  <p:childTnLst>
                                    <p:animEffect transition="out" filter="fade">
                                      <p:cBhvr>
                                        <p:cTn id="27" dur="500"/>
                                        <p:tgtEl>
                                          <p:spTgt spid="10"/>
                                        </p:tgtEl>
                                      </p:cBhvr>
                                    </p:animEffect>
                                    <p:set>
                                      <p:cBhvr>
                                        <p:cTn id="28" dur="1" fill="hold">
                                          <p:stCondLst>
                                            <p:cond delay="499"/>
                                          </p:stCondLst>
                                        </p:cTn>
                                        <p:tgtEl>
                                          <p:spTgt spid="10"/>
                                        </p:tgtEl>
                                        <p:attrNameLst>
                                          <p:attrName>style.visibility</p:attrName>
                                        </p:attrNameLst>
                                      </p:cBhvr>
                                      <p:to>
                                        <p:strVal val="hidden"/>
                                      </p:to>
                                    </p:set>
                                  </p:childTnLst>
                                </p:cTn>
                              </p:par>
                            </p:childTnLst>
                          </p:cTn>
                        </p:par>
                      </p:childTnLst>
                    </p:cTn>
                  </p:par>
                  <p:par>
                    <p:cTn id="29" fill="hold">
                      <p:stCondLst>
                        <p:cond delay="indefinite"/>
                      </p:stCondLst>
                      <p:childTnLst>
                        <p:par>
                          <p:cTn id="30" fill="hold">
                            <p:stCondLst>
                              <p:cond delay="0"/>
                            </p:stCondLst>
                            <p:childTnLst>
                              <p:par>
                                <p:cTn id="31" presetID="10" presetClass="entr" presetSubtype="0" fill="hold" nodeType="clickEffect">
                                  <p:stCondLst>
                                    <p:cond delay="0"/>
                                  </p:stCondLst>
                                  <p:childTnLst>
                                    <p:set>
                                      <p:cBhvr>
                                        <p:cTn id="32" dur="1" fill="hold">
                                          <p:stCondLst>
                                            <p:cond delay="0"/>
                                          </p:stCondLst>
                                        </p:cTn>
                                        <p:tgtEl>
                                          <p:spTgt spid="496643">
                                            <p:txEl>
                                              <p:pRg st="6" end="6"/>
                                            </p:txEl>
                                          </p:spTgt>
                                        </p:tgtEl>
                                        <p:attrNameLst>
                                          <p:attrName>style.visibility</p:attrName>
                                        </p:attrNameLst>
                                      </p:cBhvr>
                                      <p:to>
                                        <p:strVal val="visible"/>
                                      </p:to>
                                    </p:set>
                                    <p:animEffect transition="in" filter="fade">
                                      <p:cBhvr>
                                        <p:cTn id="33" dur="500"/>
                                        <p:tgtEl>
                                          <p:spTgt spid="496643">
                                            <p:txEl>
                                              <p:pRg st="6" end="6"/>
                                            </p:txEl>
                                          </p:spTgt>
                                        </p:tgtEl>
                                      </p:cBhvr>
                                    </p:animEffect>
                                  </p:childTnLst>
                                </p:cTn>
                              </p:par>
                            </p:childTnLst>
                          </p:cTn>
                        </p:par>
                        <p:par>
                          <p:cTn id="34" fill="hold">
                            <p:stCondLst>
                              <p:cond delay="500"/>
                            </p:stCondLst>
                            <p:childTnLst>
                              <p:par>
                                <p:cTn id="35" presetID="10" presetClass="entr" presetSubtype="0" fill="hold" grpId="0" nodeType="afterEffect">
                                  <p:stCondLst>
                                    <p:cond delay="0"/>
                                  </p:stCondLst>
                                  <p:childTnLst>
                                    <p:set>
                                      <p:cBhvr>
                                        <p:cTn id="36" dur="1" fill="hold">
                                          <p:stCondLst>
                                            <p:cond delay="0"/>
                                          </p:stCondLst>
                                        </p:cTn>
                                        <p:tgtEl>
                                          <p:spTgt spid="496645"/>
                                        </p:tgtEl>
                                        <p:attrNameLst>
                                          <p:attrName>style.visibility</p:attrName>
                                        </p:attrNameLst>
                                      </p:cBhvr>
                                      <p:to>
                                        <p:strVal val="visible"/>
                                      </p:to>
                                    </p:set>
                                    <p:animEffect transition="in" filter="fade">
                                      <p:cBhvr>
                                        <p:cTn id="37" dur="500"/>
                                        <p:tgtEl>
                                          <p:spTgt spid="496645"/>
                                        </p:tgtEl>
                                      </p:cBhvr>
                                    </p:animEffect>
                                  </p:childTnLst>
                                </p:cTn>
                              </p:par>
                            </p:childTnLst>
                          </p:cTn>
                        </p:par>
                        <p:par>
                          <p:cTn id="38" fill="hold">
                            <p:stCondLst>
                              <p:cond delay="1000"/>
                            </p:stCondLst>
                            <p:childTnLst>
                              <p:par>
                                <p:cTn id="39" presetID="10" presetClass="entr" presetSubtype="0" fill="hold" grpId="0" nodeType="afterEffect">
                                  <p:stCondLst>
                                    <p:cond delay="0"/>
                                  </p:stCondLst>
                                  <p:childTnLst>
                                    <p:set>
                                      <p:cBhvr>
                                        <p:cTn id="40" dur="1" fill="hold">
                                          <p:stCondLst>
                                            <p:cond delay="0"/>
                                          </p:stCondLst>
                                        </p:cTn>
                                        <p:tgtEl>
                                          <p:spTgt spid="3"/>
                                        </p:tgtEl>
                                        <p:attrNameLst>
                                          <p:attrName>style.visibility</p:attrName>
                                        </p:attrNameLst>
                                      </p:cBhvr>
                                      <p:to>
                                        <p:strVal val="visible"/>
                                      </p:to>
                                    </p:set>
                                    <p:animEffect transition="in" filter="fade">
                                      <p:cBhvr>
                                        <p:cTn id="41" dur="500"/>
                                        <p:tgtEl>
                                          <p:spTgt spid="3"/>
                                        </p:tgtEl>
                                      </p:cBhvr>
                                    </p:animEffect>
                                  </p:childTnLst>
                                </p:cTn>
                              </p:par>
                            </p:childTnLst>
                          </p:cTn>
                        </p:par>
                        <p:par>
                          <p:cTn id="42" fill="hold">
                            <p:stCondLst>
                              <p:cond delay="1500"/>
                            </p:stCondLst>
                            <p:childTnLst>
                              <p:par>
                                <p:cTn id="43" presetID="10" presetClass="entr" presetSubtype="0" fill="hold" nodeType="afterEffect">
                                  <p:stCondLst>
                                    <p:cond delay="0"/>
                                  </p:stCondLst>
                                  <p:childTnLst>
                                    <p:set>
                                      <p:cBhvr>
                                        <p:cTn id="44" dur="1" fill="hold">
                                          <p:stCondLst>
                                            <p:cond delay="0"/>
                                          </p:stCondLst>
                                        </p:cTn>
                                        <p:tgtEl>
                                          <p:spTgt spid="496672"/>
                                        </p:tgtEl>
                                        <p:attrNameLst>
                                          <p:attrName>style.visibility</p:attrName>
                                        </p:attrNameLst>
                                      </p:cBhvr>
                                      <p:to>
                                        <p:strVal val="visible"/>
                                      </p:to>
                                    </p:set>
                                    <p:animEffect transition="in" filter="fade">
                                      <p:cBhvr>
                                        <p:cTn id="45" dur="500"/>
                                        <p:tgtEl>
                                          <p:spTgt spid="49667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96644" grpId="0" animBg="1"/>
      <p:bldP spid="496645" grpId="0" animBg="1"/>
      <p:bldP spid="9" grpId="0" animBg="1"/>
      <p:bldP spid="9" grpId="1" animBg="1"/>
      <p:bldP spid="10" grpId="0" animBg="1"/>
      <p:bldP spid="10" grpId="1" animBg="1"/>
      <p:bldP spid="3" grpId="0" animBg="1"/>
    </p:bld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02787" name="Rectangle 3"/>
          <p:cNvSpPr>
            <a:spLocks noGrp="1" noChangeArrowheads="1"/>
          </p:cNvSpPr>
          <p:nvPr>
            <p:ph idx="1"/>
          </p:nvPr>
        </p:nvSpPr>
        <p:spPr>
          <a:xfrm>
            <a:off x="876081" y="1143000"/>
            <a:ext cx="10512862" cy="4351338"/>
          </a:xfrm>
        </p:spPr>
        <p:txBody>
          <a:bodyPr>
            <a:normAutofit/>
          </a:bodyPr>
          <a:lstStyle/>
          <a:p>
            <a:pPr>
              <a:lnSpc>
                <a:spcPct val="100000"/>
              </a:lnSpc>
            </a:pPr>
            <a:r>
              <a:rPr lang="en-US" sz="3200" dirty="0">
                <a:solidFill>
                  <a:schemeClr val="tx2">
                    <a:lumMod val="75000"/>
                  </a:schemeClr>
                </a:solidFill>
                <a:latin typeface="Segoe UI" panose="020B0502040204020203" pitchFamily="34" charset="0"/>
                <a:cs typeface="Segoe UI" panose="020B0502040204020203" pitchFamily="34" charset="0"/>
              </a:rPr>
              <a:t>Aliases</a:t>
            </a:r>
            <a:r>
              <a:rPr lang="en-US" sz="3200" dirty="0">
                <a:latin typeface="Segoe UI" panose="020B0502040204020203" pitchFamily="34" charset="0"/>
                <a:cs typeface="Segoe UI" panose="020B0502040204020203" pitchFamily="34" charset="0"/>
              </a:rPr>
              <a:t> rename a table or a column heading</a:t>
            </a:r>
          </a:p>
          <a:p>
            <a:pPr>
              <a:lnSpc>
                <a:spcPct val="100000"/>
              </a:lnSpc>
              <a:spcBef>
                <a:spcPts val="22200"/>
              </a:spcBef>
            </a:pPr>
            <a:r>
              <a:rPr lang="en-US" sz="3200" dirty="0">
                <a:latin typeface="Segoe UI" panose="020B0502040204020203" pitchFamily="34" charset="0"/>
                <a:cs typeface="Segoe UI" panose="020B0502040204020203" pitchFamily="34" charset="0"/>
              </a:rPr>
              <a:t>You can shorten fields or clarify abbreviations</a:t>
            </a:r>
          </a:p>
        </p:txBody>
      </p:sp>
      <p:sp>
        <p:nvSpPr>
          <p:cNvPr id="502788" name="Rectangle 4"/>
          <p:cNvSpPr>
            <a:spLocks noChangeArrowheads="1"/>
          </p:cNvSpPr>
          <p:nvPr/>
        </p:nvSpPr>
        <p:spPr bwMode="auto">
          <a:xfrm>
            <a:off x="1979612" y="1778134"/>
            <a:ext cx="8305800" cy="646331"/>
          </a:xfrm>
          <a:prstGeom prst="rect">
            <a:avLst/>
          </a:prstGeom>
          <a:solidFill>
            <a:schemeClr val="accent5">
              <a:lumMod val="40000"/>
              <a:lumOff val="60000"/>
              <a:alpha val="20000"/>
            </a:schemeClr>
          </a:solidFill>
          <a:ln w="12700">
            <a:solidFill>
              <a:schemeClr val="accent5">
                <a:lumMod val="60000"/>
                <a:lumOff val="40000"/>
              </a:schemeClr>
            </a:solidFill>
          </a:ln>
        </p:spPr>
        <p:txBody>
          <a:bodyPr wrap="square">
            <a:spAutoFit/>
          </a:bodyPr>
          <a:lstStyle/>
          <a:p>
            <a:pPr eaLnBrk="0" hangingPunct="0">
              <a:buClr>
                <a:schemeClr val="accent5">
                  <a:lumMod val="40000"/>
                  <a:lumOff val="60000"/>
                </a:schemeClr>
              </a:buClr>
              <a:buSzPct val="70000"/>
            </a:pPr>
            <a:r>
              <a:rPr lang="en-US" b="1" noProof="1">
                <a:solidFill>
                  <a:schemeClr val="accent2">
                    <a:lumMod val="75000"/>
                  </a:schemeClr>
                </a:solidFill>
                <a:latin typeface="Consolas" pitchFamily="49" charset="0"/>
                <a:cs typeface="Consolas" pitchFamily="49" charset="0"/>
              </a:rPr>
              <a:t>SELECT EmployeeID </a:t>
            </a:r>
            <a:r>
              <a:rPr lang="en-US" b="1" noProof="1">
                <a:solidFill>
                  <a:schemeClr val="tx2">
                    <a:lumMod val="75000"/>
                  </a:schemeClr>
                </a:solidFill>
                <a:latin typeface="Consolas" pitchFamily="49" charset="0"/>
                <a:cs typeface="Consolas" pitchFamily="49" charset="0"/>
              </a:rPr>
              <a:t>AS</a:t>
            </a:r>
            <a:r>
              <a:rPr lang="en-US" b="1" noProof="1">
                <a:solidFill>
                  <a:srgbClr val="FBEEDC"/>
                </a:solidFill>
                <a:latin typeface="Consolas" pitchFamily="49" charset="0"/>
                <a:cs typeface="Consolas" pitchFamily="49" charset="0"/>
              </a:rPr>
              <a:t> </a:t>
            </a:r>
            <a:r>
              <a:rPr lang="en-US" b="1" noProof="1">
                <a:solidFill>
                  <a:schemeClr val="accent2">
                    <a:lumMod val="75000"/>
                  </a:schemeClr>
                </a:solidFill>
                <a:latin typeface="Consolas" pitchFamily="49" charset="0"/>
                <a:cs typeface="Consolas" pitchFamily="49" charset="0"/>
              </a:rPr>
              <a:t>ID, FirstName, LastName</a:t>
            </a:r>
          </a:p>
          <a:p>
            <a:pPr eaLnBrk="0" hangingPunct="0">
              <a:buClr>
                <a:schemeClr val="accent5">
                  <a:lumMod val="40000"/>
                  <a:lumOff val="60000"/>
                </a:schemeClr>
              </a:buClr>
              <a:buSzPct val="70000"/>
            </a:pPr>
            <a:r>
              <a:rPr lang="en-US" b="1" noProof="1">
                <a:solidFill>
                  <a:srgbClr val="FBEEDC"/>
                </a:solidFill>
                <a:latin typeface="Consolas" pitchFamily="49" charset="0"/>
                <a:cs typeface="Consolas" pitchFamily="49" charset="0"/>
              </a:rPr>
              <a:t>  </a:t>
            </a:r>
            <a:r>
              <a:rPr lang="en-US" b="1" noProof="1">
                <a:solidFill>
                  <a:schemeClr val="accent2">
                    <a:lumMod val="75000"/>
                  </a:schemeClr>
                </a:solidFill>
                <a:latin typeface="Consolas" pitchFamily="49" charset="0"/>
                <a:cs typeface="Consolas" pitchFamily="49" charset="0"/>
              </a:rPr>
              <a:t>FROM Employees</a:t>
            </a:r>
          </a:p>
        </p:txBody>
      </p:sp>
      <p:graphicFrame>
        <p:nvGraphicFramePr>
          <p:cNvPr id="502789" name="Group 5"/>
          <p:cNvGraphicFramePr>
            <a:graphicFrameLocks noGrp="1"/>
          </p:cNvGraphicFramePr>
          <p:nvPr>
            <p:extLst>
              <p:ext uri="{D42A27DB-BD31-4B8C-83A1-F6EECF244321}">
                <p14:modId xmlns:p14="http://schemas.microsoft.com/office/powerpoint/2010/main" val="3661184690"/>
              </p:ext>
            </p:extLst>
          </p:nvPr>
        </p:nvGraphicFramePr>
        <p:xfrm>
          <a:off x="3195638" y="2819400"/>
          <a:ext cx="5794372" cy="1707477"/>
        </p:xfrm>
        <a:graphic>
          <a:graphicData uri="http://schemas.openxmlformats.org/drawingml/2006/table">
            <a:tbl>
              <a:tblPr>
                <a:tableStyleId>{8A107856-5554-42FB-B03E-39F5DBC370BA}</a:tableStyleId>
              </a:tblPr>
              <a:tblGrid>
                <a:gridCol w="1906242">
                  <a:extLst>
                    <a:ext uri="{9D8B030D-6E8A-4147-A177-3AD203B41FA5}">
                      <a16:colId xmlns:a16="http://schemas.microsoft.com/office/drawing/2014/main" val="1163929117"/>
                    </a:ext>
                  </a:extLst>
                </a:gridCol>
                <a:gridCol w="1906242">
                  <a:extLst>
                    <a:ext uri="{9D8B030D-6E8A-4147-A177-3AD203B41FA5}">
                      <a16:colId xmlns:a16="http://schemas.microsoft.com/office/drawing/2014/main" val="20000"/>
                    </a:ext>
                  </a:extLst>
                </a:gridCol>
                <a:gridCol w="1981888">
                  <a:extLst>
                    <a:ext uri="{9D8B030D-6E8A-4147-A177-3AD203B41FA5}">
                      <a16:colId xmlns:a16="http://schemas.microsoft.com/office/drawing/2014/main" val="20001"/>
                    </a:ext>
                  </a:extLst>
                </a:gridCol>
              </a:tblGrid>
              <a:tr h="477609">
                <a:tc>
                  <a:txBody>
                    <a:bodyPr/>
                    <a:lstStyle/>
                    <a:p>
                      <a:pPr marL="0" marR="0" lvl="0" indent="0" algn="l" defTabSz="914400" rtl="0" eaLnBrk="0" fontAlgn="base" latinLnBrk="0" hangingPunct="0">
                        <a:lnSpc>
                          <a:spcPct val="95000"/>
                        </a:lnSpc>
                        <a:spcBef>
                          <a:spcPct val="40000"/>
                        </a:spcBef>
                        <a:spcAft>
                          <a:spcPct val="0"/>
                        </a:spcAft>
                        <a:buClr>
                          <a:schemeClr val="tx1"/>
                        </a:buClr>
                        <a:buSzTx/>
                        <a:buFontTx/>
                        <a:buNone/>
                        <a:tabLst/>
                      </a:pPr>
                      <a:r>
                        <a:rPr kumimoji="1" lang="en-US" sz="2400" u="none" strike="noStrike" cap="none" normalizeH="0" baseline="0" noProof="1">
                          <a:ln>
                            <a:noFill/>
                          </a:ln>
                          <a:effectLst/>
                        </a:rPr>
                        <a:t>ID</a:t>
                      </a:r>
                      <a:endParaRPr kumimoji="1" lang="en-US" sz="2400" b="1" i="0" u="none" strike="noStrike" cap="none" normalizeH="0" baseline="0" noProof="1">
                        <a:ln>
                          <a:noFill/>
                        </a:ln>
                        <a:solidFill>
                          <a:srgbClr val="EBFFD2"/>
                        </a:solidFill>
                        <a:effectLst/>
                        <a:latin typeface="+mn-lt"/>
                      </a:endParaRPr>
                    </a:p>
                  </a:txBody>
                  <a:tcPr anchor="ctr" horzOverflow="overflow"/>
                </a:tc>
                <a:tc>
                  <a:txBody>
                    <a:bodyPr/>
                    <a:lstStyle/>
                    <a:p>
                      <a:pPr marL="0" marR="0" lvl="0" indent="0" algn="l" defTabSz="914400" rtl="0" eaLnBrk="0" fontAlgn="base" latinLnBrk="0" hangingPunct="0">
                        <a:lnSpc>
                          <a:spcPct val="95000"/>
                        </a:lnSpc>
                        <a:spcBef>
                          <a:spcPct val="40000"/>
                        </a:spcBef>
                        <a:spcAft>
                          <a:spcPct val="0"/>
                        </a:spcAft>
                        <a:buClr>
                          <a:schemeClr val="tx1"/>
                        </a:buClr>
                        <a:buSzTx/>
                        <a:buFontTx/>
                        <a:buNone/>
                        <a:tabLst/>
                      </a:pPr>
                      <a:r>
                        <a:rPr kumimoji="1" lang="en-US" sz="2400" u="none" strike="noStrike" cap="none" normalizeH="0" baseline="0" noProof="1">
                          <a:ln>
                            <a:noFill/>
                          </a:ln>
                          <a:effectLst/>
                        </a:rPr>
                        <a:t>FirstName</a:t>
                      </a:r>
                      <a:endParaRPr kumimoji="1" lang="en-US" sz="2400" b="1" i="0" u="none" strike="noStrike" cap="none" normalizeH="0" baseline="0" noProof="1">
                        <a:ln>
                          <a:noFill/>
                        </a:ln>
                        <a:solidFill>
                          <a:srgbClr val="EBFFD2"/>
                        </a:solidFill>
                        <a:effectLst/>
                        <a:latin typeface="+mn-lt"/>
                      </a:endParaRPr>
                    </a:p>
                  </a:txBody>
                  <a:tcPr anchor="ctr" horzOverflow="overflow"/>
                </a:tc>
                <a:tc>
                  <a:txBody>
                    <a:bodyPr/>
                    <a:lstStyle/>
                    <a:p>
                      <a:pPr marL="0" marR="0" lvl="0" indent="0" algn="l" defTabSz="914400" rtl="0" eaLnBrk="0" fontAlgn="base" latinLnBrk="0" hangingPunct="0">
                        <a:lnSpc>
                          <a:spcPct val="95000"/>
                        </a:lnSpc>
                        <a:spcBef>
                          <a:spcPct val="40000"/>
                        </a:spcBef>
                        <a:spcAft>
                          <a:spcPct val="0"/>
                        </a:spcAft>
                        <a:buClr>
                          <a:schemeClr val="tx1"/>
                        </a:buClr>
                        <a:buSzTx/>
                        <a:buFontTx/>
                        <a:buNone/>
                        <a:tabLst/>
                      </a:pPr>
                      <a:r>
                        <a:rPr kumimoji="1" lang="en-US" sz="2400" u="none" strike="noStrike" cap="none" normalizeH="0" baseline="0" noProof="1">
                          <a:ln>
                            <a:noFill/>
                          </a:ln>
                          <a:effectLst/>
                        </a:rPr>
                        <a:t>LastName</a:t>
                      </a:r>
                      <a:endParaRPr kumimoji="1" lang="en-US" sz="2400" b="1" i="0" u="none" strike="noStrike" cap="none" normalizeH="0" baseline="0" noProof="1">
                        <a:ln>
                          <a:noFill/>
                        </a:ln>
                        <a:solidFill>
                          <a:srgbClr val="EBFFD2"/>
                        </a:solidFill>
                        <a:effectLst/>
                        <a:latin typeface="+mn-lt"/>
                      </a:endParaRPr>
                    </a:p>
                  </a:txBody>
                  <a:tcPr anchor="ctr" horzOverflow="overflow"/>
                </a:tc>
                <a:extLst>
                  <a:ext uri="{0D108BD9-81ED-4DB2-BD59-A6C34878D82A}">
                    <a16:rowId xmlns:a16="http://schemas.microsoft.com/office/drawing/2014/main" val="10000"/>
                  </a:ext>
                </a:extLst>
              </a:tr>
              <a:tr h="409956">
                <a:tc>
                  <a:txBody>
                    <a:bodyPr/>
                    <a:lstStyle/>
                    <a:p>
                      <a:pPr marL="0" marR="0" lvl="0" indent="0" algn="l" defTabSz="914400" rtl="0" eaLnBrk="0" fontAlgn="base" latinLnBrk="0" hangingPunct="0">
                        <a:lnSpc>
                          <a:spcPct val="95000"/>
                        </a:lnSpc>
                        <a:spcBef>
                          <a:spcPct val="40000"/>
                        </a:spcBef>
                        <a:spcAft>
                          <a:spcPct val="0"/>
                        </a:spcAft>
                        <a:buClr>
                          <a:schemeClr val="tx1"/>
                        </a:buClr>
                        <a:buSzTx/>
                        <a:buFontTx/>
                        <a:buNone/>
                        <a:tabLst/>
                      </a:pPr>
                      <a:r>
                        <a:rPr kumimoji="1" lang="en-US" sz="2200" u="none" strike="noStrike" cap="none" normalizeH="0" baseline="0" noProof="1">
                          <a:ln>
                            <a:noFill/>
                          </a:ln>
                          <a:effectLst/>
                        </a:rPr>
                        <a:t>1</a:t>
                      </a:r>
                      <a:endParaRPr kumimoji="1" lang="en-US" sz="2200" b="1" i="0" u="none" strike="noStrike" cap="none" normalizeH="0" baseline="0" noProof="1">
                        <a:ln>
                          <a:noFill/>
                        </a:ln>
                        <a:solidFill>
                          <a:srgbClr val="EBFFD2"/>
                        </a:solidFill>
                        <a:effectLst/>
                        <a:latin typeface="+mn-lt"/>
                      </a:endParaRPr>
                    </a:p>
                  </a:txBody>
                  <a:tcPr anchor="ctr" horzOverflow="overflow"/>
                </a:tc>
                <a:tc>
                  <a:txBody>
                    <a:bodyPr/>
                    <a:lstStyle/>
                    <a:p>
                      <a:pPr marL="0" marR="0" lvl="0" indent="0" algn="l" defTabSz="914400" rtl="0" eaLnBrk="0" fontAlgn="base" latinLnBrk="0" hangingPunct="0">
                        <a:lnSpc>
                          <a:spcPct val="95000"/>
                        </a:lnSpc>
                        <a:spcBef>
                          <a:spcPct val="40000"/>
                        </a:spcBef>
                        <a:spcAft>
                          <a:spcPct val="0"/>
                        </a:spcAft>
                        <a:buClr>
                          <a:schemeClr val="tx1"/>
                        </a:buClr>
                        <a:buSzTx/>
                        <a:buFontTx/>
                        <a:buNone/>
                        <a:tabLst/>
                      </a:pPr>
                      <a:r>
                        <a:rPr kumimoji="1" lang="en-US" sz="2200" u="none" strike="noStrike" cap="none" normalizeH="0" baseline="0" noProof="1">
                          <a:ln>
                            <a:noFill/>
                          </a:ln>
                          <a:effectLst/>
                        </a:rPr>
                        <a:t>Guy</a:t>
                      </a:r>
                      <a:endParaRPr kumimoji="1" lang="en-US" sz="2200" b="1" i="0" u="none" strike="noStrike" cap="none" normalizeH="0" baseline="0" noProof="1">
                        <a:ln>
                          <a:noFill/>
                        </a:ln>
                        <a:solidFill>
                          <a:srgbClr val="EBFFD2"/>
                        </a:solidFill>
                        <a:effectLst/>
                        <a:latin typeface="+mn-lt"/>
                      </a:endParaRPr>
                    </a:p>
                  </a:txBody>
                  <a:tcPr anchor="ctr" horzOverflow="overflow"/>
                </a:tc>
                <a:tc>
                  <a:txBody>
                    <a:bodyPr/>
                    <a:lstStyle/>
                    <a:p>
                      <a:pPr marL="0" marR="0" lvl="0" indent="0" algn="l" defTabSz="914400" rtl="0" eaLnBrk="0" fontAlgn="base" latinLnBrk="0" hangingPunct="0">
                        <a:lnSpc>
                          <a:spcPct val="95000"/>
                        </a:lnSpc>
                        <a:spcBef>
                          <a:spcPct val="40000"/>
                        </a:spcBef>
                        <a:spcAft>
                          <a:spcPct val="0"/>
                        </a:spcAft>
                        <a:buClr>
                          <a:schemeClr val="tx1"/>
                        </a:buClr>
                        <a:buSzTx/>
                        <a:buFontTx/>
                        <a:buNone/>
                        <a:tabLst/>
                      </a:pPr>
                      <a:r>
                        <a:rPr kumimoji="1" lang="en-US" sz="2200" u="none" strike="noStrike" cap="none" normalizeH="0" baseline="0" noProof="1">
                          <a:ln>
                            <a:noFill/>
                          </a:ln>
                          <a:effectLst/>
                        </a:rPr>
                        <a:t>Gilbert</a:t>
                      </a:r>
                      <a:endParaRPr kumimoji="1" lang="en-US" sz="2200" b="1" i="0" u="none" strike="noStrike" cap="none" normalizeH="0" baseline="0" noProof="1">
                        <a:ln>
                          <a:noFill/>
                        </a:ln>
                        <a:solidFill>
                          <a:srgbClr val="EBFFD2"/>
                        </a:solidFill>
                        <a:effectLst/>
                        <a:latin typeface="+mn-lt"/>
                      </a:endParaRPr>
                    </a:p>
                  </a:txBody>
                  <a:tcPr anchor="ctr" horzOverflow="overflow"/>
                </a:tc>
                <a:extLst>
                  <a:ext uri="{0D108BD9-81ED-4DB2-BD59-A6C34878D82A}">
                    <a16:rowId xmlns:a16="http://schemas.microsoft.com/office/drawing/2014/main" val="10001"/>
                  </a:ext>
                </a:extLst>
              </a:tr>
              <a:tr h="409956">
                <a:tc>
                  <a:txBody>
                    <a:bodyPr/>
                    <a:lstStyle/>
                    <a:p>
                      <a:pPr marL="0" marR="0" lvl="0" indent="0" algn="l" defTabSz="914400" rtl="0" eaLnBrk="0" fontAlgn="base" latinLnBrk="0" hangingPunct="0">
                        <a:lnSpc>
                          <a:spcPct val="95000"/>
                        </a:lnSpc>
                        <a:spcBef>
                          <a:spcPct val="40000"/>
                        </a:spcBef>
                        <a:spcAft>
                          <a:spcPct val="0"/>
                        </a:spcAft>
                        <a:buClr>
                          <a:schemeClr val="tx1"/>
                        </a:buClr>
                        <a:buSzTx/>
                        <a:buFontTx/>
                        <a:buNone/>
                        <a:tabLst/>
                      </a:pPr>
                      <a:r>
                        <a:rPr kumimoji="1" lang="en-US" sz="2200" u="none" strike="noStrike" cap="none" normalizeH="0" baseline="0" noProof="1">
                          <a:ln>
                            <a:noFill/>
                          </a:ln>
                          <a:effectLst/>
                        </a:rPr>
                        <a:t>2</a:t>
                      </a:r>
                      <a:endParaRPr kumimoji="1" lang="en-US" sz="2200" b="1" i="0" u="none" strike="noStrike" cap="none" normalizeH="0" baseline="0" noProof="1">
                        <a:ln>
                          <a:noFill/>
                        </a:ln>
                        <a:solidFill>
                          <a:srgbClr val="EBFFD2"/>
                        </a:solidFill>
                        <a:effectLst/>
                        <a:latin typeface="+mn-lt"/>
                      </a:endParaRPr>
                    </a:p>
                  </a:txBody>
                  <a:tcPr anchor="ctr" horzOverflow="overflow"/>
                </a:tc>
                <a:tc>
                  <a:txBody>
                    <a:bodyPr/>
                    <a:lstStyle/>
                    <a:p>
                      <a:pPr marL="0" marR="0" lvl="0" indent="0" algn="l" defTabSz="914400" rtl="0" eaLnBrk="0" fontAlgn="base" latinLnBrk="0" hangingPunct="0">
                        <a:lnSpc>
                          <a:spcPct val="95000"/>
                        </a:lnSpc>
                        <a:spcBef>
                          <a:spcPct val="40000"/>
                        </a:spcBef>
                        <a:spcAft>
                          <a:spcPct val="0"/>
                        </a:spcAft>
                        <a:buClr>
                          <a:schemeClr val="tx1"/>
                        </a:buClr>
                        <a:buSzTx/>
                        <a:buFontTx/>
                        <a:buNone/>
                        <a:tabLst/>
                      </a:pPr>
                      <a:r>
                        <a:rPr kumimoji="1" lang="en-US" sz="2200" u="none" strike="noStrike" cap="none" normalizeH="0" baseline="0" noProof="1">
                          <a:ln>
                            <a:noFill/>
                          </a:ln>
                          <a:effectLst/>
                        </a:rPr>
                        <a:t>Kevin</a:t>
                      </a:r>
                      <a:endParaRPr kumimoji="1" lang="en-US" sz="2200" b="1" i="0" u="none" strike="noStrike" cap="none" normalizeH="0" baseline="0" noProof="1">
                        <a:ln>
                          <a:noFill/>
                        </a:ln>
                        <a:solidFill>
                          <a:srgbClr val="EBFFD2"/>
                        </a:solidFill>
                        <a:effectLst/>
                        <a:latin typeface="+mn-lt"/>
                      </a:endParaRPr>
                    </a:p>
                  </a:txBody>
                  <a:tcPr anchor="ctr" horzOverflow="overflow"/>
                </a:tc>
                <a:tc>
                  <a:txBody>
                    <a:bodyPr/>
                    <a:lstStyle/>
                    <a:p>
                      <a:pPr marL="0" marR="0" lvl="0" indent="0" algn="l" defTabSz="914400" rtl="0" eaLnBrk="0" fontAlgn="base" latinLnBrk="0" hangingPunct="0">
                        <a:lnSpc>
                          <a:spcPct val="95000"/>
                        </a:lnSpc>
                        <a:spcBef>
                          <a:spcPct val="40000"/>
                        </a:spcBef>
                        <a:spcAft>
                          <a:spcPct val="0"/>
                        </a:spcAft>
                        <a:buClr>
                          <a:schemeClr val="tx1"/>
                        </a:buClr>
                        <a:buSzTx/>
                        <a:buFontTx/>
                        <a:buNone/>
                        <a:tabLst/>
                      </a:pPr>
                      <a:r>
                        <a:rPr kumimoji="1" lang="en-US" sz="2200" u="none" strike="noStrike" cap="none" normalizeH="0" baseline="0" noProof="1">
                          <a:ln>
                            <a:noFill/>
                          </a:ln>
                          <a:effectLst/>
                        </a:rPr>
                        <a:t>Brown</a:t>
                      </a:r>
                      <a:endParaRPr kumimoji="1" lang="en-US" sz="2200" b="1" i="0" u="none" strike="noStrike" cap="none" normalizeH="0" baseline="0" noProof="1">
                        <a:ln>
                          <a:noFill/>
                        </a:ln>
                        <a:solidFill>
                          <a:srgbClr val="EBFFD2"/>
                        </a:solidFill>
                        <a:effectLst/>
                        <a:latin typeface="+mn-lt"/>
                      </a:endParaRPr>
                    </a:p>
                  </a:txBody>
                  <a:tcPr anchor="ctr" horzOverflow="overflow"/>
                </a:tc>
                <a:extLst>
                  <a:ext uri="{0D108BD9-81ED-4DB2-BD59-A6C34878D82A}">
                    <a16:rowId xmlns:a16="http://schemas.microsoft.com/office/drawing/2014/main" val="10002"/>
                  </a:ext>
                </a:extLst>
              </a:tr>
              <a:tr h="409956">
                <a:tc>
                  <a:txBody>
                    <a:bodyPr/>
                    <a:lstStyle/>
                    <a:p>
                      <a:pPr marL="0" marR="0" lvl="0" indent="0" algn="l" defTabSz="914400" rtl="0" eaLnBrk="0" fontAlgn="base" latinLnBrk="0" hangingPunct="0">
                        <a:lnSpc>
                          <a:spcPct val="95000"/>
                        </a:lnSpc>
                        <a:spcBef>
                          <a:spcPct val="40000"/>
                        </a:spcBef>
                        <a:spcAft>
                          <a:spcPct val="0"/>
                        </a:spcAft>
                        <a:buClr>
                          <a:schemeClr val="tx1"/>
                        </a:buClr>
                        <a:buSzTx/>
                        <a:buFontTx/>
                        <a:buNone/>
                        <a:tabLst/>
                      </a:pPr>
                      <a:r>
                        <a:rPr kumimoji="1" lang="en-US" sz="2200" u="none" strike="noStrike" cap="none" normalizeH="0" baseline="0" noProof="1">
                          <a:ln>
                            <a:noFill/>
                          </a:ln>
                          <a:effectLst/>
                        </a:rPr>
                        <a:t>…</a:t>
                      </a:r>
                      <a:endParaRPr kumimoji="1" lang="en-US" sz="2200" b="1" i="0" u="none" strike="noStrike" cap="none" normalizeH="0" baseline="0" noProof="1">
                        <a:ln>
                          <a:noFill/>
                        </a:ln>
                        <a:solidFill>
                          <a:srgbClr val="EBFFD2"/>
                        </a:solidFill>
                        <a:effectLst/>
                        <a:latin typeface="+mn-lt"/>
                      </a:endParaRPr>
                    </a:p>
                  </a:txBody>
                  <a:tcPr anchor="ctr" horzOverflow="overflow"/>
                </a:tc>
                <a:tc>
                  <a:txBody>
                    <a:bodyPr/>
                    <a:lstStyle/>
                    <a:p>
                      <a:pPr marL="0" marR="0" lvl="0" indent="0" algn="l" defTabSz="914400" rtl="0" eaLnBrk="0" fontAlgn="base" latinLnBrk="0" hangingPunct="0">
                        <a:lnSpc>
                          <a:spcPct val="95000"/>
                        </a:lnSpc>
                        <a:spcBef>
                          <a:spcPct val="40000"/>
                        </a:spcBef>
                        <a:spcAft>
                          <a:spcPct val="0"/>
                        </a:spcAft>
                        <a:buClr>
                          <a:schemeClr val="tx1"/>
                        </a:buClr>
                        <a:buSzTx/>
                        <a:buFontTx/>
                        <a:buNone/>
                        <a:tabLst/>
                      </a:pPr>
                      <a:r>
                        <a:rPr kumimoji="1" lang="en-US" sz="2200" u="none" strike="noStrike" cap="none" normalizeH="0" baseline="0" noProof="1">
                          <a:ln>
                            <a:noFill/>
                          </a:ln>
                          <a:effectLst/>
                        </a:rPr>
                        <a:t>…</a:t>
                      </a:r>
                      <a:endParaRPr kumimoji="1" lang="en-US" sz="2200" b="1" i="0" u="none" strike="noStrike" cap="none" normalizeH="0" baseline="0" noProof="1">
                        <a:ln>
                          <a:noFill/>
                        </a:ln>
                        <a:solidFill>
                          <a:srgbClr val="EBFFD2"/>
                        </a:solidFill>
                        <a:effectLst/>
                        <a:latin typeface="+mn-lt"/>
                      </a:endParaRPr>
                    </a:p>
                  </a:txBody>
                  <a:tcPr anchor="ctr" horzOverflow="overflow"/>
                </a:tc>
                <a:tc>
                  <a:txBody>
                    <a:bodyPr/>
                    <a:lstStyle/>
                    <a:p>
                      <a:pPr marL="0" marR="0" lvl="0" indent="0" algn="l" defTabSz="914400" rtl="0" eaLnBrk="0" fontAlgn="base" latinLnBrk="0" hangingPunct="0">
                        <a:lnSpc>
                          <a:spcPct val="95000"/>
                        </a:lnSpc>
                        <a:spcBef>
                          <a:spcPct val="40000"/>
                        </a:spcBef>
                        <a:spcAft>
                          <a:spcPct val="0"/>
                        </a:spcAft>
                        <a:buClr>
                          <a:schemeClr val="tx1"/>
                        </a:buClr>
                        <a:buSzTx/>
                        <a:buFontTx/>
                        <a:buNone/>
                        <a:tabLst/>
                      </a:pPr>
                      <a:r>
                        <a:rPr kumimoji="1" lang="en-US" sz="2200" u="none" strike="noStrike" cap="none" normalizeH="0" baseline="0" noProof="1">
                          <a:ln>
                            <a:noFill/>
                          </a:ln>
                          <a:effectLst/>
                        </a:rPr>
                        <a:t>…</a:t>
                      </a:r>
                      <a:endParaRPr kumimoji="1" lang="en-US" sz="2200" b="1" i="0" u="none" strike="noStrike" cap="none" normalizeH="0" baseline="0" noProof="1">
                        <a:ln>
                          <a:noFill/>
                        </a:ln>
                        <a:solidFill>
                          <a:srgbClr val="EBFFD2"/>
                        </a:solidFill>
                        <a:effectLst/>
                        <a:latin typeface="+mn-lt"/>
                      </a:endParaRPr>
                    </a:p>
                  </a:txBody>
                  <a:tcPr anchor="ctr" horzOverflow="overflow"/>
                </a:tc>
                <a:extLst>
                  <a:ext uri="{0D108BD9-81ED-4DB2-BD59-A6C34878D82A}">
                    <a16:rowId xmlns:a16="http://schemas.microsoft.com/office/drawing/2014/main" val="10003"/>
                  </a:ext>
                </a:extLst>
              </a:tr>
            </a:tbl>
          </a:graphicData>
        </a:graphic>
      </p:graphicFrame>
      <p:sp>
        <p:nvSpPr>
          <p:cNvPr id="8" name="Rectangle 9"/>
          <p:cNvSpPr>
            <a:spLocks noChangeArrowheads="1"/>
          </p:cNvSpPr>
          <p:nvPr/>
        </p:nvSpPr>
        <p:spPr bwMode="auto">
          <a:xfrm>
            <a:off x="1979612" y="5181600"/>
            <a:ext cx="8305800" cy="1049106"/>
          </a:xfrm>
          <a:prstGeom prst="rect">
            <a:avLst/>
          </a:prstGeom>
          <a:solidFill>
            <a:schemeClr val="accent5">
              <a:lumMod val="40000"/>
              <a:lumOff val="60000"/>
              <a:alpha val="20000"/>
            </a:schemeClr>
          </a:solidFill>
          <a:ln w="12700">
            <a:solidFill>
              <a:schemeClr val="accent5">
                <a:lumMod val="60000"/>
                <a:lumOff val="40000"/>
              </a:schemeClr>
            </a:solidFill>
          </a:ln>
        </p:spPr>
        <p:txBody>
          <a:bodyPr vert="horz" wrap="square" lIns="144000" tIns="108000" rIns="144000" bIns="108000" rtlCol="0">
            <a:spAutoFit/>
          </a:bodyPr>
          <a:lstStyle/>
          <a:p>
            <a:r>
              <a:rPr lang="en-US" b="1" dirty="0">
                <a:solidFill>
                  <a:schemeClr val="tx2">
                    <a:lumMod val="75000"/>
                  </a:schemeClr>
                </a:solidFill>
                <a:latin typeface="Consolas" panose="020B0609020204030204" pitchFamily="49" charset="0"/>
              </a:rPr>
              <a:t>SELECT</a:t>
            </a:r>
            <a:r>
              <a:rPr lang="en-US" b="1" dirty="0">
                <a:solidFill>
                  <a:schemeClr val="tx2"/>
                </a:solidFill>
                <a:latin typeface="Consolas" panose="020B0609020204030204" pitchFamily="49" charset="0"/>
              </a:rPr>
              <a:t> </a:t>
            </a:r>
            <a:r>
              <a:rPr lang="en-US" b="1" noProof="1">
                <a:solidFill>
                  <a:schemeClr val="tx2"/>
                </a:solidFill>
                <a:latin typeface="Consolas" panose="020B0609020204030204" pitchFamily="49" charset="0"/>
              </a:rPr>
              <a:t>c.Duration</a:t>
            </a:r>
            <a:r>
              <a:rPr lang="en-US" b="1" dirty="0">
                <a:solidFill>
                  <a:schemeClr val="accent2">
                    <a:lumMod val="75000"/>
                  </a:schemeClr>
                </a:solidFill>
                <a:latin typeface="Consolas" panose="020B0609020204030204" pitchFamily="49" charset="0"/>
              </a:rPr>
              <a:t>,</a:t>
            </a:r>
          </a:p>
          <a:p>
            <a:r>
              <a:rPr lang="en-US" b="1" dirty="0">
                <a:solidFill>
                  <a:schemeClr val="accent2">
                    <a:lumMod val="75000"/>
                  </a:schemeClr>
                </a:solidFill>
                <a:latin typeface="Consolas" panose="020B0609020204030204" pitchFamily="49" charset="0"/>
              </a:rPr>
              <a:t>       </a:t>
            </a:r>
            <a:r>
              <a:rPr lang="en-US" b="1" noProof="1">
                <a:solidFill>
                  <a:schemeClr val="accent2">
                    <a:lumMod val="75000"/>
                  </a:schemeClr>
                </a:solidFill>
                <a:latin typeface="Consolas" panose="020B0609020204030204" pitchFamily="49" charset="0"/>
              </a:rPr>
              <a:t>c.ACG </a:t>
            </a:r>
            <a:r>
              <a:rPr lang="en-US" b="1" dirty="0">
                <a:solidFill>
                  <a:schemeClr val="tx2">
                    <a:lumMod val="75000"/>
                  </a:schemeClr>
                </a:solidFill>
                <a:latin typeface="Consolas" panose="020B0609020204030204" pitchFamily="49" charset="0"/>
              </a:rPr>
              <a:t>AS</a:t>
            </a:r>
            <a:r>
              <a:rPr lang="en-US" b="1" dirty="0">
                <a:solidFill>
                  <a:srgbClr val="FBEEDC"/>
                </a:solidFill>
                <a:latin typeface="Consolas" panose="020B0609020204030204" pitchFamily="49" charset="0"/>
              </a:rPr>
              <a:t> </a:t>
            </a:r>
            <a:r>
              <a:rPr lang="en-US" b="1" dirty="0">
                <a:solidFill>
                  <a:schemeClr val="accent2">
                    <a:lumMod val="75000"/>
                  </a:schemeClr>
                </a:solidFill>
                <a:latin typeface="Consolas" panose="020B0609020204030204" pitchFamily="49" charset="0"/>
              </a:rPr>
              <a:t>'Access Control Gateway'</a:t>
            </a:r>
          </a:p>
          <a:p>
            <a:r>
              <a:rPr lang="en-US" b="1" dirty="0">
                <a:solidFill>
                  <a:schemeClr val="accent2">
                    <a:lumMod val="75000"/>
                  </a:schemeClr>
                </a:solidFill>
                <a:latin typeface="Consolas" panose="020B0609020204030204" pitchFamily="49" charset="0"/>
              </a:rPr>
              <a:t>  </a:t>
            </a:r>
            <a:r>
              <a:rPr lang="en-GB" b="1" dirty="0">
                <a:solidFill>
                  <a:schemeClr val="accent2">
                    <a:lumMod val="75000"/>
                  </a:schemeClr>
                </a:solidFill>
                <a:latin typeface="Consolas" panose="020B0609020204030204" pitchFamily="49" charset="0"/>
              </a:rPr>
              <a:t>FROM Calls </a:t>
            </a:r>
            <a:r>
              <a:rPr lang="en-GB" b="1" dirty="0">
                <a:solidFill>
                  <a:schemeClr val="tx2">
                    <a:lumMod val="75000"/>
                  </a:schemeClr>
                </a:solidFill>
                <a:latin typeface="Consolas" panose="020B0609020204030204" pitchFamily="49" charset="0"/>
              </a:rPr>
              <a:t>AS</a:t>
            </a:r>
            <a:r>
              <a:rPr lang="en-GB" b="1" dirty="0">
                <a:solidFill>
                  <a:srgbClr val="FBEEDC"/>
                </a:solidFill>
                <a:latin typeface="Consolas" panose="020B0609020204030204" pitchFamily="49" charset="0"/>
              </a:rPr>
              <a:t> </a:t>
            </a:r>
            <a:r>
              <a:rPr lang="en-GB" b="1" dirty="0">
                <a:solidFill>
                  <a:schemeClr val="accent2">
                    <a:lumMod val="75000"/>
                  </a:schemeClr>
                </a:solidFill>
                <a:latin typeface="Consolas" panose="020B0609020204030204" pitchFamily="49" charset="0"/>
              </a:rPr>
              <a:t>c</a:t>
            </a:r>
          </a:p>
        </p:txBody>
      </p:sp>
      <p:sp>
        <p:nvSpPr>
          <p:cNvPr id="9" name="AutoShape 22"/>
          <p:cNvSpPr>
            <a:spLocks noChangeArrowheads="1"/>
          </p:cNvSpPr>
          <p:nvPr/>
        </p:nvSpPr>
        <p:spPr bwMode="auto">
          <a:xfrm>
            <a:off x="4646612" y="2667000"/>
            <a:ext cx="1676400" cy="914403"/>
          </a:xfrm>
          <a:prstGeom prst="wedgeRoundRectCallout">
            <a:avLst>
              <a:gd name="adj1" fmla="val -36091"/>
              <a:gd name="adj2" fmla="val -113033"/>
              <a:gd name="adj3" fmla="val 16667"/>
            </a:avLst>
          </a:prstGeom>
          <a:solidFill>
            <a:schemeClr val="accent2">
              <a:alpha val="95000"/>
            </a:schemeClr>
          </a:solidFill>
          <a:ln w="19050">
            <a:solidFill>
              <a:srgbClr val="F8D49E">
                <a:alpha val="80000"/>
              </a:srgbClr>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r>
              <a:rPr lang="en-US" sz="2800" noProof="1">
                <a:solidFill>
                  <a:schemeClr val="bg1"/>
                </a:solidFill>
                <a:latin typeface="Consolas" panose="020B0609020204030204" pitchFamily="49" charset="0"/>
                <a:cs typeface="Consolas" panose="020B0609020204030204" pitchFamily="49" charset="0"/>
              </a:rPr>
              <a:t>Display name</a:t>
            </a:r>
            <a:endParaRPr lang="bg-BG" sz="2800" noProof="1">
              <a:solidFill>
                <a:schemeClr val="bg1"/>
              </a:solidFill>
              <a:latin typeface="Consolas" panose="020B0609020204030204" pitchFamily="49" charset="0"/>
              <a:cs typeface="Consolas" panose="020B0609020204030204" pitchFamily="49" charset="0"/>
            </a:endParaRPr>
          </a:p>
        </p:txBody>
      </p:sp>
      <p:sp>
        <p:nvSpPr>
          <p:cNvPr id="10" name="Rectangle 2">
            <a:extLst>
              <a:ext uri="{FF2B5EF4-FFF2-40B4-BE49-F238E27FC236}">
                <a16:creationId xmlns:a16="http://schemas.microsoft.com/office/drawing/2014/main" id="{A041CBFB-5E2E-4916-A104-CB75BC55F442}"/>
              </a:ext>
            </a:extLst>
          </p:cNvPr>
          <p:cNvSpPr txBox="1">
            <a:spLocks noChangeArrowheads="1"/>
          </p:cNvSpPr>
          <p:nvPr/>
        </p:nvSpPr>
        <p:spPr>
          <a:xfrm>
            <a:off x="379412" y="381000"/>
            <a:ext cx="10512862" cy="593726"/>
          </a:xfrm>
          <a:prstGeom prst="rect">
            <a:avLst/>
          </a:prstGeom>
        </p:spPr>
        <p:txBody>
          <a:bodyPr vert="horz" lIns="91440" tIns="45720" rIns="91440" bIns="45720" rtlCol="0" anchor="ctr">
            <a:normAutofit fontScale="90000" lnSpcReduction="10000"/>
          </a:bodyPr>
          <a:lstStyle>
            <a:lvl1pPr algn="l" defTabSz="914126" rtl="0" eaLnBrk="1" latinLnBrk="0" hangingPunct="1">
              <a:lnSpc>
                <a:spcPct val="90000"/>
              </a:lnSpc>
              <a:spcBef>
                <a:spcPct val="0"/>
              </a:spcBef>
              <a:buNone/>
              <a:defRPr sz="4399" kern="1200">
                <a:solidFill>
                  <a:schemeClr val="tx1"/>
                </a:solidFill>
                <a:latin typeface="+mj-lt"/>
                <a:ea typeface="+mj-ea"/>
                <a:cs typeface="+mj-cs"/>
              </a:defRPr>
            </a:lvl1pPr>
          </a:lstStyle>
          <a:p>
            <a:r>
              <a:rPr lang="en-US" b="1" dirty="0">
                <a:solidFill>
                  <a:srgbClr val="FF5050"/>
                </a:solidFill>
                <a:latin typeface="Times New Roman" panose="02020603050405020304" pitchFamily="18" charset="0"/>
                <a:cs typeface="Times New Roman" panose="02020603050405020304" pitchFamily="18" charset="0"/>
              </a:rPr>
              <a:t>Column Aliases</a:t>
            </a:r>
            <a:endParaRPr lang="bg-BG" b="1" dirty="0">
              <a:solidFill>
                <a:srgbClr val="FF5050"/>
              </a:solidFill>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852657281"/>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afterEffect">
                                  <p:stCondLst>
                                    <p:cond delay="0"/>
                                  </p:stCondLst>
                                  <p:childTnLst>
                                    <p:set>
                                      <p:cBhvr>
                                        <p:cTn id="6" dur="1" fill="hold">
                                          <p:stCondLst>
                                            <p:cond delay="0"/>
                                          </p:stCondLst>
                                        </p:cTn>
                                        <p:tgtEl>
                                          <p:spTgt spid="502788"/>
                                        </p:tgtEl>
                                        <p:attrNameLst>
                                          <p:attrName>style.visibility</p:attrName>
                                        </p:attrNameLst>
                                      </p:cBhvr>
                                      <p:to>
                                        <p:strVal val="visible"/>
                                      </p:to>
                                    </p:set>
                                    <p:animEffect transition="in" filter="fade">
                                      <p:cBhvr>
                                        <p:cTn id="7" dur="500"/>
                                        <p:tgtEl>
                                          <p:spTgt spid="502788"/>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grpId="0" nodeType="clickEffect">
                                  <p:stCondLst>
                                    <p:cond delay="0"/>
                                  </p:stCondLst>
                                  <p:childTnLst>
                                    <p:set>
                                      <p:cBhvr>
                                        <p:cTn id="11" dur="1" fill="hold">
                                          <p:stCondLst>
                                            <p:cond delay="0"/>
                                          </p:stCondLst>
                                        </p:cTn>
                                        <p:tgtEl>
                                          <p:spTgt spid="9"/>
                                        </p:tgtEl>
                                        <p:attrNameLst>
                                          <p:attrName>style.visibility</p:attrName>
                                        </p:attrNameLst>
                                      </p:cBhvr>
                                      <p:to>
                                        <p:strVal val="visible"/>
                                      </p:to>
                                    </p:set>
                                    <p:animEffect transition="in" filter="fade">
                                      <p:cBhvr>
                                        <p:cTn id="12" dur="500"/>
                                        <p:tgtEl>
                                          <p:spTgt spid="9"/>
                                        </p:tgtEl>
                                      </p:cBhvr>
                                    </p:animEffect>
                                  </p:childTnLst>
                                </p:cTn>
                              </p:par>
                            </p:childTnLst>
                          </p:cTn>
                        </p:par>
                      </p:childTnLst>
                    </p:cTn>
                  </p:par>
                  <p:par>
                    <p:cTn id="13" fill="hold">
                      <p:stCondLst>
                        <p:cond delay="indefinite"/>
                      </p:stCondLst>
                      <p:childTnLst>
                        <p:par>
                          <p:cTn id="14" fill="hold">
                            <p:stCondLst>
                              <p:cond delay="0"/>
                            </p:stCondLst>
                            <p:childTnLst>
                              <p:par>
                                <p:cTn id="15" presetID="10" presetClass="entr" presetSubtype="0" fill="hold" nodeType="clickEffect">
                                  <p:stCondLst>
                                    <p:cond delay="0"/>
                                  </p:stCondLst>
                                  <p:childTnLst>
                                    <p:set>
                                      <p:cBhvr>
                                        <p:cTn id="16" dur="1" fill="hold">
                                          <p:stCondLst>
                                            <p:cond delay="0"/>
                                          </p:stCondLst>
                                        </p:cTn>
                                        <p:tgtEl>
                                          <p:spTgt spid="502789"/>
                                        </p:tgtEl>
                                        <p:attrNameLst>
                                          <p:attrName>style.visibility</p:attrName>
                                        </p:attrNameLst>
                                      </p:cBhvr>
                                      <p:to>
                                        <p:strVal val="visible"/>
                                      </p:to>
                                    </p:set>
                                    <p:animEffect transition="in" filter="fade">
                                      <p:cBhvr>
                                        <p:cTn id="17" dur="500"/>
                                        <p:tgtEl>
                                          <p:spTgt spid="502789"/>
                                        </p:tgtEl>
                                      </p:cBhvr>
                                    </p:animEffect>
                                  </p:childTnLst>
                                </p:cTn>
                              </p:par>
                              <p:par>
                                <p:cTn id="18" presetID="10" presetClass="exit" presetSubtype="0" fill="hold" grpId="1" nodeType="withEffect">
                                  <p:stCondLst>
                                    <p:cond delay="0"/>
                                  </p:stCondLst>
                                  <p:childTnLst>
                                    <p:animEffect transition="out" filter="fade">
                                      <p:cBhvr>
                                        <p:cTn id="19" dur="500"/>
                                        <p:tgtEl>
                                          <p:spTgt spid="9"/>
                                        </p:tgtEl>
                                      </p:cBhvr>
                                    </p:animEffect>
                                    <p:set>
                                      <p:cBhvr>
                                        <p:cTn id="20" dur="1" fill="hold">
                                          <p:stCondLst>
                                            <p:cond delay="499"/>
                                          </p:stCondLst>
                                        </p:cTn>
                                        <p:tgtEl>
                                          <p:spTgt spid="9"/>
                                        </p:tgtEl>
                                        <p:attrNameLst>
                                          <p:attrName>style.visibility</p:attrName>
                                        </p:attrNameLst>
                                      </p:cBhvr>
                                      <p:to>
                                        <p:strVal val="hidden"/>
                                      </p:to>
                                    </p:set>
                                  </p:childTnLst>
                                </p:cTn>
                              </p:par>
                            </p:childTnLst>
                          </p:cTn>
                        </p:par>
                      </p:childTnLst>
                    </p:cTn>
                  </p:par>
                  <p:par>
                    <p:cTn id="21" fill="hold">
                      <p:stCondLst>
                        <p:cond delay="indefinite"/>
                      </p:stCondLst>
                      <p:childTnLst>
                        <p:par>
                          <p:cTn id="22" fill="hold">
                            <p:stCondLst>
                              <p:cond delay="0"/>
                            </p:stCondLst>
                            <p:childTnLst>
                              <p:par>
                                <p:cTn id="23" presetID="10" presetClass="entr" presetSubtype="0" fill="hold" nodeType="clickEffect">
                                  <p:stCondLst>
                                    <p:cond delay="0"/>
                                  </p:stCondLst>
                                  <p:childTnLst>
                                    <p:set>
                                      <p:cBhvr>
                                        <p:cTn id="24" dur="1" fill="hold">
                                          <p:stCondLst>
                                            <p:cond delay="0"/>
                                          </p:stCondLst>
                                        </p:cTn>
                                        <p:tgtEl>
                                          <p:spTgt spid="502787">
                                            <p:txEl>
                                              <p:pRg st="1" end="1"/>
                                            </p:txEl>
                                          </p:spTgt>
                                        </p:tgtEl>
                                        <p:attrNameLst>
                                          <p:attrName>style.visibility</p:attrName>
                                        </p:attrNameLst>
                                      </p:cBhvr>
                                      <p:to>
                                        <p:strVal val="visible"/>
                                      </p:to>
                                    </p:set>
                                    <p:animEffect transition="in" filter="fade">
                                      <p:cBhvr>
                                        <p:cTn id="25" dur="500"/>
                                        <p:tgtEl>
                                          <p:spTgt spid="502787">
                                            <p:txEl>
                                              <p:pRg st="1" end="1"/>
                                            </p:txEl>
                                          </p:spTgt>
                                        </p:tgtEl>
                                      </p:cBhvr>
                                    </p:animEffect>
                                  </p:childTnLst>
                                </p:cTn>
                              </p:par>
                            </p:childTnLst>
                          </p:cTn>
                        </p:par>
                        <p:par>
                          <p:cTn id="26" fill="hold">
                            <p:stCondLst>
                              <p:cond delay="500"/>
                            </p:stCondLst>
                            <p:childTnLst>
                              <p:par>
                                <p:cTn id="27" presetID="10" presetClass="entr" presetSubtype="0" fill="hold" grpId="0" nodeType="afterEffect">
                                  <p:stCondLst>
                                    <p:cond delay="0"/>
                                  </p:stCondLst>
                                  <p:childTnLst>
                                    <p:set>
                                      <p:cBhvr>
                                        <p:cTn id="28" dur="1" fill="hold">
                                          <p:stCondLst>
                                            <p:cond delay="0"/>
                                          </p:stCondLst>
                                        </p:cTn>
                                        <p:tgtEl>
                                          <p:spTgt spid="8"/>
                                        </p:tgtEl>
                                        <p:attrNameLst>
                                          <p:attrName>style.visibility</p:attrName>
                                        </p:attrNameLst>
                                      </p:cBhvr>
                                      <p:to>
                                        <p:strVal val="visible"/>
                                      </p:to>
                                    </p:set>
                                    <p:animEffect transition="in" filter="fade">
                                      <p:cBhvr>
                                        <p:cTn id="29" dur="500"/>
                                        <p:tgtEl>
                                          <p:spTgt spid="8"/>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02788" grpId="0" animBg="1"/>
      <p:bldP spid="8" grpId="0" animBg="1"/>
      <p:bldP spid="9" grpId="0" animBg="1"/>
      <p:bldP spid="9" grpId="1" animBg="1"/>
    </p:bld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04835" name="Rectangle 3"/>
          <p:cNvSpPr>
            <a:spLocks noGrp="1" noChangeArrowheads="1"/>
          </p:cNvSpPr>
          <p:nvPr>
            <p:ph idx="1"/>
          </p:nvPr>
        </p:nvSpPr>
        <p:spPr>
          <a:xfrm>
            <a:off x="150812" y="974726"/>
            <a:ext cx="11542799" cy="5062071"/>
          </a:xfrm>
        </p:spPr>
        <p:txBody>
          <a:bodyPr>
            <a:normAutofit/>
          </a:bodyPr>
          <a:lstStyle/>
          <a:p>
            <a:pPr>
              <a:lnSpc>
                <a:spcPct val="100000"/>
              </a:lnSpc>
            </a:pPr>
            <a:r>
              <a:rPr lang="en-US" sz="2800" dirty="0">
                <a:latin typeface="Segoe UI" panose="020B0502040204020203" pitchFamily="34" charset="0"/>
                <a:cs typeface="Segoe UI" panose="020B0502040204020203" pitchFamily="34" charset="0"/>
              </a:rPr>
              <a:t>You can concatenate column names or strings using the </a:t>
            </a:r>
            <a:r>
              <a:rPr lang="en-US" sz="2800" b="1" dirty="0">
                <a:solidFill>
                  <a:schemeClr val="accent1"/>
                </a:solidFill>
                <a:latin typeface="Segoe UI" panose="020B0502040204020203" pitchFamily="34" charset="0"/>
                <a:cs typeface="Segoe UI" panose="020B0502040204020203" pitchFamily="34" charset="0"/>
              </a:rPr>
              <a:t>+</a:t>
            </a:r>
            <a:r>
              <a:rPr lang="en-US" sz="2800" dirty="0">
                <a:latin typeface="Segoe UI" panose="020B0502040204020203" pitchFamily="34" charset="0"/>
                <a:cs typeface="Segoe UI" panose="020B0502040204020203" pitchFamily="34" charset="0"/>
              </a:rPr>
              <a:t> operator</a:t>
            </a:r>
          </a:p>
          <a:p>
            <a:pPr lvl="1">
              <a:lnSpc>
                <a:spcPct val="100000"/>
              </a:lnSpc>
            </a:pPr>
            <a:r>
              <a:rPr lang="en-US" sz="2800" dirty="0">
                <a:latin typeface="Segoe UI" panose="020B0502040204020203" pitchFamily="34" charset="0"/>
                <a:cs typeface="Segoe UI" panose="020B0502040204020203" pitchFamily="34" charset="0"/>
              </a:rPr>
              <a:t>String literals are enclosed in </a:t>
            </a:r>
            <a:r>
              <a:rPr lang="en-US" sz="2800" dirty="0">
                <a:solidFill>
                  <a:schemeClr val="accent1"/>
                </a:solidFill>
                <a:latin typeface="Segoe UI" panose="020B0502040204020203" pitchFamily="34" charset="0"/>
                <a:cs typeface="Segoe UI" panose="020B0502040204020203" pitchFamily="34" charset="0"/>
              </a:rPr>
              <a:t>single quotes</a:t>
            </a:r>
          </a:p>
          <a:p>
            <a:pPr lvl="1">
              <a:lnSpc>
                <a:spcPct val="100000"/>
              </a:lnSpc>
            </a:pPr>
            <a:r>
              <a:rPr lang="en-US" sz="2800" dirty="0">
                <a:latin typeface="Segoe UI" panose="020B0502040204020203" pitchFamily="34" charset="0"/>
                <a:cs typeface="Segoe UI" panose="020B0502040204020203" pitchFamily="34" charset="0"/>
              </a:rPr>
              <a:t>Table and column names containing special symbols use </a:t>
            </a:r>
            <a:r>
              <a:rPr lang="en-US" sz="2800" dirty="0">
                <a:solidFill>
                  <a:schemeClr val="accent1"/>
                </a:solidFill>
                <a:latin typeface="Segoe UI" panose="020B0502040204020203" pitchFamily="34" charset="0"/>
                <a:cs typeface="Segoe UI" panose="020B0502040204020203" pitchFamily="34" charset="0"/>
              </a:rPr>
              <a:t>brackets</a:t>
            </a:r>
          </a:p>
        </p:txBody>
      </p:sp>
      <p:sp>
        <p:nvSpPr>
          <p:cNvPr id="504836" name="Rectangle 4"/>
          <p:cNvSpPr>
            <a:spLocks noChangeArrowheads="1"/>
          </p:cNvSpPr>
          <p:nvPr/>
        </p:nvSpPr>
        <p:spPr bwMode="auto">
          <a:xfrm>
            <a:off x="1330411" y="2760197"/>
            <a:ext cx="9299576" cy="1292662"/>
          </a:xfrm>
          <a:prstGeom prst="rect">
            <a:avLst/>
          </a:prstGeom>
          <a:solidFill>
            <a:srgbClr val="D9D5C7">
              <a:alpha val="20000"/>
            </a:srgbClr>
          </a:solidFill>
          <a:ln w="12700">
            <a:solidFill>
              <a:schemeClr val="accent5">
                <a:lumMod val="60000"/>
                <a:lumOff val="40000"/>
              </a:schemeClr>
            </a:solidFill>
          </a:ln>
        </p:spPr>
        <p:txBody>
          <a:bodyPr wrap="square">
            <a:spAutoFit/>
          </a:bodyPr>
          <a:lstStyle/>
          <a:p>
            <a:pPr eaLnBrk="0" hangingPunct="0">
              <a:buClr>
                <a:schemeClr val="accent5">
                  <a:lumMod val="40000"/>
                  <a:lumOff val="60000"/>
                </a:schemeClr>
              </a:buClr>
              <a:buSzPct val="70000"/>
            </a:pPr>
            <a:r>
              <a:rPr lang="en-US" sz="2600" b="1" noProof="1">
                <a:solidFill>
                  <a:schemeClr val="accent2">
                    <a:lumMod val="75000"/>
                  </a:schemeClr>
                </a:solidFill>
                <a:latin typeface="Consolas" pitchFamily="49" charset="0"/>
                <a:cs typeface="Consolas" pitchFamily="49" charset="0"/>
              </a:rPr>
              <a:t>SELECT FirstName </a:t>
            </a:r>
            <a:r>
              <a:rPr lang="en-US" sz="2600" b="1" noProof="1">
                <a:solidFill>
                  <a:schemeClr val="accent1"/>
                </a:solidFill>
                <a:latin typeface="Consolas" pitchFamily="49" charset="0"/>
                <a:cs typeface="Consolas" pitchFamily="49" charset="0"/>
              </a:rPr>
              <a:t>+</a:t>
            </a:r>
            <a:r>
              <a:rPr lang="en-US" sz="2600" b="1" noProof="1">
                <a:solidFill>
                  <a:srgbClr val="FBEEDC"/>
                </a:solidFill>
                <a:latin typeface="Consolas" pitchFamily="49" charset="0"/>
                <a:cs typeface="Consolas" pitchFamily="49" charset="0"/>
              </a:rPr>
              <a:t> </a:t>
            </a:r>
            <a:r>
              <a:rPr lang="en-US" sz="2600" b="1" noProof="1">
                <a:solidFill>
                  <a:schemeClr val="accent1"/>
                </a:solidFill>
                <a:latin typeface="Consolas" pitchFamily="49" charset="0"/>
                <a:cs typeface="Consolas" pitchFamily="49" charset="0"/>
              </a:rPr>
              <a:t>' '</a:t>
            </a:r>
            <a:r>
              <a:rPr lang="en-US" sz="2600" b="1" noProof="1">
                <a:solidFill>
                  <a:srgbClr val="FBEEDC"/>
                </a:solidFill>
                <a:latin typeface="Consolas" pitchFamily="49" charset="0"/>
                <a:cs typeface="Consolas" pitchFamily="49" charset="0"/>
              </a:rPr>
              <a:t> </a:t>
            </a:r>
            <a:r>
              <a:rPr lang="en-US" sz="2600" b="1" noProof="1">
                <a:solidFill>
                  <a:schemeClr val="accent1"/>
                </a:solidFill>
                <a:latin typeface="Consolas" pitchFamily="49" charset="0"/>
                <a:cs typeface="Consolas" pitchFamily="49" charset="0"/>
              </a:rPr>
              <a:t>+</a:t>
            </a:r>
            <a:r>
              <a:rPr lang="en-US" sz="2600" b="1" noProof="1">
                <a:solidFill>
                  <a:srgbClr val="FBEEDC"/>
                </a:solidFill>
                <a:latin typeface="Consolas" pitchFamily="49" charset="0"/>
                <a:cs typeface="Consolas" pitchFamily="49" charset="0"/>
              </a:rPr>
              <a:t> </a:t>
            </a:r>
            <a:r>
              <a:rPr lang="en-US" sz="2600" b="1" noProof="1">
                <a:solidFill>
                  <a:schemeClr val="accent2">
                    <a:lumMod val="75000"/>
                  </a:schemeClr>
                </a:solidFill>
                <a:latin typeface="Consolas" pitchFamily="49" charset="0"/>
                <a:cs typeface="Consolas" pitchFamily="49" charset="0"/>
              </a:rPr>
              <a:t>LastName AS </a:t>
            </a:r>
            <a:r>
              <a:rPr lang="en-US" sz="2600" b="1" noProof="1">
                <a:solidFill>
                  <a:schemeClr val="accent1"/>
                </a:solidFill>
                <a:latin typeface="Consolas" pitchFamily="49" charset="0"/>
                <a:cs typeface="Consolas" pitchFamily="49" charset="0"/>
              </a:rPr>
              <a:t>[</a:t>
            </a:r>
            <a:r>
              <a:rPr lang="en-US" sz="2600" b="1" noProof="1">
                <a:solidFill>
                  <a:schemeClr val="accent2">
                    <a:lumMod val="75000"/>
                  </a:schemeClr>
                </a:solidFill>
                <a:latin typeface="Consolas" pitchFamily="49" charset="0"/>
                <a:cs typeface="Consolas" pitchFamily="49" charset="0"/>
              </a:rPr>
              <a:t>Full Name</a:t>
            </a:r>
            <a:r>
              <a:rPr lang="en-US" sz="2600" b="1" noProof="1">
                <a:solidFill>
                  <a:schemeClr val="accent1"/>
                </a:solidFill>
                <a:latin typeface="Consolas" pitchFamily="49" charset="0"/>
                <a:cs typeface="Consolas" pitchFamily="49" charset="0"/>
              </a:rPr>
              <a:t>]</a:t>
            </a:r>
            <a:r>
              <a:rPr lang="en-US" sz="2600" b="1" noProof="1">
                <a:solidFill>
                  <a:schemeClr val="accent2">
                    <a:lumMod val="75000"/>
                  </a:schemeClr>
                </a:solidFill>
                <a:latin typeface="Consolas" pitchFamily="49" charset="0"/>
                <a:cs typeface="Consolas" pitchFamily="49" charset="0"/>
              </a:rPr>
              <a:t>,</a:t>
            </a:r>
          </a:p>
          <a:p>
            <a:pPr eaLnBrk="0" hangingPunct="0">
              <a:buClr>
                <a:schemeClr val="accent5">
                  <a:lumMod val="40000"/>
                  <a:lumOff val="60000"/>
                </a:schemeClr>
              </a:buClr>
              <a:buSzPct val="70000"/>
            </a:pPr>
            <a:r>
              <a:rPr lang="en-US" sz="2600" b="1" noProof="1">
                <a:solidFill>
                  <a:schemeClr val="accent2">
                    <a:lumMod val="75000"/>
                  </a:schemeClr>
                </a:solidFill>
                <a:latin typeface="Consolas" pitchFamily="49" charset="0"/>
                <a:cs typeface="Consolas" pitchFamily="49" charset="0"/>
              </a:rPr>
              <a:t>       EmployeeID AS </a:t>
            </a:r>
            <a:r>
              <a:rPr lang="en-US" sz="2600" b="1" noProof="1">
                <a:solidFill>
                  <a:schemeClr val="accent1"/>
                </a:solidFill>
                <a:latin typeface="Consolas" pitchFamily="49" charset="0"/>
                <a:cs typeface="Consolas" pitchFamily="49" charset="0"/>
              </a:rPr>
              <a:t>[</a:t>
            </a:r>
            <a:r>
              <a:rPr lang="en-US" sz="2600" b="1" noProof="1">
                <a:solidFill>
                  <a:schemeClr val="accent2">
                    <a:lumMod val="75000"/>
                  </a:schemeClr>
                </a:solidFill>
                <a:latin typeface="Consolas" pitchFamily="49" charset="0"/>
                <a:cs typeface="Consolas" pitchFamily="49" charset="0"/>
              </a:rPr>
              <a:t>No.</a:t>
            </a:r>
            <a:r>
              <a:rPr lang="en-US" sz="2600" b="1" noProof="1">
                <a:solidFill>
                  <a:schemeClr val="accent1"/>
                </a:solidFill>
                <a:latin typeface="Consolas" pitchFamily="49" charset="0"/>
                <a:cs typeface="Consolas" pitchFamily="49" charset="0"/>
              </a:rPr>
              <a:t>]</a:t>
            </a:r>
            <a:endParaRPr lang="en-US" sz="2600" b="1" noProof="1">
              <a:solidFill>
                <a:srgbClr val="FBEEDC"/>
              </a:solidFill>
              <a:latin typeface="Consolas" pitchFamily="49" charset="0"/>
              <a:cs typeface="Consolas" pitchFamily="49" charset="0"/>
            </a:endParaRPr>
          </a:p>
          <a:p>
            <a:pPr eaLnBrk="0" hangingPunct="0">
              <a:buClr>
                <a:schemeClr val="accent5">
                  <a:lumMod val="40000"/>
                  <a:lumOff val="60000"/>
                </a:schemeClr>
              </a:buClr>
              <a:buSzPct val="70000"/>
            </a:pPr>
            <a:r>
              <a:rPr lang="en-US" sz="2600" b="1" noProof="1">
                <a:solidFill>
                  <a:srgbClr val="FBEEDC"/>
                </a:solidFill>
                <a:latin typeface="Consolas" pitchFamily="49" charset="0"/>
                <a:cs typeface="Consolas" pitchFamily="49" charset="0"/>
              </a:rPr>
              <a:t>  </a:t>
            </a:r>
            <a:r>
              <a:rPr lang="en-US" sz="2600" b="1" noProof="1">
                <a:solidFill>
                  <a:schemeClr val="accent2">
                    <a:lumMod val="75000"/>
                  </a:schemeClr>
                </a:solidFill>
                <a:latin typeface="Consolas" pitchFamily="49" charset="0"/>
                <a:cs typeface="Consolas" pitchFamily="49" charset="0"/>
              </a:rPr>
              <a:t>FROM Employees</a:t>
            </a:r>
          </a:p>
        </p:txBody>
      </p:sp>
      <p:graphicFrame>
        <p:nvGraphicFramePr>
          <p:cNvPr id="504837" name="Group 5"/>
          <p:cNvGraphicFramePr>
            <a:graphicFrameLocks noGrp="1"/>
          </p:cNvGraphicFramePr>
          <p:nvPr>
            <p:extLst>
              <p:ext uri="{D42A27DB-BD31-4B8C-83A1-F6EECF244321}">
                <p14:modId xmlns:p14="http://schemas.microsoft.com/office/powerpoint/2010/main" val="104628076"/>
              </p:ext>
            </p:extLst>
          </p:nvPr>
        </p:nvGraphicFramePr>
        <p:xfrm>
          <a:off x="3084599" y="4360397"/>
          <a:ext cx="5791200" cy="1784604"/>
        </p:xfrm>
        <a:graphic>
          <a:graphicData uri="http://schemas.openxmlformats.org/drawingml/2006/table">
            <a:tbl>
              <a:tblPr>
                <a:tableStyleId>{8A107856-5554-42FB-B03E-39F5DBC370BA}</a:tableStyleId>
              </a:tblPr>
              <a:tblGrid>
                <a:gridCol w="3201988">
                  <a:extLst>
                    <a:ext uri="{9D8B030D-6E8A-4147-A177-3AD203B41FA5}">
                      <a16:colId xmlns:a16="http://schemas.microsoft.com/office/drawing/2014/main" val="20000"/>
                    </a:ext>
                  </a:extLst>
                </a:gridCol>
                <a:gridCol w="2589212">
                  <a:extLst>
                    <a:ext uri="{9D8B030D-6E8A-4147-A177-3AD203B41FA5}">
                      <a16:colId xmlns:a16="http://schemas.microsoft.com/office/drawing/2014/main" val="20001"/>
                    </a:ext>
                  </a:extLst>
                </a:gridCol>
              </a:tblGrid>
              <a:tr h="467868">
                <a:tc>
                  <a:txBody>
                    <a:bodyPr/>
                    <a:lstStyle/>
                    <a:p>
                      <a:pPr marL="0" marR="0" lvl="0" indent="0" algn="l" defTabSz="914400" rtl="0" eaLnBrk="0" fontAlgn="base" latinLnBrk="0" hangingPunct="0">
                        <a:lnSpc>
                          <a:spcPct val="95000"/>
                        </a:lnSpc>
                        <a:spcBef>
                          <a:spcPct val="40000"/>
                        </a:spcBef>
                        <a:spcAft>
                          <a:spcPct val="0"/>
                        </a:spcAft>
                        <a:buClr>
                          <a:schemeClr val="tx1"/>
                        </a:buClr>
                        <a:buSzTx/>
                        <a:buFontTx/>
                        <a:buNone/>
                        <a:tabLst/>
                      </a:pPr>
                      <a:r>
                        <a:rPr kumimoji="1" lang="en-US" sz="2600" u="none" strike="noStrike" cap="none" normalizeH="0" baseline="0" noProof="1">
                          <a:ln>
                            <a:noFill/>
                          </a:ln>
                          <a:effectLst/>
                        </a:rPr>
                        <a:t>Full</a:t>
                      </a:r>
                      <a:r>
                        <a:rPr kumimoji="1" lang="en-US" sz="2600" u="none" strike="noStrike" cap="none" normalizeH="0" baseline="0" dirty="0">
                          <a:ln>
                            <a:noFill/>
                          </a:ln>
                          <a:effectLst/>
                        </a:rPr>
                        <a:t> </a:t>
                      </a:r>
                      <a:r>
                        <a:rPr kumimoji="1" lang="en-US" sz="2600" u="none" strike="noStrike" cap="none" normalizeH="0" baseline="0" noProof="1">
                          <a:ln>
                            <a:noFill/>
                          </a:ln>
                          <a:effectLst/>
                        </a:rPr>
                        <a:t>Name</a:t>
                      </a:r>
                      <a:endParaRPr kumimoji="1" lang="en-US" sz="2600" b="1" i="0" u="none" strike="noStrike" cap="none" normalizeH="0" baseline="0" noProof="1">
                        <a:ln>
                          <a:noFill/>
                        </a:ln>
                        <a:solidFill>
                          <a:srgbClr val="EBFFD2"/>
                        </a:solidFill>
                        <a:effectLst/>
                        <a:latin typeface="+mn-lt"/>
                      </a:endParaRPr>
                    </a:p>
                  </a:txBody>
                  <a:tcPr horzOverflow="overflow"/>
                </a:tc>
                <a:tc>
                  <a:txBody>
                    <a:bodyPr/>
                    <a:lstStyle/>
                    <a:p>
                      <a:pPr marL="0" marR="0" lvl="0" indent="0" algn="l" defTabSz="914400" rtl="0" eaLnBrk="0" fontAlgn="base" latinLnBrk="0" hangingPunct="0">
                        <a:lnSpc>
                          <a:spcPct val="95000"/>
                        </a:lnSpc>
                        <a:spcBef>
                          <a:spcPct val="40000"/>
                        </a:spcBef>
                        <a:spcAft>
                          <a:spcPct val="0"/>
                        </a:spcAft>
                        <a:buClr>
                          <a:schemeClr val="tx1"/>
                        </a:buClr>
                        <a:buSzTx/>
                        <a:buFontTx/>
                        <a:buNone/>
                        <a:tabLst/>
                      </a:pPr>
                      <a:r>
                        <a:rPr kumimoji="1" lang="en-US" sz="2600" u="none" strike="noStrike" cap="none" normalizeH="0" baseline="0" dirty="0">
                          <a:ln>
                            <a:noFill/>
                          </a:ln>
                          <a:effectLst/>
                        </a:rPr>
                        <a:t>No.</a:t>
                      </a:r>
                      <a:endParaRPr kumimoji="1" lang="en-US" sz="2600" b="1" i="0" u="none" strike="noStrike" cap="none" normalizeH="0" baseline="0" noProof="1">
                        <a:ln>
                          <a:noFill/>
                        </a:ln>
                        <a:solidFill>
                          <a:srgbClr val="EBFFD2"/>
                        </a:solidFill>
                        <a:effectLst/>
                        <a:latin typeface="+mn-lt"/>
                      </a:endParaRPr>
                    </a:p>
                  </a:txBody>
                  <a:tcPr horzOverflow="overflow"/>
                </a:tc>
                <a:extLst>
                  <a:ext uri="{0D108BD9-81ED-4DB2-BD59-A6C34878D82A}">
                    <a16:rowId xmlns:a16="http://schemas.microsoft.com/office/drawing/2014/main" val="10000"/>
                  </a:ext>
                </a:extLst>
              </a:tr>
              <a:tr h="438912">
                <a:tc>
                  <a:txBody>
                    <a:bodyPr/>
                    <a:lstStyle/>
                    <a:p>
                      <a:pPr marL="0" marR="0" lvl="0" indent="0" algn="l" defTabSz="914400" rtl="0" eaLnBrk="0" fontAlgn="base" latinLnBrk="0" hangingPunct="0">
                        <a:lnSpc>
                          <a:spcPct val="95000"/>
                        </a:lnSpc>
                        <a:spcBef>
                          <a:spcPct val="40000"/>
                        </a:spcBef>
                        <a:spcAft>
                          <a:spcPct val="0"/>
                        </a:spcAft>
                        <a:buClr>
                          <a:schemeClr val="tx1"/>
                        </a:buClr>
                        <a:buSzTx/>
                        <a:buFontTx/>
                        <a:buNone/>
                        <a:tabLst/>
                      </a:pPr>
                      <a:r>
                        <a:rPr kumimoji="1" lang="en-US" sz="2400" u="none" strike="noStrike" cap="none" normalizeH="0" baseline="0">
                          <a:ln>
                            <a:noFill/>
                          </a:ln>
                          <a:effectLst/>
                        </a:rPr>
                        <a:t>Guy Gilbert</a:t>
                      </a:r>
                      <a:endParaRPr kumimoji="1" lang="en-US" sz="2400" b="1" i="0" u="none" strike="noStrike" cap="none" normalizeH="0" baseline="0">
                        <a:ln>
                          <a:noFill/>
                        </a:ln>
                        <a:solidFill>
                          <a:srgbClr val="EBFFD2"/>
                        </a:solidFill>
                        <a:effectLst/>
                        <a:latin typeface="+mn-lt"/>
                      </a:endParaRPr>
                    </a:p>
                  </a:txBody>
                  <a:tcPr horzOverflow="overflow"/>
                </a:tc>
                <a:tc>
                  <a:txBody>
                    <a:bodyPr/>
                    <a:lstStyle/>
                    <a:p>
                      <a:pPr marL="0" marR="0" lvl="0" indent="0" algn="l" defTabSz="914400" rtl="0" eaLnBrk="0" fontAlgn="base" latinLnBrk="0" hangingPunct="0">
                        <a:lnSpc>
                          <a:spcPct val="95000"/>
                        </a:lnSpc>
                        <a:spcBef>
                          <a:spcPct val="40000"/>
                        </a:spcBef>
                        <a:spcAft>
                          <a:spcPct val="0"/>
                        </a:spcAft>
                        <a:buClr>
                          <a:schemeClr val="tx1"/>
                        </a:buClr>
                        <a:buSzTx/>
                        <a:buFontTx/>
                        <a:buNone/>
                        <a:tabLst/>
                      </a:pPr>
                      <a:r>
                        <a:rPr kumimoji="1" lang="bg-BG" sz="2400" u="none" strike="noStrike" cap="none" normalizeH="0" baseline="0">
                          <a:ln>
                            <a:noFill/>
                          </a:ln>
                          <a:effectLst/>
                        </a:rPr>
                        <a:t>1</a:t>
                      </a:r>
                      <a:endParaRPr kumimoji="1" lang="bg-BG" sz="2400" b="1" i="0" u="none" strike="noStrike" cap="none" normalizeH="0" baseline="0">
                        <a:ln>
                          <a:noFill/>
                        </a:ln>
                        <a:solidFill>
                          <a:srgbClr val="EBFFD2"/>
                        </a:solidFill>
                        <a:effectLst/>
                        <a:latin typeface="+mn-lt"/>
                      </a:endParaRPr>
                    </a:p>
                  </a:txBody>
                  <a:tcPr horzOverflow="overflow"/>
                </a:tc>
                <a:extLst>
                  <a:ext uri="{0D108BD9-81ED-4DB2-BD59-A6C34878D82A}">
                    <a16:rowId xmlns:a16="http://schemas.microsoft.com/office/drawing/2014/main" val="10001"/>
                  </a:ext>
                </a:extLst>
              </a:tr>
              <a:tr h="438912">
                <a:tc>
                  <a:txBody>
                    <a:bodyPr/>
                    <a:lstStyle/>
                    <a:p>
                      <a:pPr marL="0" marR="0" lvl="0" indent="0" algn="l" defTabSz="914400" rtl="0" eaLnBrk="0" fontAlgn="base" latinLnBrk="0" hangingPunct="0">
                        <a:lnSpc>
                          <a:spcPct val="95000"/>
                        </a:lnSpc>
                        <a:spcBef>
                          <a:spcPct val="40000"/>
                        </a:spcBef>
                        <a:spcAft>
                          <a:spcPct val="0"/>
                        </a:spcAft>
                        <a:buClr>
                          <a:schemeClr val="tx1"/>
                        </a:buClr>
                        <a:buSzTx/>
                        <a:buFontTx/>
                        <a:buNone/>
                        <a:tabLst/>
                      </a:pPr>
                      <a:r>
                        <a:rPr kumimoji="1" lang="en-US" sz="2400" u="none" strike="noStrike" cap="none" normalizeH="0" baseline="0">
                          <a:ln>
                            <a:noFill/>
                          </a:ln>
                          <a:effectLst/>
                        </a:rPr>
                        <a:t>Kevin Brown</a:t>
                      </a:r>
                      <a:endParaRPr kumimoji="1" lang="en-US" sz="2400" b="1" i="0" u="none" strike="noStrike" cap="none" normalizeH="0" baseline="0">
                        <a:ln>
                          <a:noFill/>
                        </a:ln>
                        <a:solidFill>
                          <a:srgbClr val="EBFFD2"/>
                        </a:solidFill>
                        <a:effectLst/>
                        <a:latin typeface="+mn-lt"/>
                      </a:endParaRPr>
                    </a:p>
                  </a:txBody>
                  <a:tcPr horzOverflow="overflow"/>
                </a:tc>
                <a:tc>
                  <a:txBody>
                    <a:bodyPr/>
                    <a:lstStyle/>
                    <a:p>
                      <a:pPr marL="0" marR="0" lvl="0" indent="0" algn="l" defTabSz="914400" rtl="0" eaLnBrk="0" fontAlgn="base" latinLnBrk="0" hangingPunct="0">
                        <a:lnSpc>
                          <a:spcPct val="95000"/>
                        </a:lnSpc>
                        <a:spcBef>
                          <a:spcPct val="40000"/>
                        </a:spcBef>
                        <a:spcAft>
                          <a:spcPct val="0"/>
                        </a:spcAft>
                        <a:buClr>
                          <a:schemeClr val="tx1"/>
                        </a:buClr>
                        <a:buSzTx/>
                        <a:buFontTx/>
                        <a:buNone/>
                        <a:tabLst/>
                      </a:pPr>
                      <a:r>
                        <a:rPr kumimoji="1" lang="bg-BG" sz="2400" u="none" strike="noStrike" cap="none" normalizeH="0" baseline="0">
                          <a:ln>
                            <a:noFill/>
                          </a:ln>
                          <a:effectLst/>
                        </a:rPr>
                        <a:t>2</a:t>
                      </a:r>
                      <a:endParaRPr kumimoji="1" lang="bg-BG" sz="2400" b="1" i="0" u="none" strike="noStrike" cap="none" normalizeH="0" baseline="0">
                        <a:ln>
                          <a:noFill/>
                        </a:ln>
                        <a:solidFill>
                          <a:srgbClr val="EBFFD2"/>
                        </a:solidFill>
                        <a:effectLst/>
                        <a:latin typeface="+mn-lt"/>
                      </a:endParaRPr>
                    </a:p>
                  </a:txBody>
                  <a:tcPr horzOverflow="overflow"/>
                </a:tc>
                <a:extLst>
                  <a:ext uri="{0D108BD9-81ED-4DB2-BD59-A6C34878D82A}">
                    <a16:rowId xmlns:a16="http://schemas.microsoft.com/office/drawing/2014/main" val="10002"/>
                  </a:ext>
                </a:extLst>
              </a:tr>
              <a:tr h="438912">
                <a:tc>
                  <a:txBody>
                    <a:bodyPr/>
                    <a:lstStyle/>
                    <a:p>
                      <a:pPr marL="0" marR="0" lvl="0" indent="0" algn="l" defTabSz="914400" rtl="0" eaLnBrk="0" fontAlgn="base" latinLnBrk="0" hangingPunct="0">
                        <a:lnSpc>
                          <a:spcPct val="95000"/>
                        </a:lnSpc>
                        <a:spcBef>
                          <a:spcPct val="40000"/>
                        </a:spcBef>
                        <a:spcAft>
                          <a:spcPct val="0"/>
                        </a:spcAft>
                        <a:buClr>
                          <a:schemeClr val="tx1"/>
                        </a:buClr>
                        <a:buSzTx/>
                        <a:buFontTx/>
                        <a:buNone/>
                        <a:tabLst/>
                      </a:pPr>
                      <a:r>
                        <a:rPr kumimoji="1" lang="en-US" sz="2400" u="none" strike="noStrike" cap="none" normalizeH="0" baseline="0" noProof="1">
                          <a:ln>
                            <a:noFill/>
                          </a:ln>
                          <a:effectLst/>
                        </a:rPr>
                        <a:t>…</a:t>
                      </a:r>
                      <a:endParaRPr kumimoji="1" lang="en-US" sz="2400" b="1" i="0" u="none" strike="noStrike" cap="none" normalizeH="0" baseline="0" noProof="1">
                        <a:ln>
                          <a:noFill/>
                        </a:ln>
                        <a:solidFill>
                          <a:srgbClr val="EBFFD2"/>
                        </a:solidFill>
                        <a:effectLst/>
                        <a:latin typeface="+mn-lt"/>
                      </a:endParaRPr>
                    </a:p>
                  </a:txBody>
                  <a:tcPr horzOverflow="overflow"/>
                </a:tc>
                <a:tc>
                  <a:txBody>
                    <a:bodyPr/>
                    <a:lstStyle/>
                    <a:p>
                      <a:pPr marL="0" marR="0" lvl="0" indent="0" algn="l" defTabSz="914400" rtl="0" eaLnBrk="0" fontAlgn="base" latinLnBrk="0" hangingPunct="0">
                        <a:lnSpc>
                          <a:spcPct val="95000"/>
                        </a:lnSpc>
                        <a:spcBef>
                          <a:spcPct val="40000"/>
                        </a:spcBef>
                        <a:spcAft>
                          <a:spcPct val="0"/>
                        </a:spcAft>
                        <a:buClr>
                          <a:schemeClr val="tx1"/>
                        </a:buClr>
                        <a:buSzTx/>
                        <a:buFontTx/>
                        <a:buNone/>
                        <a:tabLst/>
                      </a:pPr>
                      <a:r>
                        <a:rPr kumimoji="1" lang="en-US" sz="2400" u="none" strike="noStrike" cap="none" normalizeH="0" baseline="0" dirty="0">
                          <a:ln>
                            <a:noFill/>
                          </a:ln>
                          <a:effectLst/>
                        </a:rPr>
                        <a:t>…</a:t>
                      </a:r>
                      <a:endParaRPr kumimoji="1" lang="bg-BG" sz="2400" b="1" i="0" u="none" strike="noStrike" cap="none" normalizeH="0" baseline="0" dirty="0">
                        <a:ln>
                          <a:noFill/>
                        </a:ln>
                        <a:solidFill>
                          <a:srgbClr val="EBFFD2"/>
                        </a:solidFill>
                        <a:effectLst/>
                        <a:latin typeface="+mn-lt"/>
                      </a:endParaRPr>
                    </a:p>
                  </a:txBody>
                  <a:tcPr horzOverflow="overflow"/>
                </a:tc>
                <a:extLst>
                  <a:ext uri="{0D108BD9-81ED-4DB2-BD59-A6C34878D82A}">
                    <a16:rowId xmlns:a16="http://schemas.microsoft.com/office/drawing/2014/main" val="10004"/>
                  </a:ext>
                </a:extLst>
              </a:tr>
            </a:tbl>
          </a:graphicData>
        </a:graphic>
      </p:graphicFrame>
      <p:sp>
        <p:nvSpPr>
          <p:cNvPr id="6" name="Rectangle 2">
            <a:extLst>
              <a:ext uri="{FF2B5EF4-FFF2-40B4-BE49-F238E27FC236}">
                <a16:creationId xmlns:a16="http://schemas.microsoft.com/office/drawing/2014/main" id="{DB60565D-831D-44A1-AF38-44A889E65799}"/>
              </a:ext>
            </a:extLst>
          </p:cNvPr>
          <p:cNvSpPr txBox="1">
            <a:spLocks noChangeArrowheads="1"/>
          </p:cNvSpPr>
          <p:nvPr/>
        </p:nvSpPr>
        <p:spPr>
          <a:xfrm>
            <a:off x="379412" y="381000"/>
            <a:ext cx="10512862" cy="593726"/>
          </a:xfrm>
          <a:prstGeom prst="rect">
            <a:avLst/>
          </a:prstGeom>
        </p:spPr>
        <p:txBody>
          <a:bodyPr vert="horz" lIns="91440" tIns="45720" rIns="91440" bIns="45720" rtlCol="0" anchor="ctr">
            <a:normAutofit fontScale="90000" lnSpcReduction="10000"/>
          </a:bodyPr>
          <a:lstStyle>
            <a:lvl1pPr algn="l" defTabSz="914126" rtl="0" eaLnBrk="1" latinLnBrk="0" hangingPunct="1">
              <a:lnSpc>
                <a:spcPct val="90000"/>
              </a:lnSpc>
              <a:spcBef>
                <a:spcPct val="0"/>
              </a:spcBef>
              <a:buNone/>
              <a:defRPr sz="4399" kern="1200">
                <a:solidFill>
                  <a:schemeClr val="tx1"/>
                </a:solidFill>
                <a:latin typeface="+mj-lt"/>
                <a:ea typeface="+mj-ea"/>
                <a:cs typeface="+mj-cs"/>
              </a:defRPr>
            </a:lvl1pPr>
          </a:lstStyle>
          <a:p>
            <a:r>
              <a:rPr lang="en-US" b="1" dirty="0">
                <a:solidFill>
                  <a:srgbClr val="FF5050"/>
                </a:solidFill>
                <a:latin typeface="Times New Roman" panose="02020603050405020304" pitchFamily="18" charset="0"/>
                <a:cs typeface="Times New Roman" panose="02020603050405020304" pitchFamily="18" charset="0"/>
              </a:rPr>
              <a:t>Concatenation Operator</a:t>
            </a:r>
            <a:endParaRPr lang="bg-BG" b="1" dirty="0">
              <a:solidFill>
                <a:srgbClr val="FF5050"/>
              </a:solidFill>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2600722926"/>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504835">
                                            <p:txEl>
                                              <p:pRg st="1" end="1"/>
                                            </p:txEl>
                                          </p:spTgt>
                                        </p:tgtEl>
                                        <p:attrNameLst>
                                          <p:attrName>style.visibility</p:attrName>
                                        </p:attrNameLst>
                                      </p:cBhvr>
                                      <p:to>
                                        <p:strVal val="visible"/>
                                      </p:to>
                                    </p:set>
                                    <p:animEffect transition="in" filter="fade">
                                      <p:cBhvr>
                                        <p:cTn id="7" dur="500"/>
                                        <p:tgtEl>
                                          <p:spTgt spid="504835">
                                            <p:txEl>
                                              <p:pRg st="1" end="1"/>
                                            </p:txEl>
                                          </p:spTgt>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nodeType="clickEffect">
                                  <p:stCondLst>
                                    <p:cond delay="0"/>
                                  </p:stCondLst>
                                  <p:childTnLst>
                                    <p:set>
                                      <p:cBhvr>
                                        <p:cTn id="11" dur="1" fill="hold">
                                          <p:stCondLst>
                                            <p:cond delay="0"/>
                                          </p:stCondLst>
                                        </p:cTn>
                                        <p:tgtEl>
                                          <p:spTgt spid="504835">
                                            <p:txEl>
                                              <p:pRg st="2" end="2"/>
                                            </p:txEl>
                                          </p:spTgt>
                                        </p:tgtEl>
                                        <p:attrNameLst>
                                          <p:attrName>style.visibility</p:attrName>
                                        </p:attrNameLst>
                                      </p:cBhvr>
                                      <p:to>
                                        <p:strVal val="visible"/>
                                      </p:to>
                                    </p:set>
                                    <p:animEffect transition="in" filter="fade">
                                      <p:cBhvr>
                                        <p:cTn id="12" dur="500"/>
                                        <p:tgtEl>
                                          <p:spTgt spid="504835">
                                            <p:txEl>
                                              <p:pRg st="2" end="2"/>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10" presetClass="entr" presetSubtype="0" fill="hold" grpId="0" nodeType="clickEffect">
                                  <p:stCondLst>
                                    <p:cond delay="0"/>
                                  </p:stCondLst>
                                  <p:childTnLst>
                                    <p:set>
                                      <p:cBhvr>
                                        <p:cTn id="16" dur="1" fill="hold">
                                          <p:stCondLst>
                                            <p:cond delay="0"/>
                                          </p:stCondLst>
                                        </p:cTn>
                                        <p:tgtEl>
                                          <p:spTgt spid="504836"/>
                                        </p:tgtEl>
                                        <p:attrNameLst>
                                          <p:attrName>style.visibility</p:attrName>
                                        </p:attrNameLst>
                                      </p:cBhvr>
                                      <p:to>
                                        <p:strVal val="visible"/>
                                      </p:to>
                                    </p:set>
                                    <p:animEffect transition="in" filter="fade">
                                      <p:cBhvr>
                                        <p:cTn id="17" dur="500"/>
                                        <p:tgtEl>
                                          <p:spTgt spid="504836"/>
                                        </p:tgtEl>
                                      </p:cBhvr>
                                    </p:animEffect>
                                  </p:childTnLst>
                                </p:cTn>
                              </p:par>
                            </p:childTnLst>
                          </p:cTn>
                        </p:par>
                      </p:childTnLst>
                    </p:cTn>
                  </p:par>
                  <p:par>
                    <p:cTn id="18" fill="hold">
                      <p:stCondLst>
                        <p:cond delay="indefinite"/>
                      </p:stCondLst>
                      <p:childTnLst>
                        <p:par>
                          <p:cTn id="19" fill="hold">
                            <p:stCondLst>
                              <p:cond delay="0"/>
                            </p:stCondLst>
                            <p:childTnLst>
                              <p:par>
                                <p:cTn id="20" presetID="10" presetClass="entr" presetSubtype="0" fill="hold" nodeType="clickEffect">
                                  <p:stCondLst>
                                    <p:cond delay="0"/>
                                  </p:stCondLst>
                                  <p:childTnLst>
                                    <p:set>
                                      <p:cBhvr>
                                        <p:cTn id="21" dur="1" fill="hold">
                                          <p:stCondLst>
                                            <p:cond delay="0"/>
                                          </p:stCondLst>
                                        </p:cTn>
                                        <p:tgtEl>
                                          <p:spTgt spid="504837"/>
                                        </p:tgtEl>
                                        <p:attrNameLst>
                                          <p:attrName>style.visibility</p:attrName>
                                        </p:attrNameLst>
                                      </p:cBhvr>
                                      <p:to>
                                        <p:strVal val="visible"/>
                                      </p:to>
                                    </p:set>
                                    <p:animEffect transition="in" filter="fade">
                                      <p:cBhvr>
                                        <p:cTn id="22" dur="500"/>
                                        <p:tgtEl>
                                          <p:spTgt spid="504837"/>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04836" grpId="0" animBg="1"/>
    </p:bldLst>
  </p:timing>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10979" name="Rectangle 3"/>
          <p:cNvSpPr>
            <a:spLocks noGrp="1" noChangeArrowheads="1"/>
          </p:cNvSpPr>
          <p:nvPr>
            <p:ph idx="1"/>
          </p:nvPr>
        </p:nvSpPr>
        <p:spPr>
          <a:xfrm>
            <a:off x="837981" y="1143000"/>
            <a:ext cx="10512862" cy="4351338"/>
          </a:xfrm>
        </p:spPr>
        <p:txBody>
          <a:bodyPr/>
          <a:lstStyle/>
          <a:p>
            <a:pPr>
              <a:spcBef>
                <a:spcPct val="25000"/>
              </a:spcBef>
            </a:pPr>
            <a:r>
              <a:rPr lang="en-US" dirty="0"/>
              <a:t>Use </a:t>
            </a:r>
            <a:r>
              <a:rPr lang="en-US" b="1" dirty="0">
                <a:solidFill>
                  <a:schemeClr val="accent1"/>
                </a:solidFill>
                <a:latin typeface="Consolas" panose="020B0609020204030204" pitchFamily="49" charset="0"/>
              </a:rPr>
              <a:t>DISTINCT</a:t>
            </a:r>
            <a:r>
              <a:rPr lang="en-US" dirty="0"/>
              <a:t> to eliminate duplicate results</a:t>
            </a:r>
          </a:p>
          <a:p>
            <a:pPr>
              <a:spcBef>
                <a:spcPts val="7800"/>
              </a:spcBef>
            </a:pPr>
            <a:r>
              <a:rPr lang="en-US" dirty="0"/>
              <a:t>You can filter rows by specific conditions using the </a:t>
            </a:r>
            <a:r>
              <a:rPr lang="en-US" b="1" dirty="0">
                <a:solidFill>
                  <a:schemeClr val="tx2">
                    <a:lumMod val="75000"/>
                  </a:schemeClr>
                </a:solidFill>
                <a:latin typeface="Consolas" pitchFamily="49" charset="0"/>
              </a:rPr>
              <a:t>WHERE</a:t>
            </a:r>
            <a:r>
              <a:rPr lang="en-US" dirty="0"/>
              <a:t> clause</a:t>
            </a:r>
          </a:p>
          <a:p>
            <a:pPr>
              <a:spcBef>
                <a:spcPts val="11400"/>
              </a:spcBef>
            </a:pPr>
            <a:r>
              <a:rPr lang="en-US" dirty="0"/>
              <a:t>Other </a:t>
            </a:r>
            <a:r>
              <a:rPr lang="en-US" dirty="0">
                <a:solidFill>
                  <a:schemeClr val="accent1"/>
                </a:solidFill>
              </a:rPr>
              <a:t>logical operators </a:t>
            </a:r>
            <a:r>
              <a:rPr lang="en-US" dirty="0"/>
              <a:t>can be used for greater control</a:t>
            </a:r>
          </a:p>
        </p:txBody>
      </p:sp>
      <p:sp>
        <p:nvSpPr>
          <p:cNvPr id="510980" name="Rectangle 4"/>
          <p:cNvSpPr>
            <a:spLocks noChangeArrowheads="1"/>
          </p:cNvSpPr>
          <p:nvPr/>
        </p:nvSpPr>
        <p:spPr bwMode="auto">
          <a:xfrm>
            <a:off x="2422411" y="3050773"/>
            <a:ext cx="7344000" cy="1292662"/>
          </a:xfrm>
          <a:prstGeom prst="rect">
            <a:avLst/>
          </a:prstGeom>
          <a:solidFill>
            <a:srgbClr val="D9D5C7">
              <a:alpha val="20000"/>
            </a:srgbClr>
          </a:solidFill>
          <a:ln w="12700">
            <a:solidFill>
              <a:schemeClr val="accent5">
                <a:lumMod val="60000"/>
                <a:lumOff val="40000"/>
              </a:schemeClr>
            </a:solidFill>
          </a:ln>
        </p:spPr>
        <p:txBody>
          <a:bodyPr wrap="square">
            <a:spAutoFit/>
          </a:bodyPr>
          <a:lstStyle/>
          <a:p>
            <a:pPr eaLnBrk="0" hangingPunct="0">
              <a:buClr>
                <a:schemeClr val="accent5">
                  <a:lumMod val="40000"/>
                  <a:lumOff val="60000"/>
                </a:schemeClr>
              </a:buClr>
              <a:buSzPct val="70000"/>
            </a:pPr>
            <a:r>
              <a:rPr lang="en-US" sz="2600" b="1" noProof="1">
                <a:solidFill>
                  <a:schemeClr val="accent2">
                    <a:lumMod val="75000"/>
                  </a:schemeClr>
                </a:solidFill>
                <a:latin typeface="Consolas" pitchFamily="49" charset="0"/>
                <a:cs typeface="Consolas" pitchFamily="49" charset="0"/>
              </a:rPr>
              <a:t>SELECT LastName, DepartmentID </a:t>
            </a:r>
          </a:p>
          <a:p>
            <a:pPr eaLnBrk="0" hangingPunct="0">
              <a:buClr>
                <a:schemeClr val="accent5">
                  <a:lumMod val="40000"/>
                  <a:lumOff val="60000"/>
                </a:schemeClr>
              </a:buClr>
              <a:buSzPct val="70000"/>
            </a:pPr>
            <a:r>
              <a:rPr lang="en-US" sz="2600" b="1" noProof="1">
                <a:solidFill>
                  <a:schemeClr val="accent2">
                    <a:lumMod val="75000"/>
                  </a:schemeClr>
                </a:solidFill>
                <a:latin typeface="Consolas" pitchFamily="49" charset="0"/>
                <a:cs typeface="Consolas" pitchFamily="49" charset="0"/>
              </a:rPr>
              <a:t>  FROM Employees </a:t>
            </a:r>
          </a:p>
          <a:p>
            <a:pPr eaLnBrk="0" hangingPunct="0">
              <a:buClr>
                <a:schemeClr val="accent5">
                  <a:lumMod val="40000"/>
                  <a:lumOff val="60000"/>
                </a:schemeClr>
              </a:buClr>
              <a:buSzPct val="70000"/>
            </a:pPr>
            <a:r>
              <a:rPr lang="en-US" sz="2600" b="1" noProof="1">
                <a:solidFill>
                  <a:srgbClr val="FBEEDC"/>
                </a:solidFill>
                <a:latin typeface="Consolas" pitchFamily="49" charset="0"/>
                <a:cs typeface="Consolas" pitchFamily="49" charset="0"/>
              </a:rPr>
              <a:t> </a:t>
            </a:r>
            <a:r>
              <a:rPr lang="en-US" sz="2600" b="1" noProof="1">
                <a:solidFill>
                  <a:schemeClr val="accent1"/>
                </a:solidFill>
                <a:latin typeface="Consolas" pitchFamily="49" charset="0"/>
                <a:cs typeface="Consolas" pitchFamily="49" charset="0"/>
              </a:rPr>
              <a:t>WHERE</a:t>
            </a:r>
            <a:r>
              <a:rPr lang="en-US" sz="2600" b="1" noProof="1">
                <a:solidFill>
                  <a:srgbClr val="FBEEDC"/>
                </a:solidFill>
                <a:latin typeface="Consolas" pitchFamily="49" charset="0"/>
                <a:cs typeface="Consolas" pitchFamily="49" charset="0"/>
              </a:rPr>
              <a:t> </a:t>
            </a:r>
            <a:r>
              <a:rPr lang="en-US" sz="2600" b="1" noProof="1">
                <a:solidFill>
                  <a:schemeClr val="accent2">
                    <a:lumMod val="75000"/>
                  </a:schemeClr>
                </a:solidFill>
                <a:latin typeface="Consolas" pitchFamily="49" charset="0"/>
                <a:cs typeface="Consolas" pitchFamily="49" charset="0"/>
              </a:rPr>
              <a:t>DepartmentID</a:t>
            </a:r>
            <a:r>
              <a:rPr lang="en-US" sz="2600" b="1" noProof="1">
                <a:solidFill>
                  <a:srgbClr val="FBEEDC"/>
                </a:solidFill>
                <a:latin typeface="Consolas" pitchFamily="49" charset="0"/>
                <a:cs typeface="Consolas" pitchFamily="49" charset="0"/>
              </a:rPr>
              <a:t> </a:t>
            </a:r>
            <a:r>
              <a:rPr lang="en-US" sz="2600" b="1" noProof="1">
                <a:solidFill>
                  <a:schemeClr val="accent1"/>
                </a:solidFill>
                <a:latin typeface="Consolas" pitchFamily="49" charset="0"/>
                <a:cs typeface="Consolas" pitchFamily="49" charset="0"/>
              </a:rPr>
              <a:t>=</a:t>
            </a:r>
            <a:r>
              <a:rPr lang="en-US" sz="2600" b="1" noProof="1">
                <a:solidFill>
                  <a:srgbClr val="FBEEDC"/>
                </a:solidFill>
                <a:latin typeface="Consolas" pitchFamily="49" charset="0"/>
                <a:cs typeface="Consolas" pitchFamily="49" charset="0"/>
              </a:rPr>
              <a:t> </a:t>
            </a:r>
            <a:r>
              <a:rPr lang="en-US" sz="2600" b="1" noProof="1">
                <a:solidFill>
                  <a:schemeClr val="accent2">
                    <a:lumMod val="75000"/>
                  </a:schemeClr>
                </a:solidFill>
                <a:latin typeface="Consolas" pitchFamily="49" charset="0"/>
                <a:cs typeface="Consolas" pitchFamily="49" charset="0"/>
              </a:rPr>
              <a:t>1</a:t>
            </a:r>
          </a:p>
        </p:txBody>
      </p:sp>
      <p:sp>
        <p:nvSpPr>
          <p:cNvPr id="511004" name="Rectangle 28"/>
          <p:cNvSpPr>
            <a:spLocks noChangeArrowheads="1"/>
          </p:cNvSpPr>
          <p:nvPr/>
        </p:nvSpPr>
        <p:spPr bwMode="auto">
          <a:xfrm>
            <a:off x="2422411" y="4974929"/>
            <a:ext cx="7344000" cy="892552"/>
          </a:xfrm>
          <a:prstGeom prst="rect">
            <a:avLst/>
          </a:prstGeom>
          <a:solidFill>
            <a:srgbClr val="D9D5C7">
              <a:alpha val="20000"/>
            </a:srgbClr>
          </a:solidFill>
          <a:ln w="12700">
            <a:solidFill>
              <a:schemeClr val="accent5">
                <a:lumMod val="60000"/>
                <a:lumOff val="40000"/>
              </a:schemeClr>
            </a:solidFill>
          </a:ln>
        </p:spPr>
        <p:txBody>
          <a:bodyPr wrap="square">
            <a:spAutoFit/>
          </a:bodyPr>
          <a:lstStyle/>
          <a:p>
            <a:pPr eaLnBrk="0" hangingPunct="0">
              <a:buClr>
                <a:schemeClr val="accent5">
                  <a:lumMod val="40000"/>
                  <a:lumOff val="60000"/>
                </a:schemeClr>
              </a:buClr>
              <a:buSzPct val="70000"/>
            </a:pPr>
            <a:r>
              <a:rPr lang="en-US" sz="2600" b="1" noProof="1">
                <a:solidFill>
                  <a:schemeClr val="accent2">
                    <a:lumMod val="75000"/>
                  </a:schemeClr>
                </a:solidFill>
                <a:latin typeface="Consolas" pitchFamily="49" charset="0"/>
                <a:cs typeface="Consolas" pitchFamily="49" charset="0"/>
              </a:rPr>
              <a:t>SELECT LastName, Salary FROM Employees</a:t>
            </a:r>
          </a:p>
          <a:p>
            <a:pPr eaLnBrk="0" hangingPunct="0">
              <a:buClr>
                <a:schemeClr val="accent5">
                  <a:lumMod val="40000"/>
                  <a:lumOff val="60000"/>
                </a:schemeClr>
              </a:buClr>
              <a:buSzPct val="70000"/>
            </a:pPr>
            <a:r>
              <a:rPr lang="en-US" sz="2600" b="1" noProof="1">
                <a:solidFill>
                  <a:srgbClr val="FBEEDC"/>
                </a:solidFill>
                <a:latin typeface="Consolas" pitchFamily="49" charset="0"/>
                <a:cs typeface="Consolas" pitchFamily="49" charset="0"/>
              </a:rPr>
              <a:t> </a:t>
            </a:r>
            <a:r>
              <a:rPr lang="en-US" sz="2600" b="1" noProof="1">
                <a:solidFill>
                  <a:schemeClr val="accent1"/>
                </a:solidFill>
                <a:latin typeface="Consolas" pitchFamily="49" charset="0"/>
                <a:cs typeface="Consolas" pitchFamily="49" charset="0"/>
              </a:rPr>
              <a:t>WHERE</a:t>
            </a:r>
            <a:r>
              <a:rPr lang="en-US" sz="2600" b="1" noProof="1">
                <a:solidFill>
                  <a:srgbClr val="FBEEDC"/>
                </a:solidFill>
                <a:latin typeface="Consolas" pitchFamily="49" charset="0"/>
                <a:cs typeface="Consolas" pitchFamily="49" charset="0"/>
              </a:rPr>
              <a:t> </a:t>
            </a:r>
            <a:r>
              <a:rPr lang="en-US" sz="2600" b="1" noProof="1">
                <a:solidFill>
                  <a:schemeClr val="accent2">
                    <a:lumMod val="75000"/>
                  </a:schemeClr>
                </a:solidFill>
                <a:latin typeface="Consolas" pitchFamily="49" charset="0"/>
                <a:cs typeface="Consolas" pitchFamily="49" charset="0"/>
              </a:rPr>
              <a:t>Salary</a:t>
            </a:r>
            <a:r>
              <a:rPr lang="en-US" sz="2600" b="1" noProof="1">
                <a:solidFill>
                  <a:srgbClr val="FBEEDC"/>
                </a:solidFill>
                <a:latin typeface="Consolas" pitchFamily="49" charset="0"/>
                <a:cs typeface="Consolas" pitchFamily="49" charset="0"/>
              </a:rPr>
              <a:t> </a:t>
            </a:r>
            <a:r>
              <a:rPr lang="en-US" sz="2600" b="1" noProof="1">
                <a:solidFill>
                  <a:schemeClr val="accent1"/>
                </a:solidFill>
                <a:latin typeface="Consolas" pitchFamily="49" charset="0"/>
                <a:cs typeface="Consolas" pitchFamily="49" charset="0"/>
              </a:rPr>
              <a:t>&lt;=</a:t>
            </a:r>
            <a:r>
              <a:rPr lang="en-US" sz="2600" b="1" noProof="1">
                <a:solidFill>
                  <a:srgbClr val="FBEEDC"/>
                </a:solidFill>
                <a:latin typeface="Consolas" pitchFamily="49" charset="0"/>
                <a:cs typeface="Consolas" pitchFamily="49" charset="0"/>
              </a:rPr>
              <a:t> </a:t>
            </a:r>
            <a:r>
              <a:rPr lang="en-US" sz="2600" b="1" noProof="1">
                <a:solidFill>
                  <a:schemeClr val="accent2">
                    <a:lumMod val="75000"/>
                  </a:schemeClr>
                </a:solidFill>
                <a:latin typeface="Consolas" pitchFamily="49" charset="0"/>
                <a:cs typeface="Consolas" pitchFamily="49" charset="0"/>
              </a:rPr>
              <a:t>20000</a:t>
            </a:r>
          </a:p>
        </p:txBody>
      </p:sp>
      <p:sp>
        <p:nvSpPr>
          <p:cNvPr id="9" name="Rectangle 19"/>
          <p:cNvSpPr>
            <a:spLocks noChangeArrowheads="1"/>
          </p:cNvSpPr>
          <p:nvPr/>
        </p:nvSpPr>
        <p:spPr bwMode="auto">
          <a:xfrm>
            <a:off x="2422412" y="1606220"/>
            <a:ext cx="7344000" cy="892552"/>
          </a:xfrm>
          <a:prstGeom prst="rect">
            <a:avLst/>
          </a:prstGeom>
          <a:solidFill>
            <a:srgbClr val="D9D5C7">
              <a:alpha val="20000"/>
            </a:srgbClr>
          </a:solidFill>
          <a:ln w="12700">
            <a:solidFill>
              <a:schemeClr val="accent5">
                <a:lumMod val="60000"/>
                <a:lumOff val="40000"/>
              </a:schemeClr>
            </a:solidFill>
          </a:ln>
        </p:spPr>
        <p:txBody>
          <a:bodyPr wrap="square">
            <a:spAutoFit/>
          </a:bodyPr>
          <a:lstStyle/>
          <a:p>
            <a:pPr eaLnBrk="0" hangingPunct="0">
              <a:buClr>
                <a:schemeClr val="accent5">
                  <a:lumMod val="40000"/>
                  <a:lumOff val="60000"/>
                </a:schemeClr>
              </a:buClr>
              <a:buSzPct val="70000"/>
            </a:pPr>
            <a:r>
              <a:rPr lang="en-US" sz="2600" b="1" noProof="1">
                <a:solidFill>
                  <a:schemeClr val="accent2">
                    <a:lumMod val="75000"/>
                  </a:schemeClr>
                </a:solidFill>
                <a:latin typeface="Consolas" pitchFamily="49" charset="0"/>
                <a:cs typeface="Consolas" pitchFamily="49" charset="0"/>
              </a:rPr>
              <a:t>SELECT </a:t>
            </a:r>
            <a:r>
              <a:rPr lang="en-US" sz="2600" b="1" noProof="1">
                <a:solidFill>
                  <a:schemeClr val="accent1"/>
                </a:solidFill>
                <a:latin typeface="Consolas" pitchFamily="49" charset="0"/>
                <a:cs typeface="Consolas" pitchFamily="49" charset="0"/>
              </a:rPr>
              <a:t>DISTINCT</a:t>
            </a:r>
            <a:r>
              <a:rPr lang="en-US" sz="2600" b="1" noProof="1">
                <a:solidFill>
                  <a:srgbClr val="FBEEDC"/>
                </a:solidFill>
                <a:latin typeface="Consolas" pitchFamily="49" charset="0"/>
                <a:cs typeface="Consolas" pitchFamily="49" charset="0"/>
              </a:rPr>
              <a:t> </a:t>
            </a:r>
            <a:r>
              <a:rPr lang="en-US" sz="2600" b="1" noProof="1">
                <a:solidFill>
                  <a:schemeClr val="accent2">
                    <a:lumMod val="75000"/>
                  </a:schemeClr>
                </a:solidFill>
                <a:latin typeface="Consolas" pitchFamily="49" charset="0"/>
                <a:cs typeface="Consolas" pitchFamily="49" charset="0"/>
              </a:rPr>
              <a:t>DepartmentID</a:t>
            </a:r>
          </a:p>
          <a:p>
            <a:pPr eaLnBrk="0" hangingPunct="0">
              <a:buClr>
                <a:schemeClr val="accent5">
                  <a:lumMod val="40000"/>
                  <a:lumOff val="60000"/>
                </a:schemeClr>
              </a:buClr>
              <a:buSzPct val="70000"/>
            </a:pPr>
            <a:r>
              <a:rPr lang="en-US" sz="2600" b="1" noProof="1">
                <a:solidFill>
                  <a:schemeClr val="accent2">
                    <a:lumMod val="75000"/>
                  </a:schemeClr>
                </a:solidFill>
                <a:latin typeface="Consolas" pitchFamily="49" charset="0"/>
                <a:cs typeface="Consolas" pitchFamily="49" charset="0"/>
              </a:rPr>
              <a:t>  FROM Employees</a:t>
            </a:r>
          </a:p>
        </p:txBody>
      </p:sp>
      <p:sp>
        <p:nvSpPr>
          <p:cNvPr id="7" name="Rectangle 2">
            <a:extLst>
              <a:ext uri="{FF2B5EF4-FFF2-40B4-BE49-F238E27FC236}">
                <a16:creationId xmlns:a16="http://schemas.microsoft.com/office/drawing/2014/main" id="{F9AB9222-FABF-4927-988B-627631287662}"/>
              </a:ext>
            </a:extLst>
          </p:cNvPr>
          <p:cNvSpPr txBox="1">
            <a:spLocks noChangeArrowheads="1"/>
          </p:cNvSpPr>
          <p:nvPr/>
        </p:nvSpPr>
        <p:spPr>
          <a:xfrm>
            <a:off x="379412" y="381000"/>
            <a:ext cx="10512862" cy="593726"/>
          </a:xfrm>
          <a:prstGeom prst="rect">
            <a:avLst/>
          </a:prstGeom>
        </p:spPr>
        <p:txBody>
          <a:bodyPr vert="horz" lIns="91440" tIns="45720" rIns="91440" bIns="45720" rtlCol="0" anchor="ctr">
            <a:normAutofit fontScale="90000" lnSpcReduction="10000"/>
          </a:bodyPr>
          <a:lstStyle>
            <a:lvl1pPr algn="l" defTabSz="914126" rtl="0" eaLnBrk="1" latinLnBrk="0" hangingPunct="1">
              <a:lnSpc>
                <a:spcPct val="90000"/>
              </a:lnSpc>
              <a:spcBef>
                <a:spcPct val="0"/>
              </a:spcBef>
              <a:buNone/>
              <a:defRPr sz="4399" kern="1200">
                <a:solidFill>
                  <a:schemeClr val="tx1"/>
                </a:solidFill>
                <a:latin typeface="+mj-lt"/>
                <a:ea typeface="+mj-ea"/>
                <a:cs typeface="+mj-cs"/>
              </a:defRPr>
            </a:lvl1pPr>
          </a:lstStyle>
          <a:p>
            <a:r>
              <a:rPr lang="en-US" b="1" dirty="0">
                <a:solidFill>
                  <a:srgbClr val="FF5050"/>
                </a:solidFill>
                <a:latin typeface="Times New Roman" panose="02020603050405020304" pitchFamily="18" charset="0"/>
                <a:cs typeface="Times New Roman" panose="02020603050405020304" pitchFamily="18" charset="0"/>
              </a:rPr>
              <a:t>Filtering the Selected Rows</a:t>
            </a:r>
            <a:endParaRPr lang="bg-BG" b="1" dirty="0">
              <a:solidFill>
                <a:srgbClr val="FF5050"/>
              </a:solidFill>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546981166"/>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afterEffect">
                                  <p:stCondLst>
                                    <p:cond delay="0"/>
                                  </p:stCondLst>
                                  <p:childTnLst>
                                    <p:set>
                                      <p:cBhvr>
                                        <p:cTn id="6" dur="1" fill="hold">
                                          <p:stCondLst>
                                            <p:cond delay="0"/>
                                          </p:stCondLst>
                                        </p:cTn>
                                        <p:tgtEl>
                                          <p:spTgt spid="9"/>
                                        </p:tgtEl>
                                        <p:attrNameLst>
                                          <p:attrName>style.visibility</p:attrName>
                                        </p:attrNameLst>
                                      </p:cBhvr>
                                      <p:to>
                                        <p:strVal val="visible"/>
                                      </p:to>
                                    </p:set>
                                    <p:animEffect transition="in" filter="fade">
                                      <p:cBhvr>
                                        <p:cTn id="7" dur="500"/>
                                        <p:tgtEl>
                                          <p:spTgt spid="9"/>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nodeType="clickEffect">
                                  <p:stCondLst>
                                    <p:cond delay="0"/>
                                  </p:stCondLst>
                                  <p:childTnLst>
                                    <p:set>
                                      <p:cBhvr>
                                        <p:cTn id="11" dur="1" fill="hold">
                                          <p:stCondLst>
                                            <p:cond delay="0"/>
                                          </p:stCondLst>
                                        </p:cTn>
                                        <p:tgtEl>
                                          <p:spTgt spid="510979">
                                            <p:txEl>
                                              <p:pRg st="1" end="1"/>
                                            </p:txEl>
                                          </p:spTgt>
                                        </p:tgtEl>
                                        <p:attrNameLst>
                                          <p:attrName>style.visibility</p:attrName>
                                        </p:attrNameLst>
                                      </p:cBhvr>
                                      <p:to>
                                        <p:strVal val="visible"/>
                                      </p:to>
                                    </p:set>
                                    <p:animEffect transition="in" filter="fade">
                                      <p:cBhvr>
                                        <p:cTn id="12" dur="500"/>
                                        <p:tgtEl>
                                          <p:spTgt spid="510979">
                                            <p:txEl>
                                              <p:pRg st="1" end="1"/>
                                            </p:txEl>
                                          </p:spTgt>
                                        </p:tgtEl>
                                      </p:cBhvr>
                                    </p:animEffect>
                                  </p:childTnLst>
                                </p:cTn>
                              </p:par>
                            </p:childTnLst>
                          </p:cTn>
                        </p:par>
                        <p:par>
                          <p:cTn id="13" fill="hold">
                            <p:stCondLst>
                              <p:cond delay="500"/>
                            </p:stCondLst>
                            <p:childTnLst>
                              <p:par>
                                <p:cTn id="14" presetID="10" presetClass="entr" presetSubtype="0" fill="hold" grpId="0" nodeType="afterEffect">
                                  <p:stCondLst>
                                    <p:cond delay="0"/>
                                  </p:stCondLst>
                                  <p:childTnLst>
                                    <p:set>
                                      <p:cBhvr>
                                        <p:cTn id="15" dur="1" fill="hold">
                                          <p:stCondLst>
                                            <p:cond delay="0"/>
                                          </p:stCondLst>
                                        </p:cTn>
                                        <p:tgtEl>
                                          <p:spTgt spid="510980"/>
                                        </p:tgtEl>
                                        <p:attrNameLst>
                                          <p:attrName>style.visibility</p:attrName>
                                        </p:attrNameLst>
                                      </p:cBhvr>
                                      <p:to>
                                        <p:strVal val="visible"/>
                                      </p:to>
                                    </p:set>
                                    <p:animEffect transition="in" filter="fade">
                                      <p:cBhvr>
                                        <p:cTn id="16" dur="500"/>
                                        <p:tgtEl>
                                          <p:spTgt spid="510980"/>
                                        </p:tgtEl>
                                      </p:cBhvr>
                                    </p:animEffect>
                                  </p:childTnLst>
                                </p:cTn>
                              </p:par>
                            </p:childTnLst>
                          </p:cTn>
                        </p:par>
                      </p:childTnLst>
                    </p:cTn>
                  </p:par>
                  <p:par>
                    <p:cTn id="17" fill="hold">
                      <p:stCondLst>
                        <p:cond delay="indefinite"/>
                      </p:stCondLst>
                      <p:childTnLst>
                        <p:par>
                          <p:cTn id="18" fill="hold">
                            <p:stCondLst>
                              <p:cond delay="0"/>
                            </p:stCondLst>
                            <p:childTnLst>
                              <p:par>
                                <p:cTn id="19" presetID="10" presetClass="entr" presetSubtype="0" fill="hold" nodeType="clickEffect">
                                  <p:stCondLst>
                                    <p:cond delay="0"/>
                                  </p:stCondLst>
                                  <p:childTnLst>
                                    <p:set>
                                      <p:cBhvr>
                                        <p:cTn id="20" dur="1" fill="hold">
                                          <p:stCondLst>
                                            <p:cond delay="0"/>
                                          </p:stCondLst>
                                        </p:cTn>
                                        <p:tgtEl>
                                          <p:spTgt spid="510979">
                                            <p:txEl>
                                              <p:pRg st="2" end="2"/>
                                            </p:txEl>
                                          </p:spTgt>
                                        </p:tgtEl>
                                        <p:attrNameLst>
                                          <p:attrName>style.visibility</p:attrName>
                                        </p:attrNameLst>
                                      </p:cBhvr>
                                      <p:to>
                                        <p:strVal val="visible"/>
                                      </p:to>
                                    </p:set>
                                    <p:animEffect transition="in" filter="fade">
                                      <p:cBhvr>
                                        <p:cTn id="21" dur="500"/>
                                        <p:tgtEl>
                                          <p:spTgt spid="510979">
                                            <p:txEl>
                                              <p:pRg st="2" end="2"/>
                                            </p:txEl>
                                          </p:spTgt>
                                        </p:tgtEl>
                                      </p:cBhvr>
                                    </p:animEffect>
                                  </p:childTnLst>
                                </p:cTn>
                              </p:par>
                            </p:childTnLst>
                          </p:cTn>
                        </p:par>
                        <p:par>
                          <p:cTn id="22" fill="hold">
                            <p:stCondLst>
                              <p:cond delay="500"/>
                            </p:stCondLst>
                            <p:childTnLst>
                              <p:par>
                                <p:cTn id="23" presetID="10" presetClass="entr" presetSubtype="0" fill="hold" grpId="0" nodeType="afterEffect">
                                  <p:stCondLst>
                                    <p:cond delay="0"/>
                                  </p:stCondLst>
                                  <p:childTnLst>
                                    <p:set>
                                      <p:cBhvr>
                                        <p:cTn id="24" dur="1" fill="hold">
                                          <p:stCondLst>
                                            <p:cond delay="0"/>
                                          </p:stCondLst>
                                        </p:cTn>
                                        <p:tgtEl>
                                          <p:spTgt spid="511004"/>
                                        </p:tgtEl>
                                        <p:attrNameLst>
                                          <p:attrName>style.visibility</p:attrName>
                                        </p:attrNameLst>
                                      </p:cBhvr>
                                      <p:to>
                                        <p:strVal val="visible"/>
                                      </p:to>
                                    </p:set>
                                    <p:animEffect transition="in" filter="fade">
                                      <p:cBhvr>
                                        <p:cTn id="25" dur="500"/>
                                        <p:tgtEl>
                                          <p:spTgt spid="51100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10980" grpId="0" animBg="1"/>
      <p:bldP spid="511004" grpId="0" animBg="1"/>
      <p:bldP spid="9" grpId="0" animBg="1"/>
    </p:bldLst>
  </p:timing>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13026" name="Rectangle 2"/>
          <p:cNvSpPr>
            <a:spLocks noGrp="1" noChangeArrowheads="1"/>
          </p:cNvSpPr>
          <p:nvPr>
            <p:ph idx="1"/>
          </p:nvPr>
        </p:nvSpPr>
        <p:spPr>
          <a:xfrm>
            <a:off x="912812" y="996398"/>
            <a:ext cx="10512862" cy="4351338"/>
          </a:xfrm>
          <a:noFill/>
          <a:ln/>
        </p:spPr>
        <p:txBody>
          <a:bodyPr>
            <a:normAutofit/>
          </a:bodyPr>
          <a:lstStyle/>
          <a:p>
            <a:r>
              <a:rPr lang="en-US" dirty="0">
                <a:latin typeface="Segoe UI" panose="020B0502040204020203" pitchFamily="34" charset="0"/>
                <a:cs typeface="Segoe UI" panose="020B0502040204020203" pitchFamily="34" charset="0"/>
              </a:rPr>
              <a:t>Conditions ca be combined using </a:t>
            </a:r>
            <a:r>
              <a:rPr lang="en-US" b="1" dirty="0">
                <a:solidFill>
                  <a:schemeClr val="tx2">
                    <a:lumMod val="75000"/>
                  </a:schemeClr>
                </a:solidFill>
                <a:latin typeface="Consolas" pitchFamily="49" charset="0"/>
                <a:cs typeface="Consolas" pitchFamily="49" charset="0"/>
              </a:rPr>
              <a:t>NOT</a:t>
            </a:r>
            <a:r>
              <a:rPr lang="en-US" dirty="0"/>
              <a:t>, </a:t>
            </a:r>
            <a:r>
              <a:rPr lang="en-US" b="1" dirty="0">
                <a:solidFill>
                  <a:schemeClr val="tx2">
                    <a:lumMod val="75000"/>
                  </a:schemeClr>
                </a:solidFill>
                <a:latin typeface="Consolas" pitchFamily="49" charset="0"/>
              </a:rPr>
              <a:t>OR</a:t>
            </a:r>
            <a:r>
              <a:rPr lang="en-US" dirty="0"/>
              <a:t>, </a:t>
            </a:r>
            <a:r>
              <a:rPr lang="en-US" b="1" noProof="1">
                <a:solidFill>
                  <a:schemeClr val="tx2">
                    <a:lumMod val="75000"/>
                  </a:schemeClr>
                </a:solidFill>
                <a:latin typeface="Consolas" pitchFamily="49" charset="0"/>
              </a:rPr>
              <a:t>AND</a:t>
            </a:r>
            <a:r>
              <a:rPr lang="en-US" dirty="0">
                <a:solidFill>
                  <a:schemeClr val="tx2">
                    <a:lumMod val="75000"/>
                  </a:schemeClr>
                </a:solidFill>
              </a:rPr>
              <a:t> </a:t>
            </a:r>
            <a:r>
              <a:rPr lang="en-US" dirty="0">
                <a:latin typeface="Segoe UI" panose="020B0502040204020203" pitchFamily="34" charset="0"/>
                <a:cs typeface="Segoe UI" panose="020B0502040204020203" pitchFamily="34" charset="0"/>
              </a:rPr>
              <a:t>and brackets</a:t>
            </a:r>
          </a:p>
          <a:p>
            <a:pPr>
              <a:spcBef>
                <a:spcPts val="8400"/>
              </a:spcBef>
            </a:pPr>
            <a:r>
              <a:rPr lang="en-US" dirty="0">
                <a:latin typeface="Segoe UI" panose="020B0502040204020203" pitchFamily="34" charset="0"/>
                <a:cs typeface="Segoe UI" panose="020B0502040204020203" pitchFamily="34" charset="0"/>
              </a:rPr>
              <a:t>Using</a:t>
            </a:r>
            <a:r>
              <a:rPr lang="en-US" dirty="0"/>
              <a:t> </a:t>
            </a:r>
            <a:r>
              <a:rPr lang="en-US" b="1" dirty="0">
                <a:solidFill>
                  <a:schemeClr val="tx2">
                    <a:lumMod val="75000"/>
                  </a:schemeClr>
                </a:solidFill>
                <a:latin typeface="Consolas" pitchFamily="49" charset="0"/>
              </a:rPr>
              <a:t>BETWEEN</a:t>
            </a:r>
            <a:r>
              <a:rPr lang="en-US" dirty="0">
                <a:solidFill>
                  <a:schemeClr val="tx2">
                    <a:lumMod val="75000"/>
                  </a:schemeClr>
                </a:solidFill>
              </a:rPr>
              <a:t> </a:t>
            </a:r>
            <a:r>
              <a:rPr lang="en-US" dirty="0">
                <a:latin typeface="Segoe UI" panose="020B0502040204020203" pitchFamily="34" charset="0"/>
                <a:cs typeface="Segoe UI" panose="020B0502040204020203" pitchFamily="34" charset="0"/>
              </a:rPr>
              <a:t>operator to specify a range:</a:t>
            </a:r>
          </a:p>
          <a:p>
            <a:pPr>
              <a:spcBef>
                <a:spcPts val="8400"/>
              </a:spcBef>
            </a:pPr>
            <a:r>
              <a:rPr lang="en-US" dirty="0">
                <a:latin typeface="Segoe UI" panose="020B0502040204020203" pitchFamily="34" charset="0"/>
                <a:cs typeface="Segoe UI" panose="020B0502040204020203" pitchFamily="34" charset="0"/>
              </a:rPr>
              <a:t>Using</a:t>
            </a:r>
            <a:r>
              <a:rPr lang="en-US" dirty="0"/>
              <a:t> </a:t>
            </a:r>
            <a:r>
              <a:rPr lang="en-US" b="1" dirty="0">
                <a:solidFill>
                  <a:schemeClr val="tx2">
                    <a:lumMod val="75000"/>
                  </a:schemeClr>
                </a:solidFill>
                <a:latin typeface="Consolas" pitchFamily="49" charset="0"/>
              </a:rPr>
              <a:t>IN</a:t>
            </a:r>
            <a:r>
              <a:rPr lang="en-US" dirty="0"/>
              <a:t> </a:t>
            </a:r>
            <a:r>
              <a:rPr lang="en-US" b="1" dirty="0">
                <a:solidFill>
                  <a:schemeClr val="tx2">
                    <a:lumMod val="75000"/>
                  </a:schemeClr>
                </a:solidFill>
                <a:latin typeface="Consolas" pitchFamily="49" charset="0"/>
              </a:rPr>
              <a:t>/</a:t>
            </a:r>
            <a:r>
              <a:rPr lang="en-US" dirty="0"/>
              <a:t> </a:t>
            </a:r>
            <a:r>
              <a:rPr lang="en-US" b="1" dirty="0">
                <a:solidFill>
                  <a:schemeClr val="tx2">
                    <a:lumMod val="75000"/>
                  </a:schemeClr>
                </a:solidFill>
                <a:latin typeface="Consolas" pitchFamily="49" charset="0"/>
              </a:rPr>
              <a:t>NOT</a:t>
            </a:r>
            <a:r>
              <a:rPr lang="en-US" dirty="0"/>
              <a:t> </a:t>
            </a:r>
            <a:r>
              <a:rPr lang="en-US" b="1" dirty="0">
                <a:solidFill>
                  <a:schemeClr val="tx2">
                    <a:lumMod val="75000"/>
                  </a:schemeClr>
                </a:solidFill>
                <a:latin typeface="Consolas" pitchFamily="49" charset="0"/>
              </a:rPr>
              <a:t>IN </a:t>
            </a:r>
            <a:r>
              <a:rPr lang="en-US" dirty="0">
                <a:latin typeface="Segoe UI" panose="020B0502040204020203" pitchFamily="34" charset="0"/>
                <a:cs typeface="Segoe UI" panose="020B0502040204020203" pitchFamily="34" charset="0"/>
              </a:rPr>
              <a:t>to specify a set of values:</a:t>
            </a:r>
          </a:p>
        </p:txBody>
      </p:sp>
      <p:sp>
        <p:nvSpPr>
          <p:cNvPr id="513028" name="Rectangle 4"/>
          <p:cNvSpPr>
            <a:spLocks noChangeArrowheads="1"/>
          </p:cNvSpPr>
          <p:nvPr/>
        </p:nvSpPr>
        <p:spPr bwMode="auto">
          <a:xfrm>
            <a:off x="1522412" y="3172067"/>
            <a:ext cx="9144000" cy="646331"/>
          </a:xfrm>
          <a:prstGeom prst="rect">
            <a:avLst/>
          </a:prstGeom>
          <a:solidFill>
            <a:srgbClr val="D9D5C7">
              <a:alpha val="20000"/>
            </a:srgbClr>
          </a:solidFill>
          <a:ln w="12700">
            <a:solidFill>
              <a:schemeClr val="accent5">
                <a:lumMod val="60000"/>
                <a:lumOff val="40000"/>
              </a:schemeClr>
            </a:solidFill>
          </a:ln>
        </p:spPr>
        <p:txBody>
          <a:bodyPr wrap="square">
            <a:spAutoFit/>
          </a:bodyPr>
          <a:lstStyle/>
          <a:p>
            <a:pPr eaLnBrk="0" hangingPunct="0">
              <a:buClr>
                <a:schemeClr val="accent5">
                  <a:lumMod val="40000"/>
                  <a:lumOff val="60000"/>
                </a:schemeClr>
              </a:buClr>
              <a:buSzPct val="70000"/>
            </a:pPr>
            <a:r>
              <a:rPr lang="en-US" b="1" noProof="1">
                <a:solidFill>
                  <a:schemeClr val="accent2">
                    <a:lumMod val="75000"/>
                  </a:schemeClr>
                </a:solidFill>
                <a:latin typeface="Consolas" pitchFamily="49" charset="0"/>
                <a:cs typeface="Consolas" pitchFamily="49" charset="0"/>
              </a:rPr>
              <a:t>SELECT LastName, Salary FROM Employees</a:t>
            </a:r>
          </a:p>
          <a:p>
            <a:pPr eaLnBrk="0" hangingPunct="0">
              <a:buClr>
                <a:schemeClr val="accent5">
                  <a:lumMod val="40000"/>
                  <a:lumOff val="60000"/>
                </a:schemeClr>
              </a:buClr>
              <a:buSzPct val="70000"/>
            </a:pPr>
            <a:r>
              <a:rPr lang="en-US" b="1" noProof="1">
                <a:solidFill>
                  <a:schemeClr val="accent2">
                    <a:lumMod val="75000"/>
                  </a:schemeClr>
                </a:solidFill>
                <a:latin typeface="Consolas" pitchFamily="49" charset="0"/>
                <a:cs typeface="Consolas" pitchFamily="49" charset="0"/>
              </a:rPr>
              <a:t>WHERE Salary </a:t>
            </a:r>
            <a:r>
              <a:rPr lang="en-US" b="1" noProof="1">
                <a:solidFill>
                  <a:schemeClr val="accent1"/>
                </a:solidFill>
                <a:latin typeface="Consolas" pitchFamily="49" charset="0"/>
                <a:cs typeface="Consolas" pitchFamily="49" charset="0"/>
              </a:rPr>
              <a:t>BETWEEN</a:t>
            </a:r>
            <a:r>
              <a:rPr lang="en-US" b="1" noProof="1">
                <a:solidFill>
                  <a:srgbClr val="FBEEDC"/>
                </a:solidFill>
                <a:latin typeface="Consolas" pitchFamily="49" charset="0"/>
                <a:cs typeface="Consolas" pitchFamily="49" charset="0"/>
              </a:rPr>
              <a:t> </a:t>
            </a:r>
            <a:r>
              <a:rPr lang="en-US" b="1" noProof="1">
                <a:solidFill>
                  <a:schemeClr val="accent2">
                    <a:lumMod val="75000"/>
                  </a:schemeClr>
                </a:solidFill>
                <a:latin typeface="Consolas" pitchFamily="49" charset="0"/>
                <a:cs typeface="Consolas" pitchFamily="49" charset="0"/>
              </a:rPr>
              <a:t>20000</a:t>
            </a:r>
            <a:r>
              <a:rPr lang="en-US" b="1" noProof="1">
                <a:solidFill>
                  <a:srgbClr val="FBEEDC"/>
                </a:solidFill>
                <a:latin typeface="Consolas" pitchFamily="49" charset="0"/>
                <a:cs typeface="Consolas" pitchFamily="49" charset="0"/>
              </a:rPr>
              <a:t> </a:t>
            </a:r>
            <a:r>
              <a:rPr lang="en-US" b="1" noProof="1">
                <a:solidFill>
                  <a:schemeClr val="accent1"/>
                </a:solidFill>
                <a:latin typeface="Consolas" pitchFamily="49" charset="0"/>
                <a:cs typeface="Consolas" pitchFamily="49" charset="0"/>
              </a:rPr>
              <a:t>AND</a:t>
            </a:r>
            <a:r>
              <a:rPr lang="en-US" b="1" noProof="1">
                <a:solidFill>
                  <a:srgbClr val="FBEEDC"/>
                </a:solidFill>
                <a:latin typeface="Consolas" pitchFamily="49" charset="0"/>
                <a:cs typeface="Consolas" pitchFamily="49" charset="0"/>
              </a:rPr>
              <a:t> </a:t>
            </a:r>
            <a:r>
              <a:rPr lang="en-US" b="1" noProof="1">
                <a:solidFill>
                  <a:schemeClr val="accent2">
                    <a:lumMod val="75000"/>
                  </a:schemeClr>
                </a:solidFill>
                <a:latin typeface="Consolas" pitchFamily="49" charset="0"/>
                <a:cs typeface="Consolas" pitchFamily="49" charset="0"/>
              </a:rPr>
              <a:t>22000</a:t>
            </a:r>
          </a:p>
        </p:txBody>
      </p:sp>
      <p:sp>
        <p:nvSpPr>
          <p:cNvPr id="513029" name="Rectangle 5"/>
          <p:cNvSpPr>
            <a:spLocks noChangeArrowheads="1"/>
          </p:cNvSpPr>
          <p:nvPr/>
        </p:nvSpPr>
        <p:spPr bwMode="auto">
          <a:xfrm>
            <a:off x="1522412" y="4572000"/>
            <a:ext cx="9144000" cy="646331"/>
          </a:xfrm>
          <a:prstGeom prst="rect">
            <a:avLst/>
          </a:prstGeom>
          <a:solidFill>
            <a:srgbClr val="D9D5C7">
              <a:alpha val="20000"/>
            </a:srgbClr>
          </a:solidFill>
          <a:ln w="12700">
            <a:solidFill>
              <a:schemeClr val="accent5">
                <a:lumMod val="60000"/>
                <a:lumOff val="40000"/>
              </a:schemeClr>
            </a:solidFill>
          </a:ln>
        </p:spPr>
        <p:txBody>
          <a:bodyPr wrap="square">
            <a:spAutoFit/>
          </a:bodyPr>
          <a:lstStyle/>
          <a:p>
            <a:pPr eaLnBrk="0" hangingPunct="0">
              <a:buClr>
                <a:schemeClr val="accent5">
                  <a:lumMod val="40000"/>
                  <a:lumOff val="60000"/>
                </a:schemeClr>
              </a:buClr>
              <a:buSzPct val="70000"/>
            </a:pPr>
            <a:r>
              <a:rPr lang="en-US" b="1" noProof="1">
                <a:solidFill>
                  <a:schemeClr val="accent2">
                    <a:lumMod val="75000"/>
                  </a:schemeClr>
                </a:solidFill>
                <a:latin typeface="Consolas" pitchFamily="49" charset="0"/>
                <a:cs typeface="Consolas" pitchFamily="49" charset="0"/>
              </a:rPr>
              <a:t>SELECT FirstName, LastName, ManagerID FROM Employees</a:t>
            </a:r>
          </a:p>
          <a:p>
            <a:pPr eaLnBrk="0" hangingPunct="0">
              <a:buClr>
                <a:schemeClr val="accent5">
                  <a:lumMod val="40000"/>
                  <a:lumOff val="60000"/>
                </a:schemeClr>
              </a:buClr>
              <a:buSzPct val="70000"/>
            </a:pPr>
            <a:r>
              <a:rPr lang="en-US" b="1" noProof="1">
                <a:solidFill>
                  <a:schemeClr val="accent2">
                    <a:lumMod val="75000"/>
                  </a:schemeClr>
                </a:solidFill>
                <a:latin typeface="Consolas" pitchFamily="49" charset="0"/>
                <a:cs typeface="Consolas" pitchFamily="49" charset="0"/>
              </a:rPr>
              <a:t>WHERE ManagerID </a:t>
            </a:r>
            <a:r>
              <a:rPr lang="en-US" b="1" noProof="1">
                <a:solidFill>
                  <a:schemeClr val="accent1"/>
                </a:solidFill>
                <a:latin typeface="Consolas" pitchFamily="49" charset="0"/>
                <a:cs typeface="Consolas" pitchFamily="49" charset="0"/>
              </a:rPr>
              <a:t>IN</a:t>
            </a:r>
            <a:r>
              <a:rPr lang="en-US" b="1" noProof="1">
                <a:solidFill>
                  <a:srgbClr val="FBEEDC"/>
                </a:solidFill>
                <a:latin typeface="Consolas" pitchFamily="49" charset="0"/>
                <a:cs typeface="Consolas" pitchFamily="49" charset="0"/>
              </a:rPr>
              <a:t> </a:t>
            </a:r>
            <a:r>
              <a:rPr lang="en-US" b="1" noProof="1">
                <a:solidFill>
                  <a:schemeClr val="accent2">
                    <a:lumMod val="75000"/>
                  </a:schemeClr>
                </a:solidFill>
                <a:latin typeface="Consolas" pitchFamily="49" charset="0"/>
                <a:cs typeface="Consolas" pitchFamily="49" charset="0"/>
              </a:rPr>
              <a:t>(109, 3, 16)</a:t>
            </a:r>
          </a:p>
        </p:txBody>
      </p:sp>
      <p:sp>
        <p:nvSpPr>
          <p:cNvPr id="8" name="Rectangle 6"/>
          <p:cNvSpPr>
            <a:spLocks noChangeArrowheads="1"/>
          </p:cNvSpPr>
          <p:nvPr/>
        </p:nvSpPr>
        <p:spPr bwMode="auto">
          <a:xfrm>
            <a:off x="1522412" y="1542955"/>
            <a:ext cx="9144000" cy="646331"/>
          </a:xfrm>
          <a:prstGeom prst="rect">
            <a:avLst/>
          </a:prstGeom>
          <a:solidFill>
            <a:srgbClr val="D9D5C7">
              <a:alpha val="20000"/>
            </a:srgbClr>
          </a:solidFill>
          <a:ln w="12700">
            <a:solidFill>
              <a:schemeClr val="accent5">
                <a:lumMod val="60000"/>
                <a:lumOff val="40000"/>
              </a:schemeClr>
            </a:solidFill>
          </a:ln>
        </p:spPr>
        <p:txBody>
          <a:bodyPr wrap="square">
            <a:spAutoFit/>
          </a:bodyPr>
          <a:lstStyle/>
          <a:p>
            <a:pPr eaLnBrk="0" hangingPunct="0">
              <a:buClr>
                <a:schemeClr val="accent5">
                  <a:lumMod val="40000"/>
                  <a:lumOff val="60000"/>
                </a:schemeClr>
              </a:buClr>
              <a:buSzPct val="70000"/>
            </a:pPr>
            <a:r>
              <a:rPr lang="en-US" b="1" noProof="1">
                <a:solidFill>
                  <a:schemeClr val="accent2">
                    <a:lumMod val="75000"/>
                  </a:schemeClr>
                </a:solidFill>
                <a:latin typeface="Consolas" pitchFamily="49" charset="0"/>
                <a:cs typeface="Consolas" pitchFamily="49" charset="0"/>
              </a:rPr>
              <a:t>SELECT LastName FROM Employees</a:t>
            </a:r>
          </a:p>
          <a:p>
            <a:pPr eaLnBrk="0" hangingPunct="0">
              <a:buClr>
                <a:schemeClr val="accent5">
                  <a:lumMod val="40000"/>
                  <a:lumOff val="60000"/>
                </a:schemeClr>
              </a:buClr>
              <a:buSzPct val="70000"/>
            </a:pPr>
            <a:r>
              <a:rPr lang="en-US" b="1" noProof="1">
                <a:solidFill>
                  <a:schemeClr val="accent2">
                    <a:lumMod val="75000"/>
                  </a:schemeClr>
                </a:solidFill>
                <a:latin typeface="Consolas" pitchFamily="49" charset="0"/>
                <a:cs typeface="Consolas" pitchFamily="49" charset="0"/>
              </a:rPr>
              <a:t>WHERE </a:t>
            </a:r>
            <a:r>
              <a:rPr lang="en-US" b="1" noProof="1">
                <a:solidFill>
                  <a:schemeClr val="tx2">
                    <a:lumMod val="75000"/>
                  </a:schemeClr>
                </a:solidFill>
                <a:latin typeface="Consolas" pitchFamily="49" charset="0"/>
                <a:cs typeface="Consolas" pitchFamily="49" charset="0"/>
              </a:rPr>
              <a:t>NOT</a:t>
            </a:r>
            <a:r>
              <a:rPr lang="en-US" b="1" noProof="1">
                <a:solidFill>
                  <a:srgbClr val="FBEEDC"/>
                </a:solidFill>
                <a:latin typeface="Consolas" pitchFamily="49" charset="0"/>
                <a:cs typeface="Consolas" pitchFamily="49" charset="0"/>
              </a:rPr>
              <a:t> </a:t>
            </a:r>
            <a:r>
              <a:rPr lang="en-US" b="1" noProof="1">
                <a:solidFill>
                  <a:schemeClr val="tx2">
                    <a:lumMod val="75000"/>
                  </a:schemeClr>
                </a:solidFill>
                <a:latin typeface="Consolas" pitchFamily="49" charset="0"/>
                <a:cs typeface="Consolas" pitchFamily="49" charset="0"/>
              </a:rPr>
              <a:t>(</a:t>
            </a:r>
            <a:r>
              <a:rPr lang="en-US" b="1" noProof="1">
                <a:solidFill>
                  <a:schemeClr val="accent2">
                    <a:lumMod val="75000"/>
                  </a:schemeClr>
                </a:solidFill>
                <a:latin typeface="Consolas" pitchFamily="49" charset="0"/>
                <a:cs typeface="Consolas" pitchFamily="49" charset="0"/>
              </a:rPr>
              <a:t>ManagerID = 3 </a:t>
            </a:r>
            <a:r>
              <a:rPr lang="en-US" b="1" noProof="1">
                <a:solidFill>
                  <a:schemeClr val="tx2">
                    <a:lumMod val="75000"/>
                  </a:schemeClr>
                </a:solidFill>
                <a:latin typeface="Consolas" pitchFamily="49" charset="0"/>
                <a:cs typeface="Consolas" pitchFamily="49" charset="0"/>
              </a:rPr>
              <a:t>OR</a:t>
            </a:r>
            <a:r>
              <a:rPr lang="en-US" b="1" noProof="1">
                <a:solidFill>
                  <a:srgbClr val="FBEEDC"/>
                </a:solidFill>
                <a:latin typeface="Consolas" pitchFamily="49" charset="0"/>
                <a:cs typeface="Consolas" pitchFamily="49" charset="0"/>
              </a:rPr>
              <a:t> </a:t>
            </a:r>
            <a:r>
              <a:rPr lang="en-US" b="1" noProof="1">
                <a:solidFill>
                  <a:schemeClr val="accent2">
                    <a:lumMod val="75000"/>
                  </a:schemeClr>
                </a:solidFill>
                <a:latin typeface="Consolas" pitchFamily="49" charset="0"/>
                <a:cs typeface="Consolas" pitchFamily="49" charset="0"/>
              </a:rPr>
              <a:t>ManagerID = 4</a:t>
            </a:r>
            <a:r>
              <a:rPr lang="en-US" b="1" noProof="1">
                <a:solidFill>
                  <a:schemeClr val="tx2">
                    <a:lumMod val="75000"/>
                  </a:schemeClr>
                </a:solidFill>
                <a:latin typeface="Consolas" pitchFamily="49" charset="0"/>
                <a:cs typeface="Consolas" pitchFamily="49" charset="0"/>
              </a:rPr>
              <a:t>)</a:t>
            </a:r>
          </a:p>
        </p:txBody>
      </p:sp>
      <p:sp>
        <p:nvSpPr>
          <p:cNvPr id="7" name="Rectangle 2">
            <a:extLst>
              <a:ext uri="{FF2B5EF4-FFF2-40B4-BE49-F238E27FC236}">
                <a16:creationId xmlns:a16="http://schemas.microsoft.com/office/drawing/2014/main" id="{91628E26-2165-43AA-AB1E-582F9AEC099E}"/>
              </a:ext>
            </a:extLst>
          </p:cNvPr>
          <p:cNvSpPr txBox="1">
            <a:spLocks noChangeArrowheads="1"/>
          </p:cNvSpPr>
          <p:nvPr/>
        </p:nvSpPr>
        <p:spPr>
          <a:xfrm>
            <a:off x="379412" y="381000"/>
            <a:ext cx="10512862" cy="593726"/>
          </a:xfrm>
          <a:prstGeom prst="rect">
            <a:avLst/>
          </a:prstGeom>
        </p:spPr>
        <p:txBody>
          <a:bodyPr vert="horz" lIns="91440" tIns="45720" rIns="91440" bIns="45720" rtlCol="0" anchor="ctr">
            <a:normAutofit fontScale="90000" lnSpcReduction="10000"/>
          </a:bodyPr>
          <a:lstStyle>
            <a:lvl1pPr algn="l" defTabSz="914126" rtl="0" eaLnBrk="1" latinLnBrk="0" hangingPunct="1">
              <a:lnSpc>
                <a:spcPct val="90000"/>
              </a:lnSpc>
              <a:spcBef>
                <a:spcPct val="0"/>
              </a:spcBef>
              <a:buNone/>
              <a:defRPr sz="4399" kern="1200">
                <a:solidFill>
                  <a:schemeClr val="tx1"/>
                </a:solidFill>
                <a:latin typeface="+mj-lt"/>
                <a:ea typeface="+mj-ea"/>
                <a:cs typeface="+mj-cs"/>
              </a:defRPr>
            </a:lvl1pPr>
          </a:lstStyle>
          <a:p>
            <a:r>
              <a:rPr lang="en-US" b="1" dirty="0">
                <a:solidFill>
                  <a:srgbClr val="FF5050"/>
                </a:solidFill>
                <a:latin typeface="Times New Roman" panose="02020603050405020304" pitchFamily="18" charset="0"/>
                <a:cs typeface="Times New Roman" panose="02020603050405020304" pitchFamily="18" charset="0"/>
              </a:rPr>
              <a:t>Other Comparison Conditions</a:t>
            </a:r>
            <a:endParaRPr lang="bg-BG" b="1" dirty="0">
              <a:solidFill>
                <a:srgbClr val="FF5050"/>
              </a:solidFill>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3256463480"/>
      </p:ext>
    </p:extLst>
  </p:cSld>
  <p:clrMapOvr>
    <a:masterClrMapping/>
  </p:clrMapOvr>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afterEffect">
                                  <p:stCondLst>
                                    <p:cond delay="0"/>
                                  </p:stCondLst>
                                  <p:childTnLst>
                                    <p:set>
                                      <p:cBhvr>
                                        <p:cTn id="6" dur="1" fill="hold">
                                          <p:stCondLst>
                                            <p:cond delay="0"/>
                                          </p:stCondLst>
                                        </p:cTn>
                                        <p:tgtEl>
                                          <p:spTgt spid="8"/>
                                        </p:tgtEl>
                                        <p:attrNameLst>
                                          <p:attrName>style.visibility</p:attrName>
                                        </p:attrNameLst>
                                      </p:cBhvr>
                                      <p:to>
                                        <p:strVal val="visible"/>
                                      </p:to>
                                    </p:set>
                                    <p:animEffect transition="in" filter="fade">
                                      <p:cBhvr>
                                        <p:cTn id="7" dur="500"/>
                                        <p:tgtEl>
                                          <p:spTgt spid="8"/>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nodeType="clickEffect">
                                  <p:stCondLst>
                                    <p:cond delay="0"/>
                                  </p:stCondLst>
                                  <p:childTnLst>
                                    <p:set>
                                      <p:cBhvr>
                                        <p:cTn id="11" dur="1" fill="hold">
                                          <p:stCondLst>
                                            <p:cond delay="0"/>
                                          </p:stCondLst>
                                        </p:cTn>
                                        <p:tgtEl>
                                          <p:spTgt spid="513026">
                                            <p:txEl>
                                              <p:pRg st="1" end="1"/>
                                            </p:txEl>
                                          </p:spTgt>
                                        </p:tgtEl>
                                        <p:attrNameLst>
                                          <p:attrName>style.visibility</p:attrName>
                                        </p:attrNameLst>
                                      </p:cBhvr>
                                      <p:to>
                                        <p:strVal val="visible"/>
                                      </p:to>
                                    </p:set>
                                    <p:animEffect transition="in" filter="fade">
                                      <p:cBhvr>
                                        <p:cTn id="12" dur="500"/>
                                        <p:tgtEl>
                                          <p:spTgt spid="513026">
                                            <p:txEl>
                                              <p:pRg st="1" end="1"/>
                                            </p:txEl>
                                          </p:spTgt>
                                        </p:tgtEl>
                                      </p:cBhvr>
                                    </p:animEffect>
                                  </p:childTnLst>
                                </p:cTn>
                              </p:par>
                            </p:childTnLst>
                          </p:cTn>
                        </p:par>
                        <p:par>
                          <p:cTn id="13" fill="hold">
                            <p:stCondLst>
                              <p:cond delay="500"/>
                            </p:stCondLst>
                            <p:childTnLst>
                              <p:par>
                                <p:cTn id="14" presetID="10" presetClass="entr" presetSubtype="0" fill="hold" grpId="0" nodeType="afterEffect">
                                  <p:stCondLst>
                                    <p:cond delay="0"/>
                                  </p:stCondLst>
                                  <p:childTnLst>
                                    <p:set>
                                      <p:cBhvr>
                                        <p:cTn id="15" dur="1" fill="hold">
                                          <p:stCondLst>
                                            <p:cond delay="0"/>
                                          </p:stCondLst>
                                        </p:cTn>
                                        <p:tgtEl>
                                          <p:spTgt spid="513028"/>
                                        </p:tgtEl>
                                        <p:attrNameLst>
                                          <p:attrName>style.visibility</p:attrName>
                                        </p:attrNameLst>
                                      </p:cBhvr>
                                      <p:to>
                                        <p:strVal val="visible"/>
                                      </p:to>
                                    </p:set>
                                    <p:animEffect transition="in" filter="fade">
                                      <p:cBhvr>
                                        <p:cTn id="16" dur="500"/>
                                        <p:tgtEl>
                                          <p:spTgt spid="513028"/>
                                        </p:tgtEl>
                                      </p:cBhvr>
                                    </p:animEffect>
                                  </p:childTnLst>
                                </p:cTn>
                              </p:par>
                            </p:childTnLst>
                          </p:cTn>
                        </p:par>
                      </p:childTnLst>
                    </p:cTn>
                  </p:par>
                  <p:par>
                    <p:cTn id="17" fill="hold">
                      <p:stCondLst>
                        <p:cond delay="indefinite"/>
                      </p:stCondLst>
                      <p:childTnLst>
                        <p:par>
                          <p:cTn id="18" fill="hold">
                            <p:stCondLst>
                              <p:cond delay="0"/>
                            </p:stCondLst>
                            <p:childTnLst>
                              <p:par>
                                <p:cTn id="19" presetID="10" presetClass="entr" presetSubtype="0" fill="hold" nodeType="clickEffect">
                                  <p:stCondLst>
                                    <p:cond delay="0"/>
                                  </p:stCondLst>
                                  <p:childTnLst>
                                    <p:set>
                                      <p:cBhvr>
                                        <p:cTn id="20" dur="1" fill="hold">
                                          <p:stCondLst>
                                            <p:cond delay="0"/>
                                          </p:stCondLst>
                                        </p:cTn>
                                        <p:tgtEl>
                                          <p:spTgt spid="513026">
                                            <p:txEl>
                                              <p:pRg st="2" end="2"/>
                                            </p:txEl>
                                          </p:spTgt>
                                        </p:tgtEl>
                                        <p:attrNameLst>
                                          <p:attrName>style.visibility</p:attrName>
                                        </p:attrNameLst>
                                      </p:cBhvr>
                                      <p:to>
                                        <p:strVal val="visible"/>
                                      </p:to>
                                    </p:set>
                                    <p:animEffect transition="in" filter="fade">
                                      <p:cBhvr>
                                        <p:cTn id="21" dur="500"/>
                                        <p:tgtEl>
                                          <p:spTgt spid="513026">
                                            <p:txEl>
                                              <p:pRg st="2" end="2"/>
                                            </p:txEl>
                                          </p:spTgt>
                                        </p:tgtEl>
                                      </p:cBhvr>
                                    </p:animEffect>
                                  </p:childTnLst>
                                </p:cTn>
                              </p:par>
                            </p:childTnLst>
                          </p:cTn>
                        </p:par>
                        <p:par>
                          <p:cTn id="22" fill="hold">
                            <p:stCondLst>
                              <p:cond delay="500"/>
                            </p:stCondLst>
                            <p:childTnLst>
                              <p:par>
                                <p:cTn id="23" presetID="10" presetClass="entr" presetSubtype="0" fill="hold" grpId="0" nodeType="afterEffect">
                                  <p:stCondLst>
                                    <p:cond delay="0"/>
                                  </p:stCondLst>
                                  <p:childTnLst>
                                    <p:set>
                                      <p:cBhvr>
                                        <p:cTn id="24" dur="1" fill="hold">
                                          <p:stCondLst>
                                            <p:cond delay="0"/>
                                          </p:stCondLst>
                                        </p:cTn>
                                        <p:tgtEl>
                                          <p:spTgt spid="513029"/>
                                        </p:tgtEl>
                                        <p:attrNameLst>
                                          <p:attrName>style.visibility</p:attrName>
                                        </p:attrNameLst>
                                      </p:cBhvr>
                                      <p:to>
                                        <p:strVal val="visible"/>
                                      </p:to>
                                    </p:set>
                                    <p:animEffect transition="in" filter="fade">
                                      <p:cBhvr>
                                        <p:cTn id="25" dur="500"/>
                                        <p:tgtEl>
                                          <p:spTgt spid="513029"/>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13028" grpId="0" animBg="1"/>
      <p:bldP spid="513029" grpId="0" animBg="1"/>
      <p:bldP spid="8" grpId="0" animBg="1"/>
    </p:bldLst>
  </p:timing>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00739" name="Rectangle 3"/>
          <p:cNvSpPr>
            <a:spLocks noGrp="1" noChangeArrowheads="1"/>
          </p:cNvSpPr>
          <p:nvPr>
            <p:ph idx="1"/>
          </p:nvPr>
        </p:nvSpPr>
        <p:spPr>
          <a:xfrm>
            <a:off x="190413" y="1066800"/>
            <a:ext cx="11804822" cy="5570355"/>
          </a:xfrm>
        </p:spPr>
        <p:txBody>
          <a:bodyPr/>
          <a:lstStyle/>
          <a:p>
            <a:pPr>
              <a:lnSpc>
                <a:spcPct val="100000"/>
              </a:lnSpc>
            </a:pPr>
            <a:r>
              <a:rPr lang="en-US" sz="3200" b="1" dirty="0">
                <a:solidFill>
                  <a:schemeClr val="tx2">
                    <a:lumMod val="75000"/>
                  </a:schemeClr>
                </a:solidFill>
                <a:latin typeface="Consolas" pitchFamily="49" charset="0"/>
              </a:rPr>
              <a:t>NULL</a:t>
            </a:r>
            <a:r>
              <a:rPr lang="en-US" sz="3200" dirty="0"/>
              <a:t> is a special value that means missing value</a:t>
            </a:r>
          </a:p>
          <a:p>
            <a:pPr lvl="1">
              <a:lnSpc>
                <a:spcPct val="100000"/>
              </a:lnSpc>
            </a:pPr>
            <a:r>
              <a:rPr lang="en-US" sz="3000" dirty="0"/>
              <a:t>Not the same as </a:t>
            </a:r>
            <a:r>
              <a:rPr lang="en-US" sz="3000" b="1" dirty="0">
                <a:solidFill>
                  <a:schemeClr val="tx2">
                    <a:lumMod val="75000"/>
                  </a:schemeClr>
                </a:solidFill>
                <a:latin typeface="Consolas" panose="020B0609020204030204" pitchFamily="49" charset="0"/>
                <a:cs typeface="Consolas" panose="020B0609020204030204" pitchFamily="49" charset="0"/>
              </a:rPr>
              <a:t>0</a:t>
            </a:r>
            <a:r>
              <a:rPr lang="en-US" sz="3000" dirty="0"/>
              <a:t> or a blank space</a:t>
            </a:r>
          </a:p>
          <a:p>
            <a:pPr>
              <a:lnSpc>
                <a:spcPct val="100000"/>
              </a:lnSpc>
            </a:pPr>
            <a:r>
              <a:rPr lang="en-US" sz="3200" dirty="0"/>
              <a:t>Checking for </a:t>
            </a:r>
            <a:r>
              <a:rPr lang="en-US" sz="3200" b="1" dirty="0">
                <a:solidFill>
                  <a:schemeClr val="tx2">
                    <a:lumMod val="75000"/>
                  </a:schemeClr>
                </a:solidFill>
                <a:latin typeface="Consolas" pitchFamily="49" charset="0"/>
                <a:cs typeface="Consolas" pitchFamily="49" charset="0"/>
              </a:rPr>
              <a:t>NULL</a:t>
            </a:r>
            <a:r>
              <a:rPr lang="en-US" sz="3200" dirty="0">
                <a:solidFill>
                  <a:schemeClr val="tx2">
                    <a:lumMod val="75000"/>
                  </a:schemeClr>
                </a:solidFill>
              </a:rPr>
              <a:t> </a:t>
            </a:r>
            <a:r>
              <a:rPr lang="en-US" sz="3200" dirty="0"/>
              <a:t>values</a:t>
            </a:r>
            <a:endParaRPr lang="en-US" sz="3200" b="1" dirty="0">
              <a:solidFill>
                <a:schemeClr val="tx2">
                  <a:lumMod val="75000"/>
                </a:schemeClr>
              </a:solidFill>
              <a:latin typeface="Consolas" pitchFamily="49" charset="0"/>
            </a:endParaRPr>
          </a:p>
        </p:txBody>
      </p:sp>
      <p:sp>
        <p:nvSpPr>
          <p:cNvPr id="8" name="Rectangle 4"/>
          <p:cNvSpPr>
            <a:spLocks noChangeArrowheads="1"/>
          </p:cNvSpPr>
          <p:nvPr/>
        </p:nvSpPr>
        <p:spPr bwMode="auto">
          <a:xfrm>
            <a:off x="2439988" y="4525089"/>
            <a:ext cx="7235824" cy="646331"/>
          </a:xfrm>
          <a:prstGeom prst="rect">
            <a:avLst/>
          </a:prstGeom>
          <a:solidFill>
            <a:srgbClr val="D9D5C7">
              <a:alpha val="20000"/>
            </a:srgbClr>
          </a:solidFill>
          <a:ln w="12700">
            <a:solidFill>
              <a:schemeClr val="accent5">
                <a:lumMod val="60000"/>
                <a:lumOff val="40000"/>
              </a:schemeClr>
            </a:solidFill>
          </a:ln>
        </p:spPr>
        <p:txBody>
          <a:bodyPr wrap="square">
            <a:spAutoFit/>
          </a:bodyPr>
          <a:lstStyle/>
          <a:p>
            <a:pPr eaLnBrk="0" hangingPunct="0">
              <a:buClr>
                <a:schemeClr val="accent5">
                  <a:lumMod val="40000"/>
                  <a:lumOff val="60000"/>
                </a:schemeClr>
              </a:buClr>
              <a:buSzPct val="70000"/>
            </a:pPr>
            <a:r>
              <a:rPr lang="en-US" b="1" noProof="1">
                <a:solidFill>
                  <a:schemeClr val="accent2">
                    <a:lumMod val="75000"/>
                  </a:schemeClr>
                </a:solidFill>
                <a:latin typeface="Consolas" pitchFamily="49" charset="0"/>
                <a:cs typeface="Consolas" pitchFamily="49" charset="0"/>
              </a:rPr>
              <a:t>SELECT LastName, ManagerId FROM Employees</a:t>
            </a:r>
          </a:p>
          <a:p>
            <a:pPr eaLnBrk="0" hangingPunct="0">
              <a:buClr>
                <a:schemeClr val="accent5">
                  <a:lumMod val="40000"/>
                  <a:lumOff val="60000"/>
                </a:schemeClr>
              </a:buClr>
              <a:buSzPct val="70000"/>
            </a:pPr>
            <a:r>
              <a:rPr lang="en-US" b="1" noProof="1">
                <a:solidFill>
                  <a:schemeClr val="accent2">
                    <a:lumMod val="75000"/>
                  </a:schemeClr>
                </a:solidFill>
                <a:latin typeface="Consolas" pitchFamily="49" charset="0"/>
                <a:cs typeface="Consolas" pitchFamily="49" charset="0"/>
              </a:rPr>
              <a:t>WHERE ManagerId </a:t>
            </a:r>
            <a:r>
              <a:rPr lang="en-US" b="1" noProof="1">
                <a:solidFill>
                  <a:schemeClr val="tx2">
                    <a:lumMod val="75000"/>
                  </a:schemeClr>
                </a:solidFill>
                <a:latin typeface="Consolas" pitchFamily="49" charset="0"/>
                <a:cs typeface="Consolas" pitchFamily="49" charset="0"/>
              </a:rPr>
              <a:t>IS NULL</a:t>
            </a:r>
          </a:p>
        </p:txBody>
      </p:sp>
      <p:sp>
        <p:nvSpPr>
          <p:cNvPr id="9" name="Rectangle 7"/>
          <p:cNvSpPr>
            <a:spLocks noChangeArrowheads="1"/>
          </p:cNvSpPr>
          <p:nvPr/>
        </p:nvSpPr>
        <p:spPr bwMode="auto">
          <a:xfrm>
            <a:off x="2439988" y="5569803"/>
            <a:ext cx="7235824" cy="646331"/>
          </a:xfrm>
          <a:prstGeom prst="rect">
            <a:avLst/>
          </a:prstGeom>
          <a:solidFill>
            <a:srgbClr val="D9D5C7">
              <a:alpha val="20000"/>
            </a:srgbClr>
          </a:solidFill>
          <a:ln w="12700">
            <a:solidFill>
              <a:schemeClr val="accent5">
                <a:lumMod val="60000"/>
                <a:lumOff val="40000"/>
              </a:schemeClr>
            </a:solidFill>
          </a:ln>
        </p:spPr>
        <p:txBody>
          <a:bodyPr wrap="square">
            <a:spAutoFit/>
          </a:bodyPr>
          <a:lstStyle/>
          <a:p>
            <a:pPr eaLnBrk="0" hangingPunct="0">
              <a:buClr>
                <a:schemeClr val="accent5">
                  <a:lumMod val="40000"/>
                  <a:lumOff val="60000"/>
                </a:schemeClr>
              </a:buClr>
              <a:buSzPct val="70000"/>
            </a:pPr>
            <a:r>
              <a:rPr lang="en-US" b="1" noProof="1">
                <a:solidFill>
                  <a:schemeClr val="accent2">
                    <a:lumMod val="75000"/>
                  </a:schemeClr>
                </a:solidFill>
                <a:latin typeface="Consolas" pitchFamily="49" charset="0"/>
                <a:cs typeface="Consolas" pitchFamily="49" charset="0"/>
              </a:rPr>
              <a:t>SELECT LastName, ManagerId FROM Employees</a:t>
            </a:r>
          </a:p>
          <a:p>
            <a:pPr eaLnBrk="0" hangingPunct="0">
              <a:buClr>
                <a:schemeClr val="accent5">
                  <a:lumMod val="40000"/>
                  <a:lumOff val="60000"/>
                </a:schemeClr>
              </a:buClr>
              <a:buSzPct val="70000"/>
            </a:pPr>
            <a:r>
              <a:rPr lang="en-US" b="1" noProof="1">
                <a:solidFill>
                  <a:schemeClr val="accent2">
                    <a:lumMod val="75000"/>
                  </a:schemeClr>
                </a:solidFill>
                <a:latin typeface="Consolas" pitchFamily="49" charset="0"/>
                <a:cs typeface="Consolas" pitchFamily="49" charset="0"/>
              </a:rPr>
              <a:t>WHERE ManagerId </a:t>
            </a:r>
            <a:r>
              <a:rPr lang="en-US" b="1" noProof="1">
                <a:solidFill>
                  <a:schemeClr val="tx2">
                    <a:lumMod val="75000"/>
                  </a:schemeClr>
                </a:solidFill>
                <a:latin typeface="Consolas" pitchFamily="49" charset="0"/>
                <a:cs typeface="Consolas" pitchFamily="49" charset="0"/>
              </a:rPr>
              <a:t>IS NOT NULL</a:t>
            </a:r>
          </a:p>
        </p:txBody>
      </p:sp>
      <p:sp>
        <p:nvSpPr>
          <p:cNvPr id="10" name="Rectangle 8"/>
          <p:cNvSpPr>
            <a:spLocks noChangeArrowheads="1"/>
          </p:cNvSpPr>
          <p:nvPr/>
        </p:nvSpPr>
        <p:spPr bwMode="auto">
          <a:xfrm>
            <a:off x="2439988" y="3207603"/>
            <a:ext cx="7235824" cy="646331"/>
          </a:xfrm>
          <a:prstGeom prst="rect">
            <a:avLst/>
          </a:prstGeom>
          <a:solidFill>
            <a:srgbClr val="D9D5C7">
              <a:alpha val="20000"/>
            </a:srgbClr>
          </a:solidFill>
          <a:ln w="12700">
            <a:solidFill>
              <a:schemeClr val="accent5">
                <a:lumMod val="60000"/>
                <a:lumOff val="40000"/>
              </a:schemeClr>
            </a:solidFill>
          </a:ln>
          <a:effectLst/>
        </p:spPr>
        <p:txBody>
          <a:bodyPr wrap="square">
            <a:spAutoFit/>
          </a:bodyPr>
          <a:lstStyle/>
          <a:p>
            <a:pPr eaLnBrk="0" hangingPunct="0">
              <a:buClr>
                <a:schemeClr val="accent5">
                  <a:lumMod val="40000"/>
                  <a:lumOff val="60000"/>
                </a:schemeClr>
              </a:buClr>
              <a:buSzPct val="70000"/>
            </a:pPr>
            <a:r>
              <a:rPr lang="en-US" b="1" noProof="1">
                <a:solidFill>
                  <a:schemeClr val="accent2">
                    <a:lumMod val="75000"/>
                  </a:schemeClr>
                </a:solidFill>
                <a:latin typeface="Consolas" pitchFamily="49" charset="0"/>
                <a:cs typeface="Consolas" pitchFamily="49" charset="0"/>
              </a:rPr>
              <a:t>SELECT LastName, ManagerId FROM Employees</a:t>
            </a:r>
          </a:p>
          <a:p>
            <a:pPr eaLnBrk="0" hangingPunct="0">
              <a:buClr>
                <a:schemeClr val="accent5">
                  <a:lumMod val="40000"/>
                  <a:lumOff val="60000"/>
                </a:schemeClr>
              </a:buClr>
              <a:buSzPct val="70000"/>
            </a:pPr>
            <a:r>
              <a:rPr lang="en-US" b="1" noProof="1">
                <a:solidFill>
                  <a:schemeClr val="accent2">
                    <a:lumMod val="75000"/>
                  </a:schemeClr>
                </a:solidFill>
                <a:latin typeface="Consolas" pitchFamily="49" charset="0"/>
                <a:cs typeface="Consolas" pitchFamily="49" charset="0"/>
              </a:rPr>
              <a:t>WHERE ManagerId = </a:t>
            </a:r>
            <a:r>
              <a:rPr lang="en-US" b="1" noProof="1">
                <a:solidFill>
                  <a:schemeClr val="accent1"/>
                </a:solidFill>
                <a:latin typeface="Consolas" pitchFamily="49" charset="0"/>
                <a:cs typeface="Consolas" pitchFamily="49" charset="0"/>
              </a:rPr>
              <a:t>NULL</a:t>
            </a:r>
          </a:p>
        </p:txBody>
      </p:sp>
      <p:sp>
        <p:nvSpPr>
          <p:cNvPr id="11" name="AutoShape 22"/>
          <p:cNvSpPr>
            <a:spLocks noChangeArrowheads="1"/>
          </p:cNvSpPr>
          <p:nvPr/>
        </p:nvSpPr>
        <p:spPr bwMode="auto">
          <a:xfrm>
            <a:off x="5730678" y="2080934"/>
            <a:ext cx="3048000" cy="794220"/>
          </a:xfrm>
          <a:prstGeom prst="wedgeRoundRectCallout">
            <a:avLst>
              <a:gd name="adj1" fmla="val -48341"/>
              <a:gd name="adj2" fmla="val 156002"/>
              <a:gd name="adj3" fmla="val 16667"/>
            </a:avLst>
          </a:prstGeom>
          <a:solidFill>
            <a:schemeClr val="accent2">
              <a:alpha val="95000"/>
            </a:schemeClr>
          </a:solidFill>
          <a:ln w="19050">
            <a:solidFill>
              <a:srgbClr val="F8D49E">
                <a:alpha val="80000"/>
              </a:srgbClr>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r>
              <a:rPr lang="en-US" sz="2800" noProof="1">
                <a:solidFill>
                  <a:schemeClr val="bg1"/>
                </a:solidFill>
                <a:latin typeface="Consolas" panose="020B0609020204030204" pitchFamily="49" charset="0"/>
                <a:cs typeface="Consolas" panose="020B0609020204030204" pitchFamily="49" charset="0"/>
              </a:rPr>
              <a:t>This is always false!</a:t>
            </a:r>
            <a:endParaRPr lang="bg-BG" sz="2800" noProof="1">
              <a:solidFill>
                <a:schemeClr val="bg1"/>
              </a:solidFill>
              <a:latin typeface="Consolas" panose="020B0609020204030204" pitchFamily="49" charset="0"/>
              <a:cs typeface="Consolas" panose="020B0609020204030204" pitchFamily="49" charset="0"/>
            </a:endParaRPr>
          </a:p>
        </p:txBody>
      </p:sp>
      <p:sp>
        <p:nvSpPr>
          <p:cNvPr id="3" name="&quot;Not Allowed&quot; Symbol 2"/>
          <p:cNvSpPr/>
          <p:nvPr/>
        </p:nvSpPr>
        <p:spPr>
          <a:xfrm>
            <a:off x="8761412" y="3623101"/>
            <a:ext cx="747600" cy="747600"/>
          </a:xfrm>
          <a:prstGeom prst="noSmoking">
            <a:avLst/>
          </a:prstGeom>
          <a:solidFill>
            <a:srgbClr val="FF0000"/>
          </a:solidFill>
          <a:ln>
            <a:solidFill>
              <a:srgbClr val="C00000"/>
            </a:solidFill>
          </a:ln>
          <a:effectLst>
            <a:glow rad="76200">
              <a:schemeClr val="tx1">
                <a:alpha val="20000"/>
              </a:schemeClr>
            </a:glo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2800">
              <a:solidFill>
                <a:schemeClr val="tx1"/>
              </a:solidFill>
            </a:endParaRPr>
          </a:p>
        </p:txBody>
      </p:sp>
      <p:sp>
        <p:nvSpPr>
          <p:cNvPr id="12" name="Rectangle 2">
            <a:extLst>
              <a:ext uri="{FF2B5EF4-FFF2-40B4-BE49-F238E27FC236}">
                <a16:creationId xmlns:a16="http://schemas.microsoft.com/office/drawing/2014/main" id="{2957DA85-B8FF-40F3-9A8E-427332296F7C}"/>
              </a:ext>
            </a:extLst>
          </p:cNvPr>
          <p:cNvSpPr txBox="1">
            <a:spLocks noChangeArrowheads="1"/>
          </p:cNvSpPr>
          <p:nvPr/>
        </p:nvSpPr>
        <p:spPr>
          <a:xfrm>
            <a:off x="379412" y="381000"/>
            <a:ext cx="10512862" cy="593726"/>
          </a:xfrm>
          <a:prstGeom prst="rect">
            <a:avLst/>
          </a:prstGeom>
        </p:spPr>
        <p:txBody>
          <a:bodyPr vert="horz" lIns="91440" tIns="45720" rIns="91440" bIns="45720" rtlCol="0" anchor="ctr">
            <a:normAutofit fontScale="90000" lnSpcReduction="10000"/>
          </a:bodyPr>
          <a:lstStyle>
            <a:lvl1pPr algn="l" defTabSz="914126" rtl="0" eaLnBrk="1" latinLnBrk="0" hangingPunct="1">
              <a:lnSpc>
                <a:spcPct val="90000"/>
              </a:lnSpc>
              <a:spcBef>
                <a:spcPct val="0"/>
              </a:spcBef>
              <a:buNone/>
              <a:defRPr sz="4399" kern="1200">
                <a:solidFill>
                  <a:schemeClr val="tx1"/>
                </a:solidFill>
                <a:latin typeface="+mj-lt"/>
                <a:ea typeface="+mj-ea"/>
                <a:cs typeface="+mj-cs"/>
              </a:defRPr>
            </a:lvl1pPr>
          </a:lstStyle>
          <a:p>
            <a:r>
              <a:rPr lang="en-US" b="1" dirty="0">
                <a:solidFill>
                  <a:srgbClr val="FF5050"/>
                </a:solidFill>
                <a:latin typeface="Times New Roman" panose="02020603050405020304" pitchFamily="18" charset="0"/>
                <a:cs typeface="Times New Roman" panose="02020603050405020304" pitchFamily="18" charset="0"/>
              </a:rPr>
              <a:t>Comparing with NULL</a:t>
            </a:r>
            <a:endParaRPr lang="bg-BG" b="1" dirty="0">
              <a:solidFill>
                <a:srgbClr val="FF5050"/>
              </a:solidFill>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2844560536"/>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nodeType="afterEffect">
                                  <p:stCondLst>
                                    <p:cond delay="0"/>
                                  </p:stCondLst>
                                  <p:childTnLst>
                                    <p:set>
                                      <p:cBhvr>
                                        <p:cTn id="6" dur="1" fill="hold">
                                          <p:stCondLst>
                                            <p:cond delay="0"/>
                                          </p:stCondLst>
                                        </p:cTn>
                                        <p:tgtEl>
                                          <p:spTgt spid="500739">
                                            <p:txEl>
                                              <p:pRg st="1" end="1"/>
                                            </p:txEl>
                                          </p:spTgt>
                                        </p:tgtEl>
                                        <p:attrNameLst>
                                          <p:attrName>style.visibility</p:attrName>
                                        </p:attrNameLst>
                                      </p:cBhvr>
                                      <p:to>
                                        <p:strVal val="visible"/>
                                      </p:to>
                                    </p:set>
                                    <p:animEffect transition="in" filter="fade">
                                      <p:cBhvr>
                                        <p:cTn id="7" dur="500"/>
                                        <p:tgtEl>
                                          <p:spTgt spid="500739">
                                            <p:txEl>
                                              <p:pRg st="1" end="1"/>
                                            </p:txEl>
                                          </p:spTgt>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nodeType="clickEffect">
                                  <p:stCondLst>
                                    <p:cond delay="0"/>
                                  </p:stCondLst>
                                  <p:childTnLst>
                                    <p:set>
                                      <p:cBhvr>
                                        <p:cTn id="11" dur="1" fill="hold">
                                          <p:stCondLst>
                                            <p:cond delay="0"/>
                                          </p:stCondLst>
                                        </p:cTn>
                                        <p:tgtEl>
                                          <p:spTgt spid="500739">
                                            <p:txEl>
                                              <p:pRg st="2" end="2"/>
                                            </p:txEl>
                                          </p:spTgt>
                                        </p:tgtEl>
                                        <p:attrNameLst>
                                          <p:attrName>style.visibility</p:attrName>
                                        </p:attrNameLst>
                                      </p:cBhvr>
                                      <p:to>
                                        <p:strVal val="visible"/>
                                      </p:to>
                                    </p:set>
                                    <p:animEffect transition="in" filter="fade">
                                      <p:cBhvr>
                                        <p:cTn id="12" dur="500"/>
                                        <p:tgtEl>
                                          <p:spTgt spid="500739">
                                            <p:txEl>
                                              <p:pRg st="2" end="2"/>
                                            </p:txEl>
                                          </p:spTgt>
                                        </p:tgtEl>
                                      </p:cBhvr>
                                    </p:animEffect>
                                  </p:childTnLst>
                                </p:cTn>
                              </p:par>
                            </p:childTnLst>
                          </p:cTn>
                        </p:par>
                        <p:par>
                          <p:cTn id="13" fill="hold">
                            <p:stCondLst>
                              <p:cond delay="500"/>
                            </p:stCondLst>
                            <p:childTnLst>
                              <p:par>
                                <p:cTn id="14" presetID="10" presetClass="entr" presetSubtype="0" fill="hold" grpId="0" nodeType="afterEffect">
                                  <p:stCondLst>
                                    <p:cond delay="0"/>
                                  </p:stCondLst>
                                  <p:childTnLst>
                                    <p:set>
                                      <p:cBhvr>
                                        <p:cTn id="15" dur="1" fill="hold">
                                          <p:stCondLst>
                                            <p:cond delay="0"/>
                                          </p:stCondLst>
                                        </p:cTn>
                                        <p:tgtEl>
                                          <p:spTgt spid="10"/>
                                        </p:tgtEl>
                                        <p:attrNameLst>
                                          <p:attrName>style.visibility</p:attrName>
                                        </p:attrNameLst>
                                      </p:cBhvr>
                                      <p:to>
                                        <p:strVal val="visible"/>
                                      </p:to>
                                    </p:set>
                                    <p:animEffect transition="in" filter="fade">
                                      <p:cBhvr>
                                        <p:cTn id="16" dur="500"/>
                                        <p:tgtEl>
                                          <p:spTgt spid="10"/>
                                        </p:tgtEl>
                                      </p:cBhvr>
                                    </p:animEffect>
                                  </p:childTnLst>
                                </p:cTn>
                              </p:par>
                            </p:childTnLst>
                          </p:cTn>
                        </p:par>
                      </p:childTnLst>
                    </p:cTn>
                  </p:par>
                  <p:par>
                    <p:cTn id="17" fill="hold">
                      <p:stCondLst>
                        <p:cond delay="indefinite"/>
                      </p:stCondLst>
                      <p:childTnLst>
                        <p:par>
                          <p:cTn id="18" fill="hold">
                            <p:stCondLst>
                              <p:cond delay="0"/>
                            </p:stCondLst>
                            <p:childTnLst>
                              <p:par>
                                <p:cTn id="19" presetID="10" presetClass="entr" presetSubtype="0" fill="hold" grpId="0" nodeType="clickEffect">
                                  <p:stCondLst>
                                    <p:cond delay="0"/>
                                  </p:stCondLst>
                                  <p:childTnLst>
                                    <p:set>
                                      <p:cBhvr>
                                        <p:cTn id="20" dur="1" fill="hold">
                                          <p:stCondLst>
                                            <p:cond delay="0"/>
                                          </p:stCondLst>
                                        </p:cTn>
                                        <p:tgtEl>
                                          <p:spTgt spid="3"/>
                                        </p:tgtEl>
                                        <p:attrNameLst>
                                          <p:attrName>style.visibility</p:attrName>
                                        </p:attrNameLst>
                                      </p:cBhvr>
                                      <p:to>
                                        <p:strVal val="visible"/>
                                      </p:to>
                                    </p:set>
                                    <p:animEffect transition="in" filter="fade">
                                      <p:cBhvr>
                                        <p:cTn id="21" dur="500"/>
                                        <p:tgtEl>
                                          <p:spTgt spid="3"/>
                                        </p:tgtEl>
                                      </p:cBhvr>
                                    </p:animEffect>
                                  </p:childTnLst>
                                </p:cTn>
                              </p:par>
                              <p:par>
                                <p:cTn id="22" presetID="10" presetClass="entr" presetSubtype="0" fill="hold" grpId="0" nodeType="withEffect">
                                  <p:stCondLst>
                                    <p:cond delay="0"/>
                                  </p:stCondLst>
                                  <p:childTnLst>
                                    <p:set>
                                      <p:cBhvr>
                                        <p:cTn id="23" dur="1" fill="hold">
                                          <p:stCondLst>
                                            <p:cond delay="0"/>
                                          </p:stCondLst>
                                        </p:cTn>
                                        <p:tgtEl>
                                          <p:spTgt spid="11"/>
                                        </p:tgtEl>
                                        <p:attrNameLst>
                                          <p:attrName>style.visibility</p:attrName>
                                        </p:attrNameLst>
                                      </p:cBhvr>
                                      <p:to>
                                        <p:strVal val="visible"/>
                                      </p:to>
                                    </p:set>
                                    <p:animEffect transition="in" filter="fade">
                                      <p:cBhvr>
                                        <p:cTn id="24" dur="500"/>
                                        <p:tgtEl>
                                          <p:spTgt spid="11"/>
                                        </p:tgtEl>
                                      </p:cBhvr>
                                    </p:animEffect>
                                  </p:childTnLst>
                                </p:cTn>
                              </p:par>
                            </p:childTnLst>
                          </p:cTn>
                        </p:par>
                      </p:childTnLst>
                    </p:cTn>
                  </p:par>
                  <p:par>
                    <p:cTn id="25" fill="hold">
                      <p:stCondLst>
                        <p:cond delay="indefinite"/>
                      </p:stCondLst>
                      <p:childTnLst>
                        <p:par>
                          <p:cTn id="26" fill="hold">
                            <p:stCondLst>
                              <p:cond delay="0"/>
                            </p:stCondLst>
                            <p:childTnLst>
                              <p:par>
                                <p:cTn id="27" presetID="10" presetClass="entr" presetSubtype="0" fill="hold" grpId="0" nodeType="clickEffect">
                                  <p:stCondLst>
                                    <p:cond delay="0"/>
                                  </p:stCondLst>
                                  <p:childTnLst>
                                    <p:set>
                                      <p:cBhvr>
                                        <p:cTn id="28" dur="1" fill="hold">
                                          <p:stCondLst>
                                            <p:cond delay="0"/>
                                          </p:stCondLst>
                                        </p:cTn>
                                        <p:tgtEl>
                                          <p:spTgt spid="8"/>
                                        </p:tgtEl>
                                        <p:attrNameLst>
                                          <p:attrName>style.visibility</p:attrName>
                                        </p:attrNameLst>
                                      </p:cBhvr>
                                      <p:to>
                                        <p:strVal val="visible"/>
                                      </p:to>
                                    </p:set>
                                    <p:animEffect transition="in" filter="fade">
                                      <p:cBhvr>
                                        <p:cTn id="29" dur="500"/>
                                        <p:tgtEl>
                                          <p:spTgt spid="8"/>
                                        </p:tgtEl>
                                      </p:cBhvr>
                                    </p:animEffect>
                                  </p:childTnLst>
                                </p:cTn>
                              </p:par>
                            </p:childTnLst>
                          </p:cTn>
                        </p:par>
                        <p:par>
                          <p:cTn id="30" fill="hold">
                            <p:stCondLst>
                              <p:cond delay="500"/>
                            </p:stCondLst>
                            <p:childTnLst>
                              <p:par>
                                <p:cTn id="31" presetID="10" presetClass="entr" presetSubtype="0" fill="hold" grpId="0" nodeType="afterEffect">
                                  <p:stCondLst>
                                    <p:cond delay="0"/>
                                  </p:stCondLst>
                                  <p:childTnLst>
                                    <p:set>
                                      <p:cBhvr>
                                        <p:cTn id="32" dur="1" fill="hold">
                                          <p:stCondLst>
                                            <p:cond delay="0"/>
                                          </p:stCondLst>
                                        </p:cTn>
                                        <p:tgtEl>
                                          <p:spTgt spid="9"/>
                                        </p:tgtEl>
                                        <p:attrNameLst>
                                          <p:attrName>style.visibility</p:attrName>
                                        </p:attrNameLst>
                                      </p:cBhvr>
                                      <p:to>
                                        <p:strVal val="visible"/>
                                      </p:to>
                                    </p:set>
                                    <p:animEffect transition="in" filter="fade">
                                      <p:cBhvr>
                                        <p:cTn id="33" dur="500"/>
                                        <p:tgtEl>
                                          <p:spTgt spid="9"/>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8" grpId="0" animBg="1"/>
      <p:bldP spid="9" grpId="0" animBg="1"/>
      <p:bldP spid="10" grpId="0" animBg="1"/>
      <p:bldP spid="11" grpId="0" animBg="1"/>
      <p:bldP spid="3" grpId="0" animBg="1"/>
    </p:bldLst>
  </p:timing>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17123" name="Rectangle 3"/>
          <p:cNvSpPr>
            <a:spLocks noGrp="1" noChangeArrowheads="1"/>
          </p:cNvSpPr>
          <p:nvPr>
            <p:ph idx="1"/>
          </p:nvPr>
        </p:nvSpPr>
        <p:spPr>
          <a:xfrm>
            <a:off x="837981" y="1143000"/>
            <a:ext cx="10512862" cy="4351338"/>
          </a:xfrm>
        </p:spPr>
        <p:txBody>
          <a:bodyPr/>
          <a:lstStyle/>
          <a:p>
            <a:pPr>
              <a:lnSpc>
                <a:spcPct val="100000"/>
              </a:lnSpc>
            </a:pPr>
            <a:r>
              <a:rPr lang="en-US" dirty="0">
                <a:latin typeface="Segoe UI" panose="020B0502040204020203" pitchFamily="34" charset="0"/>
                <a:cs typeface="Segoe UI" panose="020B0502040204020203" pitchFamily="34" charset="0"/>
              </a:rPr>
              <a:t>Sort rows with the </a:t>
            </a:r>
            <a:r>
              <a:rPr lang="en-US" b="1" dirty="0">
                <a:solidFill>
                  <a:schemeClr val="tx2">
                    <a:lumMod val="75000"/>
                  </a:schemeClr>
                </a:solidFill>
                <a:latin typeface="Segoe UI" panose="020B0502040204020203" pitchFamily="34" charset="0"/>
                <a:cs typeface="Segoe UI" panose="020B0502040204020203" pitchFamily="34" charset="0"/>
              </a:rPr>
              <a:t>ORDER BY </a:t>
            </a:r>
            <a:r>
              <a:rPr lang="en-US" dirty="0">
                <a:latin typeface="Segoe UI" panose="020B0502040204020203" pitchFamily="34" charset="0"/>
                <a:cs typeface="Segoe UI" panose="020B0502040204020203" pitchFamily="34" charset="0"/>
              </a:rPr>
              <a:t>clause</a:t>
            </a:r>
          </a:p>
          <a:p>
            <a:pPr lvl="1">
              <a:lnSpc>
                <a:spcPct val="100000"/>
              </a:lnSpc>
            </a:pPr>
            <a:r>
              <a:rPr lang="en-US" b="1" dirty="0">
                <a:solidFill>
                  <a:schemeClr val="tx2">
                    <a:lumMod val="75000"/>
                  </a:schemeClr>
                </a:solidFill>
                <a:latin typeface="Segoe UI" panose="020B0502040204020203" pitchFamily="34" charset="0"/>
                <a:cs typeface="Segoe UI" panose="020B0502040204020203" pitchFamily="34" charset="0"/>
              </a:rPr>
              <a:t>ASC</a:t>
            </a:r>
            <a:r>
              <a:rPr lang="en-US" dirty="0">
                <a:latin typeface="Segoe UI" panose="020B0502040204020203" pitchFamily="34" charset="0"/>
                <a:cs typeface="Segoe UI" panose="020B0502040204020203" pitchFamily="34" charset="0"/>
              </a:rPr>
              <a:t>: ascending order, default</a:t>
            </a:r>
          </a:p>
          <a:p>
            <a:pPr lvl="1">
              <a:lnSpc>
                <a:spcPct val="100000"/>
              </a:lnSpc>
            </a:pPr>
            <a:r>
              <a:rPr lang="en-US" b="1" dirty="0">
                <a:solidFill>
                  <a:schemeClr val="tx2">
                    <a:lumMod val="75000"/>
                  </a:schemeClr>
                </a:solidFill>
                <a:latin typeface="Segoe UI" panose="020B0502040204020203" pitchFamily="34" charset="0"/>
                <a:cs typeface="Segoe UI" panose="020B0502040204020203" pitchFamily="34" charset="0"/>
              </a:rPr>
              <a:t>DESC</a:t>
            </a:r>
            <a:r>
              <a:rPr lang="en-US" dirty="0">
                <a:latin typeface="Segoe UI" panose="020B0502040204020203" pitchFamily="34" charset="0"/>
                <a:cs typeface="Segoe UI" panose="020B0502040204020203" pitchFamily="34" charset="0"/>
              </a:rPr>
              <a:t>: descending order</a:t>
            </a:r>
          </a:p>
        </p:txBody>
      </p:sp>
      <p:sp>
        <p:nvSpPr>
          <p:cNvPr id="517124" name="Rectangle 4"/>
          <p:cNvSpPr>
            <a:spLocks noChangeArrowheads="1"/>
          </p:cNvSpPr>
          <p:nvPr/>
        </p:nvSpPr>
        <p:spPr bwMode="auto">
          <a:xfrm>
            <a:off x="912811" y="2572450"/>
            <a:ext cx="5943600" cy="1292662"/>
          </a:xfrm>
          <a:prstGeom prst="rect">
            <a:avLst/>
          </a:prstGeom>
          <a:solidFill>
            <a:srgbClr val="D9D5C7">
              <a:alpha val="20000"/>
            </a:srgbClr>
          </a:solidFill>
          <a:ln w="12700">
            <a:solidFill>
              <a:schemeClr val="accent5">
                <a:lumMod val="60000"/>
                <a:lumOff val="40000"/>
              </a:schemeClr>
            </a:solidFill>
          </a:ln>
        </p:spPr>
        <p:txBody>
          <a:bodyPr wrap="square">
            <a:spAutoFit/>
          </a:bodyPr>
          <a:lstStyle/>
          <a:p>
            <a:pPr eaLnBrk="0" hangingPunct="0">
              <a:buClr>
                <a:schemeClr val="accent5">
                  <a:lumMod val="40000"/>
                  <a:lumOff val="60000"/>
                </a:schemeClr>
              </a:buClr>
              <a:buSzPct val="70000"/>
            </a:pPr>
            <a:r>
              <a:rPr lang="en-US" sz="2600" b="1" noProof="1">
                <a:solidFill>
                  <a:schemeClr val="accent2">
                    <a:lumMod val="75000"/>
                  </a:schemeClr>
                </a:solidFill>
                <a:latin typeface="Consolas" pitchFamily="49" charset="0"/>
                <a:cs typeface="Consolas" pitchFamily="49" charset="0"/>
              </a:rPr>
              <a:t>  SELECT LastName, HireDate</a:t>
            </a:r>
          </a:p>
          <a:p>
            <a:pPr eaLnBrk="0" hangingPunct="0">
              <a:buClr>
                <a:schemeClr val="accent5">
                  <a:lumMod val="40000"/>
                  <a:lumOff val="60000"/>
                </a:schemeClr>
              </a:buClr>
              <a:buSzPct val="70000"/>
            </a:pPr>
            <a:r>
              <a:rPr lang="en-US" sz="2600" b="1" noProof="1">
                <a:solidFill>
                  <a:schemeClr val="accent2">
                    <a:lumMod val="75000"/>
                  </a:schemeClr>
                </a:solidFill>
                <a:latin typeface="Consolas" pitchFamily="49" charset="0"/>
                <a:cs typeface="Consolas" pitchFamily="49" charset="0"/>
              </a:rPr>
              <a:t>    FROM Employees</a:t>
            </a:r>
          </a:p>
          <a:p>
            <a:pPr eaLnBrk="0" hangingPunct="0">
              <a:buClr>
                <a:schemeClr val="accent5">
                  <a:lumMod val="40000"/>
                  <a:lumOff val="60000"/>
                </a:schemeClr>
              </a:buClr>
              <a:buSzPct val="70000"/>
            </a:pPr>
            <a:r>
              <a:rPr lang="en-US" sz="2600" b="1" noProof="1">
                <a:solidFill>
                  <a:schemeClr val="tx2">
                    <a:lumMod val="75000"/>
                  </a:schemeClr>
                </a:solidFill>
                <a:latin typeface="Consolas" pitchFamily="49" charset="0"/>
                <a:cs typeface="Consolas" pitchFamily="49" charset="0"/>
              </a:rPr>
              <a:t>ORDER BY </a:t>
            </a:r>
            <a:r>
              <a:rPr lang="en-US" sz="2600" b="1" noProof="1">
                <a:solidFill>
                  <a:schemeClr val="tx2"/>
                </a:solidFill>
                <a:latin typeface="Consolas" pitchFamily="49" charset="0"/>
                <a:cs typeface="Consolas" pitchFamily="49" charset="0"/>
              </a:rPr>
              <a:t>HireDate</a:t>
            </a:r>
          </a:p>
        </p:txBody>
      </p:sp>
      <p:graphicFrame>
        <p:nvGraphicFramePr>
          <p:cNvPr id="517125" name="Group 5"/>
          <p:cNvGraphicFramePr>
            <a:graphicFrameLocks noGrp="1"/>
          </p:cNvGraphicFramePr>
          <p:nvPr>
            <p:extLst>
              <p:ext uri="{D42A27DB-BD31-4B8C-83A1-F6EECF244321}">
                <p14:modId xmlns:p14="http://schemas.microsoft.com/office/powerpoint/2010/main" val="3047383107"/>
              </p:ext>
            </p:extLst>
          </p:nvPr>
        </p:nvGraphicFramePr>
        <p:xfrm>
          <a:off x="7615236" y="1507247"/>
          <a:ext cx="3203575" cy="1962912"/>
        </p:xfrm>
        <a:graphic>
          <a:graphicData uri="http://schemas.openxmlformats.org/drawingml/2006/table">
            <a:tbl>
              <a:tblPr>
                <a:tableStyleId>{8A107856-5554-42FB-B03E-39F5DBC370BA}</a:tableStyleId>
              </a:tblPr>
              <a:tblGrid>
                <a:gridCol w="1581150">
                  <a:extLst>
                    <a:ext uri="{9D8B030D-6E8A-4147-A177-3AD203B41FA5}">
                      <a16:colId xmlns:a16="http://schemas.microsoft.com/office/drawing/2014/main" val="20000"/>
                    </a:ext>
                  </a:extLst>
                </a:gridCol>
                <a:gridCol w="1622425">
                  <a:extLst>
                    <a:ext uri="{9D8B030D-6E8A-4147-A177-3AD203B41FA5}">
                      <a16:colId xmlns:a16="http://schemas.microsoft.com/office/drawing/2014/main" val="20001"/>
                    </a:ext>
                  </a:extLst>
                </a:gridCol>
              </a:tblGrid>
              <a:tr h="438912">
                <a:tc>
                  <a:txBody>
                    <a:bodyPr/>
                    <a:lstStyle/>
                    <a:p>
                      <a:pPr marL="0" marR="0" lvl="0" indent="0" algn="l" defTabSz="914400" rtl="0" eaLnBrk="0" fontAlgn="base" latinLnBrk="0" hangingPunct="0">
                        <a:lnSpc>
                          <a:spcPct val="95000"/>
                        </a:lnSpc>
                        <a:spcBef>
                          <a:spcPct val="40000"/>
                        </a:spcBef>
                        <a:spcAft>
                          <a:spcPct val="0"/>
                        </a:spcAft>
                        <a:buClr>
                          <a:schemeClr val="tx1"/>
                        </a:buClr>
                        <a:buSzTx/>
                        <a:buFontTx/>
                        <a:buNone/>
                        <a:tabLst/>
                      </a:pPr>
                      <a:r>
                        <a:rPr kumimoji="1" lang="en-US" sz="2400" u="none" strike="noStrike" cap="none" normalizeH="0" baseline="0" noProof="1">
                          <a:ln>
                            <a:noFill/>
                          </a:ln>
                          <a:effectLst/>
                        </a:rPr>
                        <a:t>LastName</a:t>
                      </a:r>
                      <a:endParaRPr kumimoji="1" lang="en-US" sz="2400" b="1" i="0" u="none" strike="noStrike" cap="none" normalizeH="0" baseline="0" noProof="1">
                        <a:ln>
                          <a:noFill/>
                        </a:ln>
                        <a:solidFill>
                          <a:srgbClr val="EBFFD2"/>
                        </a:solidFill>
                        <a:effectLst/>
                        <a:latin typeface="+mn-lt"/>
                      </a:endParaRPr>
                    </a:p>
                  </a:txBody>
                  <a:tcPr horzOverflow="overflow"/>
                </a:tc>
                <a:tc>
                  <a:txBody>
                    <a:bodyPr/>
                    <a:lstStyle/>
                    <a:p>
                      <a:pPr marL="0" marR="0" lvl="0" indent="0" algn="l" defTabSz="914400" rtl="0" eaLnBrk="0" fontAlgn="base" latinLnBrk="0" hangingPunct="0">
                        <a:lnSpc>
                          <a:spcPct val="95000"/>
                        </a:lnSpc>
                        <a:spcBef>
                          <a:spcPct val="40000"/>
                        </a:spcBef>
                        <a:spcAft>
                          <a:spcPct val="0"/>
                        </a:spcAft>
                        <a:buClr>
                          <a:schemeClr val="tx1"/>
                        </a:buClr>
                        <a:buSzTx/>
                        <a:buFontTx/>
                        <a:buNone/>
                        <a:tabLst/>
                      </a:pPr>
                      <a:r>
                        <a:rPr kumimoji="1" lang="en-US" sz="2400" u="none" strike="noStrike" cap="none" normalizeH="0" baseline="0" noProof="1">
                          <a:ln>
                            <a:noFill/>
                          </a:ln>
                          <a:effectLst/>
                        </a:rPr>
                        <a:t>HireDate</a:t>
                      </a:r>
                      <a:endParaRPr kumimoji="1" lang="en-US" sz="2400" b="1" i="0" u="none" strike="noStrike" cap="none" normalizeH="0" baseline="0" noProof="1">
                        <a:ln>
                          <a:noFill/>
                        </a:ln>
                        <a:solidFill>
                          <a:srgbClr val="EBFFD2"/>
                        </a:solidFill>
                        <a:effectLst/>
                        <a:latin typeface="+mn-lt"/>
                      </a:endParaRPr>
                    </a:p>
                  </a:txBody>
                  <a:tcPr horzOverflow="overflow"/>
                </a:tc>
                <a:extLst>
                  <a:ext uri="{0D108BD9-81ED-4DB2-BD59-A6C34878D82A}">
                    <a16:rowId xmlns:a16="http://schemas.microsoft.com/office/drawing/2014/main" val="10000"/>
                  </a:ext>
                </a:extLst>
              </a:tr>
              <a:tr h="381000">
                <a:tc>
                  <a:txBody>
                    <a:bodyPr/>
                    <a:lstStyle/>
                    <a:p>
                      <a:pPr marL="0" marR="0" lvl="0" indent="0" algn="l" defTabSz="914400" rtl="0" eaLnBrk="0" fontAlgn="base" latinLnBrk="0" hangingPunct="0">
                        <a:lnSpc>
                          <a:spcPct val="95000"/>
                        </a:lnSpc>
                        <a:spcBef>
                          <a:spcPct val="40000"/>
                        </a:spcBef>
                        <a:spcAft>
                          <a:spcPct val="0"/>
                        </a:spcAft>
                        <a:buClr>
                          <a:schemeClr val="tx1"/>
                        </a:buClr>
                        <a:buSzTx/>
                        <a:buFontTx/>
                        <a:buNone/>
                        <a:tabLst/>
                      </a:pPr>
                      <a:r>
                        <a:rPr kumimoji="1" lang="en-US" sz="2000" u="none" strike="noStrike" cap="none" normalizeH="0" baseline="0" dirty="0">
                          <a:ln>
                            <a:noFill/>
                          </a:ln>
                          <a:effectLst/>
                        </a:rPr>
                        <a:t>Gilbert</a:t>
                      </a:r>
                      <a:endParaRPr kumimoji="1" lang="bg-BG" sz="2000" b="1" i="0" u="none" strike="noStrike" cap="none" normalizeH="0" baseline="0" dirty="0">
                        <a:ln>
                          <a:noFill/>
                        </a:ln>
                        <a:solidFill>
                          <a:srgbClr val="EBFFD2"/>
                        </a:solidFill>
                        <a:effectLst/>
                        <a:latin typeface="+mn-lt"/>
                      </a:endParaRPr>
                    </a:p>
                  </a:txBody>
                  <a:tcPr horzOverflow="overflow"/>
                </a:tc>
                <a:tc>
                  <a:txBody>
                    <a:bodyPr/>
                    <a:lstStyle/>
                    <a:p>
                      <a:pPr marL="0" marR="0" lvl="0" indent="0" algn="l" defTabSz="914400" rtl="0" eaLnBrk="0" fontAlgn="base" latinLnBrk="0" hangingPunct="0">
                        <a:lnSpc>
                          <a:spcPct val="95000"/>
                        </a:lnSpc>
                        <a:spcBef>
                          <a:spcPct val="40000"/>
                        </a:spcBef>
                        <a:spcAft>
                          <a:spcPct val="0"/>
                        </a:spcAft>
                        <a:buClr>
                          <a:schemeClr val="tx1"/>
                        </a:buClr>
                        <a:buSzTx/>
                        <a:buFontTx/>
                        <a:buNone/>
                        <a:tabLst/>
                      </a:pPr>
                      <a:r>
                        <a:rPr kumimoji="1" lang="en-US" sz="2000" u="none" strike="noStrike" cap="none" normalizeH="0" baseline="0" dirty="0">
                          <a:ln>
                            <a:noFill/>
                          </a:ln>
                          <a:effectLst/>
                        </a:rPr>
                        <a:t>1998-07-31</a:t>
                      </a:r>
                      <a:endParaRPr kumimoji="1" lang="bg-BG" sz="2000" b="1" i="0" u="none" strike="noStrike" cap="none" normalizeH="0" baseline="0" dirty="0">
                        <a:ln>
                          <a:noFill/>
                        </a:ln>
                        <a:solidFill>
                          <a:srgbClr val="EBFFD2"/>
                        </a:solidFill>
                        <a:effectLst/>
                        <a:latin typeface="+mn-lt"/>
                      </a:endParaRPr>
                    </a:p>
                  </a:txBody>
                  <a:tcPr horzOverflow="overflow"/>
                </a:tc>
                <a:extLst>
                  <a:ext uri="{0D108BD9-81ED-4DB2-BD59-A6C34878D82A}">
                    <a16:rowId xmlns:a16="http://schemas.microsoft.com/office/drawing/2014/main" val="10001"/>
                  </a:ext>
                </a:extLst>
              </a:tr>
              <a:tr h="381000">
                <a:tc>
                  <a:txBody>
                    <a:bodyPr/>
                    <a:lstStyle/>
                    <a:p>
                      <a:pPr marL="0" marR="0" lvl="0" indent="0" algn="l" defTabSz="914400" rtl="0" eaLnBrk="0" fontAlgn="base" latinLnBrk="0" hangingPunct="0">
                        <a:lnSpc>
                          <a:spcPct val="95000"/>
                        </a:lnSpc>
                        <a:spcBef>
                          <a:spcPct val="40000"/>
                        </a:spcBef>
                        <a:spcAft>
                          <a:spcPct val="0"/>
                        </a:spcAft>
                        <a:buClr>
                          <a:schemeClr val="tx1"/>
                        </a:buClr>
                        <a:buSzTx/>
                        <a:buFontTx/>
                        <a:buNone/>
                        <a:tabLst/>
                      </a:pPr>
                      <a:r>
                        <a:rPr kumimoji="1" lang="en-US" sz="2000" u="none" strike="noStrike" cap="none" normalizeH="0" baseline="0" dirty="0">
                          <a:ln>
                            <a:noFill/>
                          </a:ln>
                          <a:effectLst/>
                        </a:rPr>
                        <a:t>Brown</a:t>
                      </a:r>
                      <a:endParaRPr kumimoji="1" lang="bg-BG" sz="2000" b="1" i="0" u="none" strike="noStrike" cap="none" normalizeH="0" baseline="0" dirty="0">
                        <a:ln>
                          <a:noFill/>
                        </a:ln>
                        <a:solidFill>
                          <a:srgbClr val="EBFFD2"/>
                        </a:solidFill>
                        <a:effectLst/>
                        <a:latin typeface="+mn-lt"/>
                      </a:endParaRPr>
                    </a:p>
                  </a:txBody>
                  <a:tcPr horzOverflow="overflow"/>
                </a:tc>
                <a:tc>
                  <a:txBody>
                    <a:bodyPr/>
                    <a:lstStyle/>
                    <a:p>
                      <a:pPr marL="0" marR="0" lvl="0" indent="0" algn="l" defTabSz="914400" rtl="0" eaLnBrk="0" fontAlgn="base" latinLnBrk="0" hangingPunct="0">
                        <a:lnSpc>
                          <a:spcPct val="95000"/>
                        </a:lnSpc>
                        <a:spcBef>
                          <a:spcPct val="40000"/>
                        </a:spcBef>
                        <a:spcAft>
                          <a:spcPct val="0"/>
                        </a:spcAft>
                        <a:buClr>
                          <a:schemeClr val="tx1"/>
                        </a:buClr>
                        <a:buSzTx/>
                        <a:buFontTx/>
                        <a:buNone/>
                        <a:tabLst/>
                      </a:pPr>
                      <a:r>
                        <a:rPr kumimoji="1" lang="en-US" sz="2000" u="none" strike="noStrike" cap="none" normalizeH="0" baseline="0" dirty="0">
                          <a:ln>
                            <a:noFill/>
                          </a:ln>
                          <a:effectLst/>
                        </a:rPr>
                        <a:t>1999-02-26</a:t>
                      </a:r>
                      <a:endParaRPr kumimoji="1" lang="bg-BG" sz="2000" b="1" i="0" u="none" strike="noStrike" cap="none" normalizeH="0" baseline="0" dirty="0">
                        <a:ln>
                          <a:noFill/>
                        </a:ln>
                        <a:solidFill>
                          <a:srgbClr val="EBFFD2"/>
                        </a:solidFill>
                        <a:effectLst/>
                        <a:latin typeface="+mn-lt"/>
                      </a:endParaRPr>
                    </a:p>
                  </a:txBody>
                  <a:tcPr horzOverflow="overflow"/>
                </a:tc>
                <a:extLst>
                  <a:ext uri="{0D108BD9-81ED-4DB2-BD59-A6C34878D82A}">
                    <a16:rowId xmlns:a16="http://schemas.microsoft.com/office/drawing/2014/main" val="10002"/>
                  </a:ext>
                </a:extLst>
              </a:tr>
              <a:tr h="381000">
                <a:tc>
                  <a:txBody>
                    <a:bodyPr/>
                    <a:lstStyle/>
                    <a:p>
                      <a:pPr marL="0" marR="0" lvl="0" indent="0" algn="l" defTabSz="914400" rtl="0" eaLnBrk="0" fontAlgn="base" latinLnBrk="0" hangingPunct="0">
                        <a:lnSpc>
                          <a:spcPct val="95000"/>
                        </a:lnSpc>
                        <a:spcBef>
                          <a:spcPct val="40000"/>
                        </a:spcBef>
                        <a:spcAft>
                          <a:spcPct val="0"/>
                        </a:spcAft>
                        <a:buClr>
                          <a:schemeClr val="tx1"/>
                        </a:buClr>
                        <a:buSzTx/>
                        <a:buFontTx/>
                        <a:buNone/>
                        <a:tabLst/>
                      </a:pPr>
                      <a:r>
                        <a:rPr kumimoji="1" lang="en-US" sz="2000" u="none" strike="noStrike" cap="none" normalizeH="0" baseline="0">
                          <a:ln>
                            <a:noFill/>
                          </a:ln>
                          <a:effectLst/>
                        </a:rPr>
                        <a:t>Tamburello</a:t>
                      </a:r>
                      <a:endParaRPr kumimoji="1" lang="bg-BG" sz="2000" b="1" i="0" u="none" strike="noStrike" cap="none" normalizeH="0" baseline="0">
                        <a:ln>
                          <a:noFill/>
                        </a:ln>
                        <a:solidFill>
                          <a:srgbClr val="EBFFD2"/>
                        </a:solidFill>
                        <a:effectLst/>
                        <a:latin typeface="+mn-lt"/>
                      </a:endParaRPr>
                    </a:p>
                  </a:txBody>
                  <a:tcPr horzOverflow="overflow"/>
                </a:tc>
                <a:tc>
                  <a:txBody>
                    <a:bodyPr/>
                    <a:lstStyle/>
                    <a:p>
                      <a:pPr marL="0" marR="0" lvl="0" indent="0" algn="l" defTabSz="914400" rtl="0" eaLnBrk="0" fontAlgn="base" latinLnBrk="0" hangingPunct="0">
                        <a:lnSpc>
                          <a:spcPct val="95000"/>
                        </a:lnSpc>
                        <a:spcBef>
                          <a:spcPct val="40000"/>
                        </a:spcBef>
                        <a:spcAft>
                          <a:spcPct val="0"/>
                        </a:spcAft>
                        <a:buClr>
                          <a:schemeClr val="tx1"/>
                        </a:buClr>
                        <a:buSzTx/>
                        <a:buFontTx/>
                        <a:buNone/>
                        <a:tabLst/>
                      </a:pPr>
                      <a:r>
                        <a:rPr kumimoji="1" lang="en-US" sz="2000" u="none" strike="noStrike" cap="none" normalizeH="0" baseline="0" dirty="0">
                          <a:ln>
                            <a:noFill/>
                          </a:ln>
                          <a:effectLst/>
                        </a:rPr>
                        <a:t>1999-12-12</a:t>
                      </a:r>
                      <a:endParaRPr kumimoji="1" lang="bg-BG" sz="2000" b="1" i="0" u="none" strike="noStrike" cap="none" normalizeH="0" baseline="0" dirty="0">
                        <a:ln>
                          <a:noFill/>
                        </a:ln>
                        <a:solidFill>
                          <a:srgbClr val="EBFFD2"/>
                        </a:solidFill>
                        <a:effectLst/>
                        <a:latin typeface="+mn-lt"/>
                      </a:endParaRPr>
                    </a:p>
                  </a:txBody>
                  <a:tcPr horzOverflow="overflow"/>
                </a:tc>
                <a:extLst>
                  <a:ext uri="{0D108BD9-81ED-4DB2-BD59-A6C34878D82A}">
                    <a16:rowId xmlns:a16="http://schemas.microsoft.com/office/drawing/2014/main" val="10003"/>
                  </a:ext>
                </a:extLst>
              </a:tr>
              <a:tr h="381000">
                <a:tc>
                  <a:txBody>
                    <a:bodyPr/>
                    <a:lstStyle/>
                    <a:p>
                      <a:pPr marL="0" marR="0" lvl="0" indent="0" algn="l" defTabSz="914400" rtl="0" eaLnBrk="0" fontAlgn="base" latinLnBrk="0" hangingPunct="0">
                        <a:lnSpc>
                          <a:spcPct val="95000"/>
                        </a:lnSpc>
                        <a:spcBef>
                          <a:spcPct val="40000"/>
                        </a:spcBef>
                        <a:spcAft>
                          <a:spcPct val="0"/>
                        </a:spcAft>
                        <a:buClr>
                          <a:schemeClr val="tx1"/>
                        </a:buClr>
                        <a:buSzTx/>
                        <a:buFontTx/>
                        <a:buNone/>
                        <a:tabLst/>
                      </a:pPr>
                      <a:r>
                        <a:rPr kumimoji="1" lang="en-US" sz="2000" u="none" strike="noStrike" cap="none" normalizeH="0" baseline="0" dirty="0">
                          <a:ln>
                            <a:noFill/>
                          </a:ln>
                          <a:effectLst/>
                        </a:rPr>
                        <a:t>…</a:t>
                      </a:r>
                      <a:endParaRPr kumimoji="1" lang="bg-BG" sz="2000" b="1" i="0" u="none" strike="noStrike" cap="none" normalizeH="0" baseline="0" dirty="0">
                        <a:ln>
                          <a:noFill/>
                        </a:ln>
                        <a:solidFill>
                          <a:srgbClr val="EBFFD2"/>
                        </a:solidFill>
                        <a:effectLst/>
                        <a:latin typeface="+mn-lt"/>
                      </a:endParaRPr>
                    </a:p>
                  </a:txBody>
                  <a:tcPr horzOverflow="overflow"/>
                </a:tc>
                <a:tc>
                  <a:txBody>
                    <a:bodyPr/>
                    <a:lstStyle/>
                    <a:p>
                      <a:pPr marL="0" marR="0" lvl="0" indent="0" algn="l" defTabSz="914400" rtl="0" eaLnBrk="0" fontAlgn="base" latinLnBrk="0" hangingPunct="0">
                        <a:lnSpc>
                          <a:spcPct val="95000"/>
                        </a:lnSpc>
                        <a:spcBef>
                          <a:spcPct val="40000"/>
                        </a:spcBef>
                        <a:spcAft>
                          <a:spcPct val="0"/>
                        </a:spcAft>
                        <a:buClr>
                          <a:schemeClr val="tx1"/>
                        </a:buClr>
                        <a:buSzTx/>
                        <a:buFontTx/>
                        <a:buNone/>
                        <a:tabLst/>
                      </a:pPr>
                      <a:r>
                        <a:rPr kumimoji="1" lang="en-US" sz="2000" u="none" strike="noStrike" cap="none" normalizeH="0" baseline="0" dirty="0">
                          <a:ln>
                            <a:noFill/>
                          </a:ln>
                          <a:effectLst/>
                        </a:rPr>
                        <a:t>…</a:t>
                      </a:r>
                      <a:endParaRPr kumimoji="1" lang="bg-BG" sz="2000" b="1" i="0" u="none" strike="noStrike" cap="none" normalizeH="0" baseline="0" dirty="0">
                        <a:ln>
                          <a:noFill/>
                        </a:ln>
                        <a:solidFill>
                          <a:srgbClr val="EBFFD2"/>
                        </a:solidFill>
                        <a:effectLst/>
                        <a:latin typeface="+mn-lt"/>
                      </a:endParaRPr>
                    </a:p>
                  </a:txBody>
                  <a:tcPr horzOverflow="overflow"/>
                </a:tc>
                <a:extLst>
                  <a:ext uri="{0D108BD9-81ED-4DB2-BD59-A6C34878D82A}">
                    <a16:rowId xmlns:a16="http://schemas.microsoft.com/office/drawing/2014/main" val="10004"/>
                  </a:ext>
                </a:extLst>
              </a:tr>
            </a:tbl>
          </a:graphicData>
        </a:graphic>
      </p:graphicFrame>
      <p:sp>
        <p:nvSpPr>
          <p:cNvPr id="517145" name="Rectangle 25"/>
          <p:cNvSpPr>
            <a:spLocks noChangeArrowheads="1"/>
          </p:cNvSpPr>
          <p:nvPr/>
        </p:nvSpPr>
        <p:spPr bwMode="auto">
          <a:xfrm>
            <a:off x="912811" y="4270375"/>
            <a:ext cx="5943600" cy="1292662"/>
          </a:xfrm>
          <a:prstGeom prst="rect">
            <a:avLst/>
          </a:prstGeom>
          <a:solidFill>
            <a:srgbClr val="D9D5C7">
              <a:alpha val="20000"/>
            </a:srgbClr>
          </a:solidFill>
          <a:ln w="12700">
            <a:solidFill>
              <a:schemeClr val="accent5">
                <a:lumMod val="60000"/>
                <a:lumOff val="40000"/>
              </a:schemeClr>
            </a:solidFill>
          </a:ln>
        </p:spPr>
        <p:txBody>
          <a:bodyPr wrap="square">
            <a:spAutoFit/>
          </a:bodyPr>
          <a:lstStyle/>
          <a:p>
            <a:pPr eaLnBrk="0" hangingPunct="0">
              <a:buClr>
                <a:schemeClr val="accent5">
                  <a:lumMod val="40000"/>
                  <a:lumOff val="60000"/>
                </a:schemeClr>
              </a:buClr>
              <a:buSzPct val="70000"/>
            </a:pPr>
            <a:r>
              <a:rPr lang="en-US" sz="2600" b="1" noProof="1">
                <a:solidFill>
                  <a:schemeClr val="accent2">
                    <a:lumMod val="75000"/>
                  </a:schemeClr>
                </a:solidFill>
                <a:latin typeface="Consolas" pitchFamily="49" charset="0"/>
                <a:cs typeface="Consolas" pitchFamily="49" charset="0"/>
              </a:rPr>
              <a:t>  SELECT LastName, HireDate</a:t>
            </a:r>
          </a:p>
          <a:p>
            <a:pPr eaLnBrk="0" hangingPunct="0">
              <a:buClr>
                <a:schemeClr val="accent5">
                  <a:lumMod val="40000"/>
                  <a:lumOff val="60000"/>
                </a:schemeClr>
              </a:buClr>
              <a:buSzPct val="70000"/>
            </a:pPr>
            <a:r>
              <a:rPr lang="en-US" sz="2600" b="1" noProof="1">
                <a:solidFill>
                  <a:schemeClr val="accent2">
                    <a:lumMod val="75000"/>
                  </a:schemeClr>
                </a:solidFill>
                <a:latin typeface="Consolas" pitchFamily="49" charset="0"/>
                <a:cs typeface="Consolas" pitchFamily="49" charset="0"/>
              </a:rPr>
              <a:t>    FROM Employees</a:t>
            </a:r>
          </a:p>
          <a:p>
            <a:pPr eaLnBrk="0" hangingPunct="0">
              <a:buClr>
                <a:schemeClr val="accent5">
                  <a:lumMod val="40000"/>
                  <a:lumOff val="60000"/>
                </a:schemeClr>
              </a:buClr>
              <a:buSzPct val="70000"/>
            </a:pPr>
            <a:r>
              <a:rPr lang="en-US" sz="2600" b="1" noProof="1">
                <a:solidFill>
                  <a:schemeClr val="tx2">
                    <a:lumMod val="75000"/>
                  </a:schemeClr>
                </a:solidFill>
                <a:latin typeface="Consolas" pitchFamily="49" charset="0"/>
                <a:cs typeface="Consolas" pitchFamily="49" charset="0"/>
              </a:rPr>
              <a:t>ORDER BY </a:t>
            </a:r>
            <a:r>
              <a:rPr lang="en-US" sz="2600" b="1" noProof="1">
                <a:solidFill>
                  <a:schemeClr val="tx2"/>
                </a:solidFill>
                <a:latin typeface="Consolas" pitchFamily="49" charset="0"/>
                <a:cs typeface="Consolas" pitchFamily="49" charset="0"/>
              </a:rPr>
              <a:t>HireDate</a:t>
            </a:r>
            <a:r>
              <a:rPr lang="en-US" sz="2600" b="1" noProof="1">
                <a:solidFill>
                  <a:schemeClr val="tx2">
                    <a:lumMod val="75000"/>
                  </a:schemeClr>
                </a:solidFill>
                <a:latin typeface="Consolas" pitchFamily="49" charset="0"/>
                <a:cs typeface="Consolas" pitchFamily="49" charset="0"/>
              </a:rPr>
              <a:t> DESC</a:t>
            </a:r>
          </a:p>
        </p:txBody>
      </p:sp>
      <p:graphicFrame>
        <p:nvGraphicFramePr>
          <p:cNvPr id="517146" name="Group 26"/>
          <p:cNvGraphicFramePr>
            <a:graphicFrameLocks noGrp="1"/>
          </p:cNvGraphicFramePr>
          <p:nvPr>
            <p:extLst>
              <p:ext uri="{D42A27DB-BD31-4B8C-83A1-F6EECF244321}">
                <p14:modId xmlns:p14="http://schemas.microsoft.com/office/powerpoint/2010/main" val="2105412581"/>
              </p:ext>
            </p:extLst>
          </p:nvPr>
        </p:nvGraphicFramePr>
        <p:xfrm>
          <a:off x="7615236" y="3813175"/>
          <a:ext cx="3203575" cy="1962912"/>
        </p:xfrm>
        <a:graphic>
          <a:graphicData uri="http://schemas.openxmlformats.org/drawingml/2006/table">
            <a:tbl>
              <a:tblPr>
                <a:tableStyleId>{8A107856-5554-42FB-B03E-39F5DBC370BA}</a:tableStyleId>
              </a:tblPr>
              <a:tblGrid>
                <a:gridCol w="1581150">
                  <a:extLst>
                    <a:ext uri="{9D8B030D-6E8A-4147-A177-3AD203B41FA5}">
                      <a16:colId xmlns:a16="http://schemas.microsoft.com/office/drawing/2014/main" val="20000"/>
                    </a:ext>
                  </a:extLst>
                </a:gridCol>
                <a:gridCol w="1622425">
                  <a:extLst>
                    <a:ext uri="{9D8B030D-6E8A-4147-A177-3AD203B41FA5}">
                      <a16:colId xmlns:a16="http://schemas.microsoft.com/office/drawing/2014/main" val="20001"/>
                    </a:ext>
                  </a:extLst>
                </a:gridCol>
              </a:tblGrid>
              <a:tr h="438912">
                <a:tc>
                  <a:txBody>
                    <a:bodyPr/>
                    <a:lstStyle/>
                    <a:p>
                      <a:pPr marL="0" marR="0" lvl="0" indent="0" algn="l" defTabSz="914400" rtl="0" eaLnBrk="0" fontAlgn="base" latinLnBrk="0" hangingPunct="0">
                        <a:lnSpc>
                          <a:spcPct val="95000"/>
                        </a:lnSpc>
                        <a:spcBef>
                          <a:spcPct val="40000"/>
                        </a:spcBef>
                        <a:spcAft>
                          <a:spcPct val="0"/>
                        </a:spcAft>
                        <a:buClr>
                          <a:schemeClr val="tx1"/>
                        </a:buClr>
                        <a:buSzTx/>
                        <a:buFontTx/>
                        <a:buNone/>
                        <a:tabLst/>
                      </a:pPr>
                      <a:r>
                        <a:rPr kumimoji="1" lang="en-US" sz="2400" u="none" strike="noStrike" cap="none" normalizeH="0" baseline="0" noProof="1">
                          <a:ln>
                            <a:noFill/>
                          </a:ln>
                          <a:effectLst/>
                        </a:rPr>
                        <a:t>LastName</a:t>
                      </a:r>
                      <a:endParaRPr kumimoji="1" lang="en-US" sz="2400" b="1" i="0" u="none" strike="noStrike" cap="none" normalizeH="0" baseline="0" noProof="1">
                        <a:ln>
                          <a:noFill/>
                        </a:ln>
                        <a:solidFill>
                          <a:srgbClr val="EBFFD2"/>
                        </a:solidFill>
                        <a:effectLst/>
                        <a:latin typeface="+mn-lt"/>
                      </a:endParaRPr>
                    </a:p>
                  </a:txBody>
                  <a:tcPr horzOverflow="overflow"/>
                </a:tc>
                <a:tc>
                  <a:txBody>
                    <a:bodyPr/>
                    <a:lstStyle/>
                    <a:p>
                      <a:pPr marL="0" marR="0" lvl="0" indent="0" algn="l" defTabSz="914400" rtl="0" eaLnBrk="0" fontAlgn="base" latinLnBrk="0" hangingPunct="0">
                        <a:lnSpc>
                          <a:spcPct val="95000"/>
                        </a:lnSpc>
                        <a:spcBef>
                          <a:spcPct val="40000"/>
                        </a:spcBef>
                        <a:spcAft>
                          <a:spcPct val="0"/>
                        </a:spcAft>
                        <a:buClr>
                          <a:schemeClr val="tx1"/>
                        </a:buClr>
                        <a:buSzTx/>
                        <a:buFontTx/>
                        <a:buNone/>
                        <a:tabLst/>
                      </a:pPr>
                      <a:r>
                        <a:rPr kumimoji="1" lang="en-US" sz="2400" u="none" strike="noStrike" cap="none" normalizeH="0" baseline="0" noProof="1">
                          <a:ln>
                            <a:noFill/>
                          </a:ln>
                          <a:effectLst/>
                        </a:rPr>
                        <a:t>HireDate</a:t>
                      </a:r>
                      <a:endParaRPr kumimoji="1" lang="en-US" sz="2400" b="1" i="0" u="none" strike="noStrike" cap="none" normalizeH="0" baseline="0" noProof="1">
                        <a:ln>
                          <a:noFill/>
                        </a:ln>
                        <a:solidFill>
                          <a:srgbClr val="EBFFD2"/>
                        </a:solidFill>
                        <a:effectLst/>
                        <a:latin typeface="+mn-lt"/>
                      </a:endParaRPr>
                    </a:p>
                  </a:txBody>
                  <a:tcPr horzOverflow="overflow"/>
                </a:tc>
                <a:extLst>
                  <a:ext uri="{0D108BD9-81ED-4DB2-BD59-A6C34878D82A}">
                    <a16:rowId xmlns:a16="http://schemas.microsoft.com/office/drawing/2014/main" val="10000"/>
                  </a:ext>
                </a:extLst>
              </a:tr>
              <a:tr h="381000">
                <a:tc>
                  <a:txBody>
                    <a:bodyPr/>
                    <a:lstStyle/>
                    <a:p>
                      <a:pPr marL="0" marR="0" lvl="0" indent="0" algn="l" defTabSz="914400" rtl="0" eaLnBrk="0" fontAlgn="base" latinLnBrk="0" hangingPunct="0">
                        <a:lnSpc>
                          <a:spcPct val="95000"/>
                        </a:lnSpc>
                        <a:spcBef>
                          <a:spcPct val="40000"/>
                        </a:spcBef>
                        <a:spcAft>
                          <a:spcPct val="0"/>
                        </a:spcAft>
                        <a:buClr>
                          <a:schemeClr val="tx1"/>
                        </a:buClr>
                        <a:buSzTx/>
                        <a:buFontTx/>
                        <a:buNone/>
                        <a:tabLst/>
                      </a:pPr>
                      <a:r>
                        <a:rPr kumimoji="1" lang="en-US" sz="2000" u="none" strike="noStrike" cap="none" normalizeH="0" baseline="0" noProof="1">
                          <a:ln>
                            <a:noFill/>
                          </a:ln>
                          <a:effectLst/>
                        </a:rPr>
                        <a:t>Valdez</a:t>
                      </a:r>
                      <a:endParaRPr kumimoji="1" lang="en-US" sz="2000" b="1" i="0" u="none" strike="noStrike" cap="none" normalizeH="0" baseline="0" noProof="1">
                        <a:ln>
                          <a:noFill/>
                        </a:ln>
                        <a:solidFill>
                          <a:srgbClr val="EBFFD2"/>
                        </a:solidFill>
                        <a:effectLst/>
                        <a:latin typeface="+mn-lt"/>
                      </a:endParaRPr>
                    </a:p>
                  </a:txBody>
                  <a:tcPr horzOverflow="overflow"/>
                </a:tc>
                <a:tc>
                  <a:txBody>
                    <a:bodyPr/>
                    <a:lstStyle/>
                    <a:p>
                      <a:pPr marL="0" marR="0" lvl="0" indent="0" algn="l" defTabSz="914400" rtl="0" eaLnBrk="0" fontAlgn="base" latinLnBrk="0" hangingPunct="0">
                        <a:lnSpc>
                          <a:spcPct val="95000"/>
                        </a:lnSpc>
                        <a:spcBef>
                          <a:spcPct val="40000"/>
                        </a:spcBef>
                        <a:spcAft>
                          <a:spcPct val="0"/>
                        </a:spcAft>
                        <a:buClr>
                          <a:schemeClr val="tx1"/>
                        </a:buClr>
                        <a:buSzTx/>
                        <a:buFontTx/>
                        <a:buNone/>
                        <a:tabLst/>
                      </a:pPr>
                      <a:r>
                        <a:rPr kumimoji="1" lang="bg-BG" sz="2000" u="none" strike="noStrike" cap="none" normalizeH="0" baseline="0">
                          <a:ln>
                            <a:noFill/>
                          </a:ln>
                          <a:effectLst/>
                        </a:rPr>
                        <a:t>2005-07-01</a:t>
                      </a:r>
                      <a:endParaRPr kumimoji="1" lang="bg-BG" sz="2000" b="1" i="0" u="none" strike="noStrike" cap="none" normalizeH="0" baseline="0">
                        <a:ln>
                          <a:noFill/>
                        </a:ln>
                        <a:solidFill>
                          <a:srgbClr val="EBFFD2"/>
                        </a:solidFill>
                        <a:effectLst/>
                        <a:latin typeface="+mn-lt"/>
                      </a:endParaRPr>
                    </a:p>
                  </a:txBody>
                  <a:tcPr horzOverflow="overflow"/>
                </a:tc>
                <a:extLst>
                  <a:ext uri="{0D108BD9-81ED-4DB2-BD59-A6C34878D82A}">
                    <a16:rowId xmlns:a16="http://schemas.microsoft.com/office/drawing/2014/main" val="10001"/>
                  </a:ext>
                </a:extLst>
              </a:tr>
              <a:tr h="381000">
                <a:tc>
                  <a:txBody>
                    <a:bodyPr/>
                    <a:lstStyle/>
                    <a:p>
                      <a:pPr marL="0" marR="0" lvl="0" indent="0" algn="l" defTabSz="914400" rtl="0" eaLnBrk="0" fontAlgn="base" latinLnBrk="0" hangingPunct="0">
                        <a:lnSpc>
                          <a:spcPct val="95000"/>
                        </a:lnSpc>
                        <a:spcBef>
                          <a:spcPct val="40000"/>
                        </a:spcBef>
                        <a:spcAft>
                          <a:spcPct val="0"/>
                        </a:spcAft>
                        <a:buClr>
                          <a:schemeClr val="tx1"/>
                        </a:buClr>
                        <a:buSzTx/>
                        <a:buFontTx/>
                        <a:buNone/>
                        <a:tabLst/>
                      </a:pPr>
                      <a:r>
                        <a:rPr kumimoji="1" lang="en-US" sz="2000" u="none" strike="noStrike" cap="none" normalizeH="0" baseline="0" noProof="1">
                          <a:ln>
                            <a:noFill/>
                          </a:ln>
                          <a:effectLst/>
                        </a:rPr>
                        <a:t>Tsoflias</a:t>
                      </a:r>
                      <a:endParaRPr kumimoji="1" lang="en-US" sz="2000" b="1" i="0" u="none" strike="noStrike" cap="none" normalizeH="0" baseline="0" noProof="1">
                        <a:ln>
                          <a:noFill/>
                        </a:ln>
                        <a:solidFill>
                          <a:srgbClr val="EBFFD2"/>
                        </a:solidFill>
                        <a:effectLst/>
                        <a:latin typeface="+mn-lt"/>
                      </a:endParaRPr>
                    </a:p>
                  </a:txBody>
                  <a:tcPr horzOverflow="overflow"/>
                </a:tc>
                <a:tc>
                  <a:txBody>
                    <a:bodyPr/>
                    <a:lstStyle/>
                    <a:p>
                      <a:pPr marL="0" marR="0" lvl="0" indent="0" algn="l" defTabSz="914400" rtl="0" eaLnBrk="0" fontAlgn="base" latinLnBrk="0" hangingPunct="0">
                        <a:lnSpc>
                          <a:spcPct val="95000"/>
                        </a:lnSpc>
                        <a:spcBef>
                          <a:spcPct val="40000"/>
                        </a:spcBef>
                        <a:spcAft>
                          <a:spcPct val="0"/>
                        </a:spcAft>
                        <a:buClr>
                          <a:schemeClr val="tx1"/>
                        </a:buClr>
                        <a:buSzTx/>
                        <a:buFontTx/>
                        <a:buNone/>
                        <a:tabLst/>
                      </a:pPr>
                      <a:r>
                        <a:rPr kumimoji="1" lang="bg-BG" sz="2000" u="none" strike="noStrike" cap="none" normalizeH="0" baseline="0">
                          <a:ln>
                            <a:noFill/>
                          </a:ln>
                          <a:effectLst/>
                        </a:rPr>
                        <a:t>2005-07-01</a:t>
                      </a:r>
                      <a:endParaRPr kumimoji="1" lang="bg-BG" sz="2000" b="1" i="0" u="none" strike="noStrike" cap="none" normalizeH="0" baseline="0">
                        <a:ln>
                          <a:noFill/>
                        </a:ln>
                        <a:solidFill>
                          <a:srgbClr val="EBFFD2"/>
                        </a:solidFill>
                        <a:effectLst/>
                        <a:latin typeface="+mn-lt"/>
                      </a:endParaRPr>
                    </a:p>
                  </a:txBody>
                  <a:tcPr horzOverflow="overflow"/>
                </a:tc>
                <a:extLst>
                  <a:ext uri="{0D108BD9-81ED-4DB2-BD59-A6C34878D82A}">
                    <a16:rowId xmlns:a16="http://schemas.microsoft.com/office/drawing/2014/main" val="10002"/>
                  </a:ext>
                </a:extLst>
              </a:tr>
              <a:tr h="381000">
                <a:tc>
                  <a:txBody>
                    <a:bodyPr/>
                    <a:lstStyle/>
                    <a:p>
                      <a:pPr marL="0" marR="0" lvl="0" indent="0" algn="l" defTabSz="914400" rtl="0" eaLnBrk="0" fontAlgn="base" latinLnBrk="0" hangingPunct="0">
                        <a:lnSpc>
                          <a:spcPct val="95000"/>
                        </a:lnSpc>
                        <a:spcBef>
                          <a:spcPct val="40000"/>
                        </a:spcBef>
                        <a:spcAft>
                          <a:spcPct val="0"/>
                        </a:spcAft>
                        <a:buClr>
                          <a:schemeClr val="tx1"/>
                        </a:buClr>
                        <a:buSzTx/>
                        <a:buFontTx/>
                        <a:buNone/>
                        <a:tabLst/>
                      </a:pPr>
                      <a:r>
                        <a:rPr kumimoji="1" lang="en-US" sz="2000" u="none" strike="noStrike" cap="none" normalizeH="0" baseline="0" noProof="1">
                          <a:ln>
                            <a:noFill/>
                          </a:ln>
                          <a:effectLst/>
                        </a:rPr>
                        <a:t>Abbas</a:t>
                      </a:r>
                      <a:endParaRPr kumimoji="1" lang="en-US" sz="2000" b="1" i="0" u="none" strike="noStrike" cap="none" normalizeH="0" baseline="0" noProof="1">
                        <a:ln>
                          <a:noFill/>
                        </a:ln>
                        <a:solidFill>
                          <a:srgbClr val="EBFFD2"/>
                        </a:solidFill>
                        <a:effectLst/>
                        <a:latin typeface="+mn-lt"/>
                      </a:endParaRPr>
                    </a:p>
                  </a:txBody>
                  <a:tcPr horzOverflow="overflow"/>
                </a:tc>
                <a:tc>
                  <a:txBody>
                    <a:bodyPr/>
                    <a:lstStyle/>
                    <a:p>
                      <a:pPr marL="0" marR="0" lvl="0" indent="0" algn="l" defTabSz="914400" rtl="0" eaLnBrk="0" fontAlgn="base" latinLnBrk="0" hangingPunct="0">
                        <a:lnSpc>
                          <a:spcPct val="95000"/>
                        </a:lnSpc>
                        <a:spcBef>
                          <a:spcPct val="40000"/>
                        </a:spcBef>
                        <a:spcAft>
                          <a:spcPct val="0"/>
                        </a:spcAft>
                        <a:buClr>
                          <a:schemeClr val="tx1"/>
                        </a:buClr>
                        <a:buSzTx/>
                        <a:buFontTx/>
                        <a:buNone/>
                        <a:tabLst/>
                      </a:pPr>
                      <a:r>
                        <a:rPr kumimoji="1" lang="bg-BG" sz="2000" u="none" strike="noStrike" cap="none" normalizeH="0" baseline="0" dirty="0">
                          <a:ln>
                            <a:noFill/>
                          </a:ln>
                          <a:effectLst/>
                        </a:rPr>
                        <a:t>2005-04-15</a:t>
                      </a:r>
                      <a:endParaRPr kumimoji="1" lang="bg-BG" sz="2000" b="1" i="0" u="none" strike="noStrike" cap="none" normalizeH="0" baseline="0" dirty="0">
                        <a:ln>
                          <a:noFill/>
                        </a:ln>
                        <a:solidFill>
                          <a:srgbClr val="EBFFD2"/>
                        </a:solidFill>
                        <a:effectLst/>
                        <a:latin typeface="+mn-lt"/>
                      </a:endParaRPr>
                    </a:p>
                  </a:txBody>
                  <a:tcPr horzOverflow="overflow"/>
                </a:tc>
                <a:extLst>
                  <a:ext uri="{0D108BD9-81ED-4DB2-BD59-A6C34878D82A}">
                    <a16:rowId xmlns:a16="http://schemas.microsoft.com/office/drawing/2014/main" val="10003"/>
                  </a:ext>
                </a:extLst>
              </a:tr>
              <a:tr h="381000">
                <a:tc>
                  <a:txBody>
                    <a:bodyPr/>
                    <a:lstStyle/>
                    <a:p>
                      <a:pPr marL="0" marR="0" lvl="0" indent="0" algn="l" defTabSz="914400" rtl="0" eaLnBrk="0" fontAlgn="base" latinLnBrk="0" hangingPunct="0">
                        <a:lnSpc>
                          <a:spcPct val="95000"/>
                        </a:lnSpc>
                        <a:spcBef>
                          <a:spcPct val="40000"/>
                        </a:spcBef>
                        <a:spcAft>
                          <a:spcPct val="0"/>
                        </a:spcAft>
                        <a:buClr>
                          <a:schemeClr val="tx1"/>
                        </a:buClr>
                        <a:buSzTx/>
                        <a:buFontTx/>
                        <a:buNone/>
                        <a:tabLst/>
                      </a:pPr>
                      <a:r>
                        <a:rPr kumimoji="1" lang="en-US" sz="2000" u="none" strike="noStrike" cap="none" normalizeH="0" baseline="0" noProof="1">
                          <a:ln>
                            <a:noFill/>
                          </a:ln>
                          <a:effectLst/>
                        </a:rPr>
                        <a:t>…</a:t>
                      </a:r>
                      <a:endParaRPr kumimoji="1" lang="en-US" sz="2000" b="1" i="0" u="none" strike="noStrike" cap="none" normalizeH="0" baseline="0" noProof="1">
                        <a:ln>
                          <a:noFill/>
                        </a:ln>
                        <a:solidFill>
                          <a:srgbClr val="EBFFD2"/>
                        </a:solidFill>
                        <a:effectLst/>
                        <a:latin typeface="+mn-lt"/>
                      </a:endParaRPr>
                    </a:p>
                  </a:txBody>
                  <a:tcPr horzOverflow="overflow"/>
                </a:tc>
                <a:tc>
                  <a:txBody>
                    <a:bodyPr/>
                    <a:lstStyle/>
                    <a:p>
                      <a:pPr marL="0" marR="0" lvl="0" indent="0" algn="l" defTabSz="914400" rtl="0" eaLnBrk="0" fontAlgn="base" latinLnBrk="0" hangingPunct="0">
                        <a:lnSpc>
                          <a:spcPct val="95000"/>
                        </a:lnSpc>
                        <a:spcBef>
                          <a:spcPct val="40000"/>
                        </a:spcBef>
                        <a:spcAft>
                          <a:spcPct val="0"/>
                        </a:spcAft>
                        <a:buClr>
                          <a:schemeClr val="tx1"/>
                        </a:buClr>
                        <a:buSzTx/>
                        <a:buFontTx/>
                        <a:buNone/>
                        <a:tabLst/>
                      </a:pPr>
                      <a:r>
                        <a:rPr kumimoji="1" lang="en-US" sz="2000" u="none" strike="noStrike" cap="none" normalizeH="0" baseline="0" dirty="0">
                          <a:ln>
                            <a:noFill/>
                          </a:ln>
                          <a:effectLst/>
                        </a:rPr>
                        <a:t>…</a:t>
                      </a:r>
                      <a:endParaRPr kumimoji="1" lang="bg-BG" sz="2000" b="1" i="0" u="none" strike="noStrike" cap="none" normalizeH="0" baseline="0" dirty="0">
                        <a:ln>
                          <a:noFill/>
                        </a:ln>
                        <a:solidFill>
                          <a:srgbClr val="EBFFD2"/>
                        </a:solidFill>
                        <a:effectLst/>
                        <a:latin typeface="+mn-lt"/>
                      </a:endParaRPr>
                    </a:p>
                  </a:txBody>
                  <a:tcPr horzOverflow="overflow"/>
                </a:tc>
                <a:extLst>
                  <a:ext uri="{0D108BD9-81ED-4DB2-BD59-A6C34878D82A}">
                    <a16:rowId xmlns:a16="http://schemas.microsoft.com/office/drawing/2014/main" val="10004"/>
                  </a:ext>
                </a:extLst>
              </a:tr>
            </a:tbl>
          </a:graphicData>
        </a:graphic>
      </p:graphicFrame>
      <p:sp>
        <p:nvSpPr>
          <p:cNvPr id="8" name="Rectangle 2">
            <a:extLst>
              <a:ext uri="{FF2B5EF4-FFF2-40B4-BE49-F238E27FC236}">
                <a16:creationId xmlns:a16="http://schemas.microsoft.com/office/drawing/2014/main" id="{5D0347AA-38E6-45C5-905B-DB9ED75233B0}"/>
              </a:ext>
            </a:extLst>
          </p:cNvPr>
          <p:cNvSpPr txBox="1">
            <a:spLocks noChangeArrowheads="1"/>
          </p:cNvSpPr>
          <p:nvPr/>
        </p:nvSpPr>
        <p:spPr>
          <a:xfrm>
            <a:off x="379412" y="381000"/>
            <a:ext cx="10512862" cy="593726"/>
          </a:xfrm>
          <a:prstGeom prst="rect">
            <a:avLst/>
          </a:prstGeom>
        </p:spPr>
        <p:txBody>
          <a:bodyPr vert="horz" lIns="91440" tIns="45720" rIns="91440" bIns="45720" rtlCol="0" anchor="ctr">
            <a:normAutofit fontScale="90000" lnSpcReduction="10000"/>
          </a:bodyPr>
          <a:lstStyle>
            <a:lvl1pPr algn="l" defTabSz="914126" rtl="0" eaLnBrk="1" latinLnBrk="0" hangingPunct="1">
              <a:lnSpc>
                <a:spcPct val="90000"/>
              </a:lnSpc>
              <a:spcBef>
                <a:spcPct val="0"/>
              </a:spcBef>
              <a:buNone/>
              <a:defRPr sz="4399" kern="1200">
                <a:solidFill>
                  <a:schemeClr val="tx1"/>
                </a:solidFill>
                <a:latin typeface="+mj-lt"/>
                <a:ea typeface="+mj-ea"/>
                <a:cs typeface="+mj-cs"/>
              </a:defRPr>
            </a:lvl1pPr>
          </a:lstStyle>
          <a:p>
            <a:r>
              <a:rPr lang="en-US" b="1" dirty="0">
                <a:solidFill>
                  <a:srgbClr val="FF5050"/>
                </a:solidFill>
                <a:latin typeface="Times New Roman" panose="02020603050405020304" pitchFamily="18" charset="0"/>
                <a:cs typeface="Times New Roman" panose="02020603050405020304" pitchFamily="18" charset="0"/>
              </a:rPr>
              <a:t>Sorting with ORDER BY</a:t>
            </a:r>
            <a:endParaRPr lang="bg-BG" b="1" dirty="0">
              <a:solidFill>
                <a:srgbClr val="FF5050"/>
              </a:solidFill>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2411587612"/>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517123">
                                            <p:txEl>
                                              <p:pRg st="1" end="1"/>
                                            </p:txEl>
                                          </p:spTgt>
                                        </p:tgtEl>
                                        <p:attrNameLst>
                                          <p:attrName>style.visibility</p:attrName>
                                        </p:attrNameLst>
                                      </p:cBhvr>
                                      <p:to>
                                        <p:strVal val="visible"/>
                                      </p:to>
                                    </p:set>
                                    <p:animEffect transition="in" filter="fade">
                                      <p:cBhvr>
                                        <p:cTn id="7" dur="500"/>
                                        <p:tgtEl>
                                          <p:spTgt spid="517123">
                                            <p:txEl>
                                              <p:pRg st="1" end="1"/>
                                            </p:txEl>
                                          </p:spTgt>
                                        </p:tgtEl>
                                      </p:cBhvr>
                                    </p:animEffect>
                                  </p:childTnLst>
                                </p:cTn>
                              </p:par>
                            </p:childTnLst>
                          </p:cTn>
                        </p:par>
                        <p:par>
                          <p:cTn id="8" fill="hold">
                            <p:stCondLst>
                              <p:cond delay="500"/>
                            </p:stCondLst>
                            <p:childTnLst>
                              <p:par>
                                <p:cTn id="9" presetID="10" presetClass="entr" presetSubtype="0" fill="hold" grpId="0" nodeType="afterEffect">
                                  <p:stCondLst>
                                    <p:cond delay="0"/>
                                  </p:stCondLst>
                                  <p:childTnLst>
                                    <p:set>
                                      <p:cBhvr>
                                        <p:cTn id="10" dur="1" fill="hold">
                                          <p:stCondLst>
                                            <p:cond delay="0"/>
                                          </p:stCondLst>
                                        </p:cTn>
                                        <p:tgtEl>
                                          <p:spTgt spid="517124"/>
                                        </p:tgtEl>
                                        <p:attrNameLst>
                                          <p:attrName>style.visibility</p:attrName>
                                        </p:attrNameLst>
                                      </p:cBhvr>
                                      <p:to>
                                        <p:strVal val="visible"/>
                                      </p:to>
                                    </p:set>
                                    <p:animEffect transition="in" filter="fade">
                                      <p:cBhvr>
                                        <p:cTn id="11" dur="500"/>
                                        <p:tgtEl>
                                          <p:spTgt spid="517124"/>
                                        </p:tgtEl>
                                      </p:cBhvr>
                                    </p:animEffect>
                                  </p:childTnLst>
                                </p:cTn>
                              </p:par>
                            </p:childTnLst>
                          </p:cTn>
                        </p:par>
                        <p:par>
                          <p:cTn id="12" fill="hold">
                            <p:stCondLst>
                              <p:cond delay="1000"/>
                            </p:stCondLst>
                            <p:childTnLst>
                              <p:par>
                                <p:cTn id="13" presetID="10" presetClass="entr" presetSubtype="0" fill="hold" nodeType="afterEffect">
                                  <p:stCondLst>
                                    <p:cond delay="0"/>
                                  </p:stCondLst>
                                  <p:childTnLst>
                                    <p:set>
                                      <p:cBhvr>
                                        <p:cTn id="14" dur="1" fill="hold">
                                          <p:stCondLst>
                                            <p:cond delay="0"/>
                                          </p:stCondLst>
                                        </p:cTn>
                                        <p:tgtEl>
                                          <p:spTgt spid="517125"/>
                                        </p:tgtEl>
                                        <p:attrNameLst>
                                          <p:attrName>style.visibility</p:attrName>
                                        </p:attrNameLst>
                                      </p:cBhvr>
                                      <p:to>
                                        <p:strVal val="visible"/>
                                      </p:to>
                                    </p:set>
                                    <p:animEffect transition="in" filter="fade">
                                      <p:cBhvr>
                                        <p:cTn id="15" dur="500"/>
                                        <p:tgtEl>
                                          <p:spTgt spid="517125"/>
                                        </p:tgtEl>
                                      </p:cBhvr>
                                    </p:animEffect>
                                  </p:childTnLst>
                                </p:cTn>
                              </p:par>
                            </p:childTnLst>
                          </p:cTn>
                        </p:par>
                      </p:childTnLst>
                    </p:cTn>
                  </p:par>
                  <p:par>
                    <p:cTn id="16" fill="hold">
                      <p:stCondLst>
                        <p:cond delay="indefinite"/>
                      </p:stCondLst>
                      <p:childTnLst>
                        <p:par>
                          <p:cTn id="17" fill="hold">
                            <p:stCondLst>
                              <p:cond delay="0"/>
                            </p:stCondLst>
                            <p:childTnLst>
                              <p:par>
                                <p:cTn id="18" presetID="10" presetClass="entr" presetSubtype="0" fill="hold" nodeType="clickEffect">
                                  <p:stCondLst>
                                    <p:cond delay="0"/>
                                  </p:stCondLst>
                                  <p:childTnLst>
                                    <p:set>
                                      <p:cBhvr>
                                        <p:cTn id="19" dur="1" fill="hold">
                                          <p:stCondLst>
                                            <p:cond delay="0"/>
                                          </p:stCondLst>
                                        </p:cTn>
                                        <p:tgtEl>
                                          <p:spTgt spid="517123">
                                            <p:txEl>
                                              <p:pRg st="2" end="2"/>
                                            </p:txEl>
                                          </p:spTgt>
                                        </p:tgtEl>
                                        <p:attrNameLst>
                                          <p:attrName>style.visibility</p:attrName>
                                        </p:attrNameLst>
                                      </p:cBhvr>
                                      <p:to>
                                        <p:strVal val="visible"/>
                                      </p:to>
                                    </p:set>
                                    <p:animEffect transition="in" filter="fade">
                                      <p:cBhvr>
                                        <p:cTn id="20" dur="500"/>
                                        <p:tgtEl>
                                          <p:spTgt spid="517123">
                                            <p:txEl>
                                              <p:pRg st="2" end="2"/>
                                            </p:txEl>
                                          </p:spTgt>
                                        </p:tgtEl>
                                      </p:cBhvr>
                                    </p:animEffect>
                                  </p:childTnLst>
                                </p:cTn>
                              </p:par>
                            </p:childTnLst>
                          </p:cTn>
                        </p:par>
                        <p:par>
                          <p:cTn id="21" fill="hold">
                            <p:stCondLst>
                              <p:cond delay="500"/>
                            </p:stCondLst>
                            <p:childTnLst>
                              <p:par>
                                <p:cTn id="22" presetID="10" presetClass="entr" presetSubtype="0" fill="hold" grpId="0" nodeType="afterEffect">
                                  <p:stCondLst>
                                    <p:cond delay="0"/>
                                  </p:stCondLst>
                                  <p:childTnLst>
                                    <p:set>
                                      <p:cBhvr>
                                        <p:cTn id="23" dur="1" fill="hold">
                                          <p:stCondLst>
                                            <p:cond delay="0"/>
                                          </p:stCondLst>
                                        </p:cTn>
                                        <p:tgtEl>
                                          <p:spTgt spid="517145"/>
                                        </p:tgtEl>
                                        <p:attrNameLst>
                                          <p:attrName>style.visibility</p:attrName>
                                        </p:attrNameLst>
                                      </p:cBhvr>
                                      <p:to>
                                        <p:strVal val="visible"/>
                                      </p:to>
                                    </p:set>
                                    <p:animEffect transition="in" filter="fade">
                                      <p:cBhvr>
                                        <p:cTn id="24" dur="500"/>
                                        <p:tgtEl>
                                          <p:spTgt spid="517145"/>
                                        </p:tgtEl>
                                      </p:cBhvr>
                                    </p:animEffect>
                                  </p:childTnLst>
                                </p:cTn>
                              </p:par>
                            </p:childTnLst>
                          </p:cTn>
                        </p:par>
                        <p:par>
                          <p:cTn id="25" fill="hold">
                            <p:stCondLst>
                              <p:cond delay="1000"/>
                            </p:stCondLst>
                            <p:childTnLst>
                              <p:par>
                                <p:cTn id="26" presetID="10" presetClass="entr" presetSubtype="0" fill="hold" nodeType="afterEffect">
                                  <p:stCondLst>
                                    <p:cond delay="0"/>
                                  </p:stCondLst>
                                  <p:childTnLst>
                                    <p:set>
                                      <p:cBhvr>
                                        <p:cTn id="27" dur="1" fill="hold">
                                          <p:stCondLst>
                                            <p:cond delay="0"/>
                                          </p:stCondLst>
                                        </p:cTn>
                                        <p:tgtEl>
                                          <p:spTgt spid="517146"/>
                                        </p:tgtEl>
                                        <p:attrNameLst>
                                          <p:attrName>style.visibility</p:attrName>
                                        </p:attrNameLst>
                                      </p:cBhvr>
                                      <p:to>
                                        <p:strVal val="visible"/>
                                      </p:to>
                                    </p:set>
                                    <p:animEffect transition="in" filter="fade">
                                      <p:cBhvr>
                                        <p:cTn id="28" dur="500"/>
                                        <p:tgtEl>
                                          <p:spTgt spid="517146"/>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17124" grpId="0" animBg="1"/>
      <p:bldP spid="517145" grpId="0" animBg="1"/>
    </p:bldLst>
  </p:timing>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837981" y="1143000"/>
            <a:ext cx="10512862" cy="4351338"/>
          </a:xfrm>
        </p:spPr>
        <p:txBody>
          <a:bodyPr/>
          <a:lstStyle/>
          <a:p>
            <a:r>
              <a:rPr lang="en-US" dirty="0">
                <a:latin typeface="Segoe UI" panose="020B0502040204020203" pitchFamily="34" charset="0"/>
                <a:cs typeface="Segoe UI" panose="020B0502040204020203" pitchFamily="34" charset="0"/>
              </a:rPr>
              <a:t>Views are virtual tables made from others tables, views or joins between them</a:t>
            </a:r>
          </a:p>
          <a:p>
            <a:pPr lvl="1"/>
            <a:r>
              <a:rPr lang="en-US" dirty="0">
                <a:latin typeface="Segoe UI" panose="020B0502040204020203" pitchFamily="34" charset="0"/>
                <a:cs typeface="Segoe UI" panose="020B0502040204020203" pitchFamily="34" charset="0"/>
              </a:rPr>
              <a:t>Can be used to simplify writing of complex queries or to limit access to data for certain users</a:t>
            </a:r>
          </a:p>
          <a:p>
            <a:r>
              <a:rPr lang="en-US" dirty="0">
                <a:latin typeface="Segoe UI" panose="020B0502040204020203" pitchFamily="34" charset="0"/>
                <a:cs typeface="Segoe UI" panose="020B0502040204020203" pitchFamily="34" charset="0"/>
              </a:rPr>
              <a:t>Examples: Get employee names and salaries, by department</a:t>
            </a:r>
          </a:p>
        </p:txBody>
      </p:sp>
      <p:sp>
        <p:nvSpPr>
          <p:cNvPr id="5" name="Rectangle 4"/>
          <p:cNvSpPr>
            <a:spLocks noChangeArrowheads="1"/>
          </p:cNvSpPr>
          <p:nvPr/>
        </p:nvSpPr>
        <p:spPr bwMode="auto">
          <a:xfrm>
            <a:off x="826012" y="3625294"/>
            <a:ext cx="10536798" cy="1292662"/>
          </a:xfrm>
          <a:prstGeom prst="rect">
            <a:avLst/>
          </a:prstGeom>
          <a:solidFill>
            <a:srgbClr val="D9D5C7">
              <a:alpha val="20000"/>
            </a:srgbClr>
          </a:solidFill>
          <a:ln w="12700">
            <a:solidFill>
              <a:schemeClr val="accent5">
                <a:lumMod val="60000"/>
                <a:lumOff val="40000"/>
              </a:schemeClr>
            </a:solidFill>
          </a:ln>
        </p:spPr>
        <p:txBody>
          <a:bodyPr wrap="square">
            <a:spAutoFit/>
          </a:bodyPr>
          <a:lstStyle/>
          <a:p>
            <a:pPr eaLnBrk="0" hangingPunct="0">
              <a:buClr>
                <a:schemeClr val="accent5">
                  <a:lumMod val="40000"/>
                  <a:lumOff val="60000"/>
                </a:schemeClr>
              </a:buClr>
              <a:buSzPct val="70000"/>
            </a:pPr>
            <a:r>
              <a:rPr lang="en-US" sz="2600" b="1" noProof="1">
                <a:solidFill>
                  <a:schemeClr val="accent1"/>
                </a:solidFill>
                <a:latin typeface="Consolas" pitchFamily="49" charset="0"/>
                <a:cs typeface="Consolas" pitchFamily="49" charset="0"/>
              </a:rPr>
              <a:t>CREATE VIEW </a:t>
            </a:r>
            <a:r>
              <a:rPr lang="en-US" sz="2600" b="1" noProof="1">
                <a:solidFill>
                  <a:schemeClr val="accent2">
                    <a:lumMod val="75000"/>
                  </a:schemeClr>
                </a:solidFill>
                <a:latin typeface="Consolas" pitchFamily="49" charset="0"/>
                <a:cs typeface="Consolas" pitchFamily="49" charset="0"/>
              </a:rPr>
              <a:t>v_HRResultSet AS</a:t>
            </a:r>
            <a:br>
              <a:rPr lang="en-US" sz="2600" b="1" noProof="1">
                <a:solidFill>
                  <a:srgbClr val="FBEEDC"/>
                </a:solidFill>
                <a:latin typeface="Consolas" pitchFamily="49" charset="0"/>
                <a:cs typeface="Consolas" pitchFamily="49" charset="0"/>
              </a:rPr>
            </a:br>
            <a:r>
              <a:rPr lang="en-US" sz="2600" b="1" noProof="1">
                <a:solidFill>
                  <a:schemeClr val="accent2">
                    <a:lumMod val="75000"/>
                  </a:schemeClr>
                </a:solidFill>
                <a:latin typeface="Consolas" pitchFamily="49" charset="0"/>
                <a:cs typeface="Consolas" pitchFamily="49" charset="0"/>
              </a:rPr>
              <a:t>SELECT FirstName </a:t>
            </a:r>
            <a:r>
              <a:rPr lang="en-US" sz="2600" b="1" noProof="1">
                <a:solidFill>
                  <a:schemeClr val="accent1"/>
                </a:solidFill>
                <a:latin typeface="Consolas" pitchFamily="49" charset="0"/>
                <a:cs typeface="Consolas" pitchFamily="49" charset="0"/>
              </a:rPr>
              <a:t>+</a:t>
            </a:r>
            <a:r>
              <a:rPr lang="en-US" sz="2600" b="1" noProof="1">
                <a:solidFill>
                  <a:srgbClr val="FBEEDC"/>
                </a:solidFill>
                <a:latin typeface="Consolas" pitchFamily="49" charset="0"/>
                <a:cs typeface="Consolas" pitchFamily="49" charset="0"/>
              </a:rPr>
              <a:t> </a:t>
            </a:r>
            <a:r>
              <a:rPr lang="en-US" sz="2600" b="1" noProof="1">
                <a:solidFill>
                  <a:schemeClr val="accent1"/>
                </a:solidFill>
                <a:latin typeface="Consolas" pitchFamily="49" charset="0"/>
                <a:cs typeface="Consolas" pitchFamily="49" charset="0"/>
              </a:rPr>
              <a:t>' '</a:t>
            </a:r>
            <a:r>
              <a:rPr lang="en-US" sz="2600" b="1" noProof="1">
                <a:solidFill>
                  <a:srgbClr val="FBEEDC"/>
                </a:solidFill>
                <a:latin typeface="Consolas" pitchFamily="49" charset="0"/>
                <a:cs typeface="Consolas" pitchFamily="49" charset="0"/>
              </a:rPr>
              <a:t> </a:t>
            </a:r>
            <a:r>
              <a:rPr lang="en-US" sz="2600" b="1" noProof="1">
                <a:solidFill>
                  <a:schemeClr val="accent1"/>
                </a:solidFill>
                <a:latin typeface="Consolas" pitchFamily="49" charset="0"/>
                <a:cs typeface="Consolas" pitchFamily="49" charset="0"/>
              </a:rPr>
              <a:t>+</a:t>
            </a:r>
            <a:r>
              <a:rPr lang="en-US" sz="2600" b="1" noProof="1">
                <a:solidFill>
                  <a:srgbClr val="FBEEDC"/>
                </a:solidFill>
                <a:latin typeface="Consolas" pitchFamily="49" charset="0"/>
                <a:cs typeface="Consolas" pitchFamily="49" charset="0"/>
              </a:rPr>
              <a:t> </a:t>
            </a:r>
            <a:r>
              <a:rPr lang="en-US" sz="2600" b="1" noProof="1">
                <a:solidFill>
                  <a:schemeClr val="accent2">
                    <a:lumMod val="75000"/>
                  </a:schemeClr>
                </a:solidFill>
                <a:latin typeface="Consolas" pitchFamily="49" charset="0"/>
                <a:cs typeface="Consolas" pitchFamily="49" charset="0"/>
              </a:rPr>
              <a:t>LastName AS </a:t>
            </a:r>
            <a:r>
              <a:rPr lang="en-US" sz="2600" b="1" noProof="1">
                <a:solidFill>
                  <a:schemeClr val="accent1"/>
                </a:solidFill>
                <a:latin typeface="Consolas" pitchFamily="49" charset="0"/>
                <a:cs typeface="Consolas" pitchFamily="49" charset="0"/>
              </a:rPr>
              <a:t>[</a:t>
            </a:r>
            <a:r>
              <a:rPr lang="en-US" sz="2600" b="1" noProof="1">
                <a:solidFill>
                  <a:schemeClr val="accent2">
                    <a:lumMod val="75000"/>
                  </a:schemeClr>
                </a:solidFill>
                <a:latin typeface="Consolas" pitchFamily="49" charset="0"/>
                <a:cs typeface="Consolas" pitchFamily="49" charset="0"/>
              </a:rPr>
              <a:t>Full Name</a:t>
            </a:r>
            <a:r>
              <a:rPr lang="en-US" sz="2600" b="1" noProof="1">
                <a:solidFill>
                  <a:schemeClr val="accent1"/>
                </a:solidFill>
                <a:latin typeface="Consolas" pitchFamily="49" charset="0"/>
                <a:cs typeface="Consolas" pitchFamily="49" charset="0"/>
              </a:rPr>
              <a:t>]</a:t>
            </a:r>
            <a:r>
              <a:rPr lang="en-US" sz="2600" b="1" noProof="1">
                <a:solidFill>
                  <a:schemeClr val="accent2">
                    <a:lumMod val="75000"/>
                  </a:schemeClr>
                </a:solidFill>
                <a:latin typeface="Consolas" pitchFamily="49" charset="0"/>
                <a:cs typeface="Consolas" pitchFamily="49" charset="0"/>
              </a:rPr>
              <a:t>, Salary</a:t>
            </a:r>
          </a:p>
          <a:p>
            <a:pPr eaLnBrk="0" hangingPunct="0">
              <a:buClr>
                <a:schemeClr val="accent5">
                  <a:lumMod val="40000"/>
                  <a:lumOff val="60000"/>
                </a:schemeClr>
              </a:buClr>
              <a:buSzPct val="70000"/>
            </a:pPr>
            <a:r>
              <a:rPr lang="en-US" sz="2600" b="1" noProof="1">
                <a:solidFill>
                  <a:schemeClr val="accent2">
                    <a:lumMod val="75000"/>
                  </a:schemeClr>
                </a:solidFill>
                <a:latin typeface="Consolas" pitchFamily="49" charset="0"/>
                <a:cs typeface="Consolas" pitchFamily="49" charset="0"/>
              </a:rPr>
              <a:t>  FROM Employees ORDER BY DepartmentID</a:t>
            </a:r>
          </a:p>
        </p:txBody>
      </p:sp>
      <p:sp>
        <p:nvSpPr>
          <p:cNvPr id="6" name="Rectangle 5"/>
          <p:cNvSpPr>
            <a:spLocks noChangeArrowheads="1"/>
          </p:cNvSpPr>
          <p:nvPr/>
        </p:nvSpPr>
        <p:spPr bwMode="auto">
          <a:xfrm>
            <a:off x="826012" y="4917956"/>
            <a:ext cx="10536798" cy="492443"/>
          </a:xfrm>
          <a:prstGeom prst="rect">
            <a:avLst/>
          </a:prstGeom>
          <a:solidFill>
            <a:srgbClr val="D9D5C7">
              <a:alpha val="20000"/>
            </a:srgbClr>
          </a:solidFill>
          <a:ln w="12700">
            <a:solidFill>
              <a:schemeClr val="accent5">
                <a:lumMod val="60000"/>
                <a:lumOff val="40000"/>
              </a:schemeClr>
            </a:solidFill>
          </a:ln>
        </p:spPr>
        <p:txBody>
          <a:bodyPr wrap="square">
            <a:spAutoFit/>
          </a:bodyPr>
          <a:lstStyle/>
          <a:p>
            <a:pPr eaLnBrk="0" hangingPunct="0">
              <a:buClr>
                <a:schemeClr val="accent5">
                  <a:lumMod val="40000"/>
                  <a:lumOff val="60000"/>
                </a:schemeClr>
              </a:buClr>
              <a:buSzPct val="70000"/>
            </a:pPr>
            <a:r>
              <a:rPr lang="en-US" sz="2600" b="1" noProof="1">
                <a:solidFill>
                  <a:schemeClr val="accent2">
                    <a:lumMod val="75000"/>
                  </a:schemeClr>
                </a:solidFill>
                <a:latin typeface="Consolas" pitchFamily="49" charset="0"/>
                <a:cs typeface="Consolas" pitchFamily="49" charset="0"/>
              </a:rPr>
              <a:t>SELECT * FROM v_HRREsultSet</a:t>
            </a:r>
          </a:p>
        </p:txBody>
      </p:sp>
      <p:sp>
        <p:nvSpPr>
          <p:cNvPr id="7" name="Rectangle 2">
            <a:extLst>
              <a:ext uri="{FF2B5EF4-FFF2-40B4-BE49-F238E27FC236}">
                <a16:creationId xmlns:a16="http://schemas.microsoft.com/office/drawing/2014/main" id="{55B3B736-9E91-4CD5-8F6C-3D3721BD4B16}"/>
              </a:ext>
            </a:extLst>
          </p:cNvPr>
          <p:cNvSpPr txBox="1">
            <a:spLocks noChangeArrowheads="1"/>
          </p:cNvSpPr>
          <p:nvPr/>
        </p:nvSpPr>
        <p:spPr>
          <a:xfrm>
            <a:off x="379412" y="381000"/>
            <a:ext cx="10512862" cy="593726"/>
          </a:xfrm>
          <a:prstGeom prst="rect">
            <a:avLst/>
          </a:prstGeom>
        </p:spPr>
        <p:txBody>
          <a:bodyPr vert="horz" lIns="91440" tIns="45720" rIns="91440" bIns="45720" rtlCol="0" anchor="ctr">
            <a:normAutofit fontScale="90000" lnSpcReduction="10000"/>
          </a:bodyPr>
          <a:lstStyle>
            <a:lvl1pPr algn="l" defTabSz="914126" rtl="0" eaLnBrk="1" latinLnBrk="0" hangingPunct="1">
              <a:lnSpc>
                <a:spcPct val="90000"/>
              </a:lnSpc>
              <a:spcBef>
                <a:spcPct val="0"/>
              </a:spcBef>
              <a:buNone/>
              <a:defRPr sz="4399" kern="1200">
                <a:solidFill>
                  <a:schemeClr val="tx1"/>
                </a:solidFill>
                <a:latin typeface="+mj-lt"/>
                <a:ea typeface="+mj-ea"/>
                <a:cs typeface="+mj-cs"/>
              </a:defRPr>
            </a:lvl1pPr>
          </a:lstStyle>
          <a:p>
            <a:r>
              <a:rPr lang="en-US" b="1" dirty="0">
                <a:solidFill>
                  <a:srgbClr val="FF5050"/>
                </a:solidFill>
                <a:latin typeface="Times New Roman" panose="02020603050405020304" pitchFamily="18" charset="0"/>
                <a:cs typeface="Times New Roman" panose="02020603050405020304" pitchFamily="18" charset="0"/>
              </a:rPr>
              <a:t>Views</a:t>
            </a:r>
            <a:endParaRPr lang="bg-BG" b="1" dirty="0">
              <a:solidFill>
                <a:srgbClr val="FF5050"/>
              </a:solidFill>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1185093375"/>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3">
                                            <p:txEl>
                                              <p:pRg st="1" end="1"/>
                                            </p:txEl>
                                          </p:spTgt>
                                        </p:tgtEl>
                                        <p:attrNameLst>
                                          <p:attrName>style.visibility</p:attrName>
                                        </p:attrNameLst>
                                      </p:cBhvr>
                                      <p:to>
                                        <p:strVal val="visible"/>
                                      </p:to>
                                    </p:set>
                                    <p:animEffect transition="in" filter="fade">
                                      <p:cBhvr>
                                        <p:cTn id="7" dur="500"/>
                                        <p:tgtEl>
                                          <p:spTgt spid="3">
                                            <p:txEl>
                                              <p:pRg st="1" end="1"/>
                                            </p:txEl>
                                          </p:spTgt>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nodeType="clickEffect">
                                  <p:stCondLst>
                                    <p:cond delay="0"/>
                                  </p:stCondLst>
                                  <p:childTnLst>
                                    <p:set>
                                      <p:cBhvr>
                                        <p:cTn id="11" dur="1" fill="hold">
                                          <p:stCondLst>
                                            <p:cond delay="0"/>
                                          </p:stCondLst>
                                        </p:cTn>
                                        <p:tgtEl>
                                          <p:spTgt spid="3">
                                            <p:txEl>
                                              <p:pRg st="2" end="2"/>
                                            </p:txEl>
                                          </p:spTgt>
                                        </p:tgtEl>
                                        <p:attrNameLst>
                                          <p:attrName>style.visibility</p:attrName>
                                        </p:attrNameLst>
                                      </p:cBhvr>
                                      <p:to>
                                        <p:strVal val="visible"/>
                                      </p:to>
                                    </p:set>
                                    <p:animEffect transition="in" filter="fade">
                                      <p:cBhvr>
                                        <p:cTn id="12" dur="500"/>
                                        <p:tgtEl>
                                          <p:spTgt spid="3">
                                            <p:txEl>
                                              <p:pRg st="2" end="2"/>
                                            </p:txEl>
                                          </p:spTgt>
                                        </p:tgtEl>
                                      </p:cBhvr>
                                    </p:animEffect>
                                  </p:childTnLst>
                                </p:cTn>
                              </p:par>
                            </p:childTnLst>
                          </p:cTn>
                        </p:par>
                        <p:par>
                          <p:cTn id="13" fill="hold">
                            <p:stCondLst>
                              <p:cond delay="500"/>
                            </p:stCondLst>
                            <p:childTnLst>
                              <p:par>
                                <p:cTn id="14" presetID="10" presetClass="entr" presetSubtype="0" fill="hold" grpId="0" nodeType="afterEffect">
                                  <p:stCondLst>
                                    <p:cond delay="0"/>
                                  </p:stCondLst>
                                  <p:childTnLst>
                                    <p:set>
                                      <p:cBhvr>
                                        <p:cTn id="15" dur="1" fill="hold">
                                          <p:stCondLst>
                                            <p:cond delay="0"/>
                                          </p:stCondLst>
                                        </p:cTn>
                                        <p:tgtEl>
                                          <p:spTgt spid="5"/>
                                        </p:tgtEl>
                                        <p:attrNameLst>
                                          <p:attrName>style.visibility</p:attrName>
                                        </p:attrNameLst>
                                      </p:cBhvr>
                                      <p:to>
                                        <p:strVal val="visible"/>
                                      </p:to>
                                    </p:set>
                                    <p:animEffect transition="in" filter="fade">
                                      <p:cBhvr>
                                        <p:cTn id="16" dur="500"/>
                                        <p:tgtEl>
                                          <p:spTgt spid="5"/>
                                        </p:tgtEl>
                                      </p:cBhvr>
                                    </p:animEffect>
                                  </p:childTnLst>
                                </p:cTn>
                              </p:par>
                            </p:childTnLst>
                          </p:cTn>
                        </p:par>
                      </p:childTnLst>
                    </p:cTn>
                  </p:par>
                  <p:par>
                    <p:cTn id="17" fill="hold">
                      <p:stCondLst>
                        <p:cond delay="indefinite"/>
                      </p:stCondLst>
                      <p:childTnLst>
                        <p:par>
                          <p:cTn id="18" fill="hold">
                            <p:stCondLst>
                              <p:cond delay="0"/>
                            </p:stCondLst>
                            <p:childTnLst>
                              <p:par>
                                <p:cTn id="19" presetID="10" presetClass="entr" presetSubtype="0" fill="hold" grpId="0" nodeType="clickEffect">
                                  <p:stCondLst>
                                    <p:cond delay="0"/>
                                  </p:stCondLst>
                                  <p:childTnLst>
                                    <p:set>
                                      <p:cBhvr>
                                        <p:cTn id="20" dur="1" fill="hold">
                                          <p:stCondLst>
                                            <p:cond delay="0"/>
                                          </p:stCondLst>
                                        </p:cTn>
                                        <p:tgtEl>
                                          <p:spTgt spid="6"/>
                                        </p:tgtEl>
                                        <p:attrNameLst>
                                          <p:attrName>style.visibility</p:attrName>
                                        </p:attrNameLst>
                                      </p:cBhvr>
                                      <p:to>
                                        <p:strVal val="visible"/>
                                      </p:to>
                                    </p:set>
                                    <p:animEffect transition="in" filter="fade">
                                      <p:cBhvr>
                                        <p:cTn id="21" dur="500"/>
                                        <p:tgtEl>
                                          <p:spTgt spid="6"/>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 grpId="0" animBg="1"/>
      <p:bldP spid="6" grpId="0" animBg="1"/>
    </p:bldLst>
  </p:timing>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837981" y="1253331"/>
            <a:ext cx="10512862" cy="4351338"/>
          </a:xfrm>
        </p:spPr>
        <p:txBody>
          <a:bodyPr>
            <a:normAutofit fontScale="92500" lnSpcReduction="20000"/>
          </a:bodyPr>
          <a:lstStyle/>
          <a:p>
            <a:r>
              <a:rPr lang="en-US" dirty="0">
                <a:latin typeface="Segoe UI" panose="020B0502040204020203" pitchFamily="34" charset="0"/>
                <a:cs typeface="Segoe UI" panose="020B0502040204020203" pitchFamily="34" charset="0"/>
              </a:rPr>
              <a:t>Create a </a:t>
            </a:r>
            <a:r>
              <a:rPr lang="en-US" dirty="0">
                <a:solidFill>
                  <a:schemeClr val="accent1"/>
                </a:solidFill>
                <a:latin typeface="Segoe UI" panose="020B0502040204020203" pitchFamily="34" charset="0"/>
                <a:cs typeface="Segoe UI" panose="020B0502040204020203" pitchFamily="34" charset="0"/>
              </a:rPr>
              <a:t>view</a:t>
            </a:r>
            <a:r>
              <a:rPr lang="en-US" dirty="0">
                <a:latin typeface="Segoe UI" panose="020B0502040204020203" pitchFamily="34" charset="0"/>
                <a:cs typeface="Segoe UI" panose="020B0502040204020203" pitchFamily="34" charset="0"/>
              </a:rPr>
              <a:t> that selects all information about the </a:t>
            </a:r>
            <a:r>
              <a:rPr lang="en-US" dirty="0">
                <a:solidFill>
                  <a:schemeClr val="accent1"/>
                </a:solidFill>
                <a:latin typeface="Segoe UI" panose="020B0502040204020203" pitchFamily="34" charset="0"/>
                <a:cs typeface="Segoe UI" panose="020B0502040204020203" pitchFamily="34" charset="0"/>
              </a:rPr>
              <a:t>highest peak</a:t>
            </a:r>
          </a:p>
          <a:p>
            <a:pPr lvl="1"/>
            <a:r>
              <a:rPr lang="en-US" dirty="0">
                <a:latin typeface="Segoe UI" panose="020B0502040204020203" pitchFamily="34" charset="0"/>
                <a:cs typeface="Segoe UI" panose="020B0502040204020203" pitchFamily="34" charset="0"/>
              </a:rPr>
              <a:t>Name the view </a:t>
            </a:r>
            <a:r>
              <a:rPr lang="en-US" b="1" noProof="1">
                <a:solidFill>
                  <a:schemeClr val="accent1"/>
                </a:solidFill>
                <a:latin typeface="Consolas" panose="020B0609020204030204" pitchFamily="49" charset="0"/>
              </a:rPr>
              <a:t>vw_HighestPeak</a:t>
            </a:r>
          </a:p>
          <a:p>
            <a:pPr>
              <a:spcBef>
                <a:spcPts val="26400"/>
              </a:spcBef>
            </a:pPr>
            <a:r>
              <a:rPr lang="en-US" dirty="0">
                <a:latin typeface="Segoe UI" panose="020B0502040204020203" pitchFamily="34" charset="0"/>
                <a:cs typeface="Segoe UI" panose="020B0502040204020203" pitchFamily="34" charset="0"/>
              </a:rPr>
              <a:t>Note: Query </a:t>
            </a:r>
            <a:r>
              <a:rPr lang="en-US" dirty="0">
                <a:solidFill>
                  <a:schemeClr val="accent1"/>
                </a:solidFill>
                <a:latin typeface="Segoe UI" panose="020B0502040204020203" pitchFamily="34" charset="0"/>
                <a:cs typeface="Segoe UI" panose="020B0502040204020203" pitchFamily="34" charset="0"/>
              </a:rPr>
              <a:t>Geography</a:t>
            </a:r>
            <a:r>
              <a:rPr lang="en-US" dirty="0">
                <a:latin typeface="Segoe UI" panose="020B0502040204020203" pitchFamily="34" charset="0"/>
                <a:cs typeface="Segoe UI" panose="020B0502040204020203" pitchFamily="34" charset="0"/>
              </a:rPr>
              <a:t> database</a:t>
            </a:r>
            <a:endParaRPr lang="en-US" b="1" noProof="1">
              <a:solidFill>
                <a:schemeClr val="accent1"/>
              </a:solidFill>
              <a:effectLst>
                <a:outerShdw blurRad="38100" dist="38100" dir="2700000" algn="tl">
                  <a:srgbClr val="000000">
                    <a:alpha val="43137"/>
                  </a:srgbClr>
                </a:outerShdw>
              </a:effectLst>
              <a:latin typeface="Segoe UI" panose="020B0502040204020203" pitchFamily="34" charset="0"/>
              <a:cs typeface="Segoe UI" panose="020B0502040204020203" pitchFamily="34" charset="0"/>
            </a:endParaRPr>
          </a:p>
        </p:txBody>
      </p:sp>
      <p:sp>
        <p:nvSpPr>
          <p:cNvPr id="5" name="Rectangle 4"/>
          <p:cNvSpPr>
            <a:spLocks noChangeArrowheads="1"/>
          </p:cNvSpPr>
          <p:nvPr/>
        </p:nvSpPr>
        <p:spPr bwMode="auto">
          <a:xfrm>
            <a:off x="2422411" y="2485886"/>
            <a:ext cx="7344000" cy="523220"/>
          </a:xfrm>
          <a:prstGeom prst="rect">
            <a:avLst/>
          </a:prstGeom>
          <a:solidFill>
            <a:srgbClr val="D9D5C7">
              <a:alpha val="20000"/>
            </a:srgbClr>
          </a:solidFill>
          <a:ln w="12700">
            <a:solidFill>
              <a:schemeClr val="accent5">
                <a:lumMod val="60000"/>
                <a:lumOff val="40000"/>
              </a:schemeClr>
            </a:solidFill>
          </a:ln>
        </p:spPr>
        <p:txBody>
          <a:bodyPr wrap="square">
            <a:spAutoFit/>
          </a:bodyPr>
          <a:lstStyle/>
          <a:p>
            <a:pPr eaLnBrk="0" hangingPunct="0">
              <a:buClr>
                <a:schemeClr val="accent5">
                  <a:lumMod val="40000"/>
                  <a:lumOff val="60000"/>
                </a:schemeClr>
              </a:buClr>
              <a:buSzPct val="70000"/>
            </a:pPr>
            <a:r>
              <a:rPr lang="en-US" sz="2800" b="1" noProof="1">
                <a:solidFill>
                  <a:schemeClr val="tx2"/>
                </a:solidFill>
                <a:latin typeface="Consolas" pitchFamily="49" charset="0"/>
                <a:cs typeface="Consolas" pitchFamily="49" charset="0"/>
              </a:rPr>
              <a:t>SELECT * FROM v_HighestPeak</a:t>
            </a:r>
          </a:p>
        </p:txBody>
      </p:sp>
      <p:pic>
        <p:nvPicPr>
          <p:cNvPr id="6" name="Picture 5"/>
          <p:cNvPicPr>
            <a:picLocks noChangeAspect="1"/>
          </p:cNvPicPr>
          <p:nvPr/>
        </p:nvPicPr>
        <p:blipFill>
          <a:blip r:embed="rId2"/>
          <a:stretch>
            <a:fillRect/>
          </a:stretch>
        </p:blipFill>
        <p:spPr>
          <a:xfrm>
            <a:off x="3876172" y="4081786"/>
            <a:ext cx="4436478" cy="679920"/>
          </a:xfrm>
          <a:prstGeom prst="rect">
            <a:avLst/>
          </a:prstGeom>
        </p:spPr>
      </p:pic>
      <p:sp>
        <p:nvSpPr>
          <p:cNvPr id="7" name="Arrow: Down 6"/>
          <p:cNvSpPr/>
          <p:nvPr/>
        </p:nvSpPr>
        <p:spPr>
          <a:xfrm>
            <a:off x="5637211" y="3149035"/>
            <a:ext cx="685801" cy="699860"/>
          </a:xfrm>
          <a:prstGeom prst="downArrow">
            <a:avLst/>
          </a:prstGeom>
          <a:solidFill>
            <a:schemeClr val="accent2"/>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2800"/>
          </a:p>
        </p:txBody>
      </p:sp>
      <p:sp>
        <p:nvSpPr>
          <p:cNvPr id="8" name="Rectangle 2">
            <a:extLst>
              <a:ext uri="{FF2B5EF4-FFF2-40B4-BE49-F238E27FC236}">
                <a16:creationId xmlns:a16="http://schemas.microsoft.com/office/drawing/2014/main" id="{10C8748C-8E28-492B-AF0F-B8ED09664935}"/>
              </a:ext>
            </a:extLst>
          </p:cNvPr>
          <p:cNvSpPr txBox="1">
            <a:spLocks noChangeArrowheads="1"/>
          </p:cNvSpPr>
          <p:nvPr/>
        </p:nvSpPr>
        <p:spPr>
          <a:xfrm>
            <a:off x="379412" y="381000"/>
            <a:ext cx="10512862" cy="593726"/>
          </a:xfrm>
          <a:prstGeom prst="rect">
            <a:avLst/>
          </a:prstGeom>
        </p:spPr>
        <p:txBody>
          <a:bodyPr vert="horz" lIns="91440" tIns="45720" rIns="91440" bIns="45720" rtlCol="0" anchor="ctr">
            <a:normAutofit fontScale="90000" lnSpcReduction="10000"/>
          </a:bodyPr>
          <a:lstStyle>
            <a:lvl1pPr algn="l" defTabSz="914126" rtl="0" eaLnBrk="1" latinLnBrk="0" hangingPunct="1">
              <a:lnSpc>
                <a:spcPct val="90000"/>
              </a:lnSpc>
              <a:spcBef>
                <a:spcPct val="0"/>
              </a:spcBef>
              <a:buNone/>
              <a:defRPr sz="4399" kern="1200">
                <a:solidFill>
                  <a:schemeClr val="tx1"/>
                </a:solidFill>
                <a:latin typeface="+mj-lt"/>
                <a:ea typeface="+mj-ea"/>
                <a:cs typeface="+mj-cs"/>
              </a:defRPr>
            </a:lvl1pPr>
          </a:lstStyle>
          <a:p>
            <a:r>
              <a:rPr lang="en-US" b="1" dirty="0">
                <a:solidFill>
                  <a:srgbClr val="FF5050"/>
                </a:solidFill>
                <a:latin typeface="Times New Roman" panose="02020603050405020304" pitchFamily="18" charset="0"/>
                <a:cs typeface="Times New Roman" panose="02020603050405020304" pitchFamily="18" charset="0"/>
              </a:rPr>
              <a:t>Problem: Highest Peak</a:t>
            </a:r>
            <a:endParaRPr lang="bg-BG" b="1" dirty="0">
              <a:solidFill>
                <a:srgbClr val="FF5050"/>
              </a:solidFill>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3982490429"/>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5"/>
                                        </p:tgtEl>
                                        <p:attrNameLst>
                                          <p:attrName>style.visibility</p:attrName>
                                        </p:attrNameLst>
                                      </p:cBhvr>
                                      <p:to>
                                        <p:strVal val="visible"/>
                                      </p:to>
                                    </p:set>
                                    <p:animEffect transition="in" filter="fade">
                                      <p:cBhvr>
                                        <p:cTn id="7" dur="500"/>
                                        <p:tgtEl>
                                          <p:spTgt spid="5"/>
                                        </p:tgtEl>
                                      </p:cBhvr>
                                    </p:animEffect>
                                  </p:childTnLst>
                                </p:cTn>
                              </p:par>
                              <p:par>
                                <p:cTn id="8" presetID="10" presetClass="entr" presetSubtype="0" fill="hold" grpId="0" nodeType="withEffect">
                                  <p:stCondLst>
                                    <p:cond delay="0"/>
                                  </p:stCondLst>
                                  <p:childTnLst>
                                    <p:set>
                                      <p:cBhvr>
                                        <p:cTn id="9" dur="1" fill="hold">
                                          <p:stCondLst>
                                            <p:cond delay="0"/>
                                          </p:stCondLst>
                                        </p:cTn>
                                        <p:tgtEl>
                                          <p:spTgt spid="7"/>
                                        </p:tgtEl>
                                        <p:attrNameLst>
                                          <p:attrName>style.visibility</p:attrName>
                                        </p:attrNameLst>
                                      </p:cBhvr>
                                      <p:to>
                                        <p:strVal val="visible"/>
                                      </p:to>
                                    </p:set>
                                    <p:animEffect transition="in" filter="fade">
                                      <p:cBhvr>
                                        <p:cTn id="10" dur="500"/>
                                        <p:tgtEl>
                                          <p:spTgt spid="7"/>
                                        </p:tgtEl>
                                      </p:cBhvr>
                                    </p:animEffect>
                                  </p:childTnLst>
                                </p:cTn>
                              </p:par>
                              <p:par>
                                <p:cTn id="11" presetID="10" presetClass="entr" presetSubtype="0" fill="hold" nodeType="withEffect">
                                  <p:stCondLst>
                                    <p:cond delay="0"/>
                                  </p:stCondLst>
                                  <p:childTnLst>
                                    <p:set>
                                      <p:cBhvr>
                                        <p:cTn id="12" dur="1" fill="hold">
                                          <p:stCondLst>
                                            <p:cond delay="0"/>
                                          </p:stCondLst>
                                        </p:cTn>
                                        <p:tgtEl>
                                          <p:spTgt spid="6"/>
                                        </p:tgtEl>
                                        <p:attrNameLst>
                                          <p:attrName>style.visibility</p:attrName>
                                        </p:attrNameLst>
                                      </p:cBhvr>
                                      <p:to>
                                        <p:strVal val="visible"/>
                                      </p:to>
                                    </p:set>
                                    <p:animEffect transition="in" filter="fade">
                                      <p:cBhvr>
                                        <p:cTn id="13" dur="500"/>
                                        <p:tgtEl>
                                          <p:spTgt spid="6"/>
                                        </p:tgtEl>
                                      </p:cBhvr>
                                    </p:animEffect>
                                  </p:childTnLst>
                                </p:cTn>
                              </p:par>
                            </p:childTnLst>
                          </p:cTn>
                        </p:par>
                      </p:childTnLst>
                    </p:cTn>
                  </p:par>
                  <p:par>
                    <p:cTn id="14" fill="hold">
                      <p:stCondLst>
                        <p:cond delay="indefinite"/>
                      </p:stCondLst>
                      <p:childTnLst>
                        <p:par>
                          <p:cTn id="15" fill="hold">
                            <p:stCondLst>
                              <p:cond delay="0"/>
                            </p:stCondLst>
                            <p:childTnLst>
                              <p:par>
                                <p:cTn id="16" presetID="10" presetClass="entr" presetSubtype="0" fill="hold" nodeType="clickEffect">
                                  <p:stCondLst>
                                    <p:cond delay="0"/>
                                  </p:stCondLst>
                                  <p:childTnLst>
                                    <p:set>
                                      <p:cBhvr>
                                        <p:cTn id="17" dur="1" fill="hold">
                                          <p:stCondLst>
                                            <p:cond delay="0"/>
                                          </p:stCondLst>
                                        </p:cTn>
                                        <p:tgtEl>
                                          <p:spTgt spid="3">
                                            <p:txEl>
                                              <p:pRg st="2" end="2"/>
                                            </p:txEl>
                                          </p:spTgt>
                                        </p:tgtEl>
                                        <p:attrNameLst>
                                          <p:attrName>style.visibility</p:attrName>
                                        </p:attrNameLst>
                                      </p:cBhvr>
                                      <p:to>
                                        <p:strVal val="visible"/>
                                      </p:to>
                                    </p:set>
                                    <p:animEffect transition="in" filter="fade">
                                      <p:cBhvr>
                                        <p:cTn id="18" dur="500"/>
                                        <p:tgtEl>
                                          <p:spTgt spid="3">
                                            <p:txEl>
                                              <p:pRg st="2" end="2"/>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 grpId="0" animBg="1"/>
      <p:bldP spid="7" grpId="0" animBg="1"/>
    </p:bldLst>
  </p:timing>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Rectangle 4"/>
          <p:cNvSpPr>
            <a:spLocks noChangeArrowheads="1"/>
          </p:cNvSpPr>
          <p:nvPr/>
        </p:nvSpPr>
        <p:spPr bwMode="auto">
          <a:xfrm>
            <a:off x="2208212" y="1690689"/>
            <a:ext cx="7772400" cy="2246769"/>
          </a:xfrm>
          <a:prstGeom prst="rect">
            <a:avLst/>
          </a:prstGeom>
          <a:solidFill>
            <a:srgbClr val="D9D5C7">
              <a:alpha val="20000"/>
            </a:srgbClr>
          </a:solidFill>
          <a:ln w="12700">
            <a:solidFill>
              <a:schemeClr val="accent5">
                <a:lumMod val="60000"/>
                <a:lumOff val="40000"/>
              </a:schemeClr>
            </a:solidFill>
          </a:ln>
        </p:spPr>
        <p:txBody>
          <a:bodyPr wrap="square">
            <a:spAutoFit/>
          </a:bodyPr>
          <a:lstStyle/>
          <a:p>
            <a:pPr eaLnBrk="0" hangingPunct="0">
              <a:buClr>
                <a:schemeClr val="accent5">
                  <a:lumMod val="40000"/>
                  <a:lumOff val="60000"/>
                </a:schemeClr>
              </a:buClr>
              <a:buSzPct val="70000"/>
            </a:pPr>
            <a:r>
              <a:rPr lang="en-US" sz="2800" b="1" noProof="1">
                <a:solidFill>
                  <a:schemeClr val="accent1"/>
                </a:solidFill>
                <a:latin typeface="Consolas" pitchFamily="49" charset="0"/>
                <a:cs typeface="Consolas" pitchFamily="49" charset="0"/>
              </a:rPr>
              <a:t>CREATE VIEW </a:t>
            </a:r>
            <a:r>
              <a:rPr lang="en-US" sz="2800" b="1" noProof="1">
                <a:solidFill>
                  <a:schemeClr val="tx2"/>
                </a:solidFill>
                <a:latin typeface="Consolas" pitchFamily="49" charset="0"/>
                <a:cs typeface="Consolas" pitchFamily="49" charset="0"/>
              </a:rPr>
              <a:t>vw_HighestPeak</a:t>
            </a:r>
          </a:p>
          <a:p>
            <a:pPr eaLnBrk="0" hangingPunct="0">
              <a:buClr>
                <a:schemeClr val="accent5">
                  <a:lumMod val="40000"/>
                  <a:lumOff val="60000"/>
                </a:schemeClr>
              </a:buClr>
              <a:buSzPct val="70000"/>
            </a:pPr>
            <a:r>
              <a:rPr lang="en-US" sz="2800" b="1" noProof="1">
                <a:solidFill>
                  <a:schemeClr val="accent1"/>
                </a:solidFill>
                <a:latin typeface="Consolas" pitchFamily="49" charset="0"/>
                <a:cs typeface="Consolas" pitchFamily="49" charset="0"/>
              </a:rPr>
              <a:t>AS</a:t>
            </a:r>
          </a:p>
          <a:p>
            <a:pPr eaLnBrk="0" hangingPunct="0">
              <a:buClr>
                <a:schemeClr val="accent5">
                  <a:lumMod val="40000"/>
                  <a:lumOff val="60000"/>
                </a:schemeClr>
              </a:buClr>
              <a:buSzPct val="70000"/>
            </a:pPr>
            <a:r>
              <a:rPr lang="en-US" sz="2800" b="1" noProof="1">
                <a:solidFill>
                  <a:schemeClr val="accent1"/>
                </a:solidFill>
                <a:latin typeface="Consolas" pitchFamily="49" charset="0"/>
                <a:cs typeface="Consolas" pitchFamily="49" charset="0"/>
              </a:rPr>
              <a:t>    SELECT TOP </a:t>
            </a:r>
            <a:r>
              <a:rPr lang="en-US" sz="2800" b="1" noProof="1">
                <a:solidFill>
                  <a:schemeClr val="tx2"/>
                </a:solidFill>
                <a:latin typeface="Consolas" pitchFamily="49" charset="0"/>
                <a:cs typeface="Consolas" pitchFamily="49" charset="0"/>
              </a:rPr>
              <a:t>(1) *</a:t>
            </a:r>
          </a:p>
          <a:p>
            <a:pPr eaLnBrk="0" hangingPunct="0">
              <a:buClr>
                <a:schemeClr val="accent5">
                  <a:lumMod val="40000"/>
                  <a:lumOff val="60000"/>
                </a:schemeClr>
              </a:buClr>
              <a:buSzPct val="70000"/>
            </a:pPr>
            <a:r>
              <a:rPr lang="en-US" sz="2800" b="1" noProof="1">
                <a:solidFill>
                  <a:schemeClr val="tx2"/>
                </a:solidFill>
                <a:latin typeface="Consolas" pitchFamily="49" charset="0"/>
                <a:cs typeface="Consolas" pitchFamily="49" charset="0"/>
              </a:rPr>
              <a:t>      </a:t>
            </a:r>
            <a:r>
              <a:rPr lang="en-US" sz="2800" b="1" noProof="1">
                <a:solidFill>
                  <a:schemeClr val="accent1"/>
                </a:solidFill>
                <a:latin typeface="Consolas" pitchFamily="49" charset="0"/>
                <a:cs typeface="Consolas" pitchFamily="49" charset="0"/>
              </a:rPr>
              <a:t>FROM</a:t>
            </a:r>
            <a:r>
              <a:rPr lang="en-US" sz="2800" b="1" noProof="1">
                <a:solidFill>
                  <a:schemeClr val="tx2"/>
                </a:solidFill>
                <a:latin typeface="Consolas" pitchFamily="49" charset="0"/>
                <a:cs typeface="Consolas" pitchFamily="49" charset="0"/>
              </a:rPr>
              <a:t> Peaks</a:t>
            </a:r>
          </a:p>
          <a:p>
            <a:pPr eaLnBrk="0" hangingPunct="0">
              <a:buClr>
                <a:schemeClr val="accent5">
                  <a:lumMod val="40000"/>
                  <a:lumOff val="60000"/>
                </a:schemeClr>
              </a:buClr>
              <a:buSzPct val="70000"/>
            </a:pPr>
            <a:r>
              <a:rPr lang="en-US" sz="2800" b="1" noProof="1">
                <a:solidFill>
                  <a:schemeClr val="tx2"/>
                </a:solidFill>
                <a:latin typeface="Consolas" pitchFamily="49" charset="0"/>
                <a:cs typeface="Consolas" pitchFamily="49" charset="0"/>
              </a:rPr>
              <a:t>  </a:t>
            </a:r>
            <a:r>
              <a:rPr lang="en-US" sz="2800" b="1" noProof="1">
                <a:solidFill>
                  <a:schemeClr val="accent1"/>
                </a:solidFill>
                <a:latin typeface="Consolas" pitchFamily="49" charset="0"/>
                <a:cs typeface="Consolas" pitchFamily="49" charset="0"/>
              </a:rPr>
              <a:t>ORDER BY </a:t>
            </a:r>
            <a:r>
              <a:rPr lang="en-US" sz="2800" b="1" noProof="1">
                <a:solidFill>
                  <a:schemeClr val="tx2"/>
                </a:solidFill>
                <a:latin typeface="Consolas" pitchFamily="49" charset="0"/>
                <a:cs typeface="Consolas" pitchFamily="49" charset="0"/>
              </a:rPr>
              <a:t>Elevation </a:t>
            </a:r>
            <a:r>
              <a:rPr lang="en-US" sz="2800" b="1" noProof="1">
                <a:solidFill>
                  <a:schemeClr val="accent1"/>
                </a:solidFill>
                <a:latin typeface="Consolas" pitchFamily="49" charset="0"/>
                <a:cs typeface="Consolas" pitchFamily="49" charset="0"/>
              </a:rPr>
              <a:t>DESC</a:t>
            </a:r>
          </a:p>
        </p:txBody>
      </p:sp>
      <p:sp>
        <p:nvSpPr>
          <p:cNvPr id="6" name="AutoShape 22"/>
          <p:cNvSpPr>
            <a:spLocks noChangeArrowheads="1"/>
          </p:cNvSpPr>
          <p:nvPr/>
        </p:nvSpPr>
        <p:spPr bwMode="auto">
          <a:xfrm>
            <a:off x="6323012" y="4394658"/>
            <a:ext cx="4876800" cy="640710"/>
          </a:xfrm>
          <a:prstGeom prst="wedgeRoundRectCallout">
            <a:avLst>
              <a:gd name="adj1" fmla="val -38655"/>
              <a:gd name="adj2" fmla="val -137769"/>
              <a:gd name="adj3" fmla="val 16667"/>
            </a:avLst>
          </a:prstGeom>
          <a:solidFill>
            <a:schemeClr val="accent2">
              <a:lumMod val="75000"/>
              <a:alpha val="95000"/>
            </a:schemeClr>
          </a:solidFill>
          <a:ln w="19050">
            <a:solidFill>
              <a:srgbClr val="F8D49E">
                <a:alpha val="80000"/>
              </a:srgbClr>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r>
              <a:rPr lang="en-US" sz="2800" noProof="1">
                <a:solidFill>
                  <a:schemeClr val="bg1"/>
                </a:solidFill>
                <a:latin typeface="Consolas" panose="020B0609020204030204" pitchFamily="49" charset="0"/>
                <a:cs typeface="Consolas" panose="020B0609020204030204" pitchFamily="49" charset="0"/>
              </a:rPr>
              <a:t>Greatest value first</a:t>
            </a:r>
            <a:endParaRPr lang="bg-BG" sz="2800" noProof="1">
              <a:solidFill>
                <a:schemeClr val="bg1"/>
              </a:solidFill>
              <a:latin typeface="Consolas" panose="020B0609020204030204" pitchFamily="49" charset="0"/>
              <a:cs typeface="Consolas" panose="020B0609020204030204" pitchFamily="49" charset="0"/>
            </a:endParaRPr>
          </a:p>
        </p:txBody>
      </p:sp>
      <p:sp>
        <p:nvSpPr>
          <p:cNvPr id="7" name="AutoShape 22"/>
          <p:cNvSpPr>
            <a:spLocks noChangeArrowheads="1"/>
          </p:cNvSpPr>
          <p:nvPr/>
        </p:nvSpPr>
        <p:spPr bwMode="auto">
          <a:xfrm>
            <a:off x="1751012" y="4394658"/>
            <a:ext cx="3810000" cy="640710"/>
          </a:xfrm>
          <a:prstGeom prst="wedgeRoundRectCallout">
            <a:avLst>
              <a:gd name="adj1" fmla="val 39948"/>
              <a:gd name="adj2" fmla="val -135582"/>
              <a:gd name="adj3" fmla="val 16667"/>
            </a:avLst>
          </a:prstGeom>
          <a:solidFill>
            <a:schemeClr val="accent2">
              <a:lumMod val="75000"/>
              <a:alpha val="95000"/>
            </a:schemeClr>
          </a:solidFill>
          <a:ln w="19050">
            <a:solidFill>
              <a:srgbClr val="F8D49E">
                <a:alpha val="80000"/>
              </a:srgbClr>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r>
              <a:rPr lang="en-US" sz="2800" noProof="1">
                <a:solidFill>
                  <a:schemeClr val="bg1"/>
                </a:solidFill>
                <a:latin typeface="Consolas" panose="020B0609020204030204" pitchFamily="49" charset="0"/>
                <a:cs typeface="Consolas" panose="020B0609020204030204" pitchFamily="49" charset="0"/>
              </a:rPr>
              <a:t>Sorting column</a:t>
            </a:r>
            <a:endParaRPr lang="bg-BG" sz="2800" noProof="1">
              <a:solidFill>
                <a:schemeClr val="bg1"/>
              </a:solidFill>
              <a:latin typeface="Consolas" panose="020B0609020204030204" pitchFamily="49" charset="0"/>
              <a:cs typeface="Consolas" panose="020B0609020204030204" pitchFamily="49" charset="0"/>
            </a:endParaRPr>
          </a:p>
        </p:txBody>
      </p:sp>
      <p:sp>
        <p:nvSpPr>
          <p:cNvPr id="8" name="Rectangle 2">
            <a:extLst>
              <a:ext uri="{FF2B5EF4-FFF2-40B4-BE49-F238E27FC236}">
                <a16:creationId xmlns:a16="http://schemas.microsoft.com/office/drawing/2014/main" id="{8E3BD374-CD6C-44AE-9F8B-F156C089629C}"/>
              </a:ext>
            </a:extLst>
          </p:cNvPr>
          <p:cNvSpPr txBox="1">
            <a:spLocks noChangeArrowheads="1"/>
          </p:cNvSpPr>
          <p:nvPr/>
        </p:nvSpPr>
        <p:spPr>
          <a:xfrm>
            <a:off x="379412" y="381000"/>
            <a:ext cx="10512862" cy="593726"/>
          </a:xfrm>
          <a:prstGeom prst="rect">
            <a:avLst/>
          </a:prstGeom>
        </p:spPr>
        <p:txBody>
          <a:bodyPr vert="horz" lIns="91440" tIns="45720" rIns="91440" bIns="45720" rtlCol="0" anchor="ctr">
            <a:normAutofit fontScale="90000" lnSpcReduction="10000"/>
          </a:bodyPr>
          <a:lstStyle>
            <a:lvl1pPr algn="l" defTabSz="914126" rtl="0" eaLnBrk="1" latinLnBrk="0" hangingPunct="1">
              <a:lnSpc>
                <a:spcPct val="90000"/>
              </a:lnSpc>
              <a:spcBef>
                <a:spcPct val="0"/>
              </a:spcBef>
              <a:buNone/>
              <a:defRPr sz="4399" kern="1200">
                <a:solidFill>
                  <a:schemeClr val="tx1"/>
                </a:solidFill>
                <a:latin typeface="+mj-lt"/>
                <a:ea typeface="+mj-ea"/>
                <a:cs typeface="+mj-cs"/>
              </a:defRPr>
            </a:lvl1pPr>
          </a:lstStyle>
          <a:p>
            <a:r>
              <a:rPr lang="en-US" b="1" dirty="0">
                <a:solidFill>
                  <a:srgbClr val="FF5050"/>
                </a:solidFill>
                <a:latin typeface="Times New Roman" panose="02020603050405020304" pitchFamily="18" charset="0"/>
                <a:cs typeface="Times New Roman" panose="02020603050405020304" pitchFamily="18" charset="0"/>
              </a:rPr>
              <a:t>Solution: Highest Peak</a:t>
            </a:r>
            <a:endParaRPr lang="bg-BG" b="1" dirty="0">
              <a:solidFill>
                <a:srgbClr val="FF5050"/>
              </a:solidFill>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1562784955"/>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7"/>
                                        </p:tgtEl>
                                        <p:attrNameLst>
                                          <p:attrName>style.visibility</p:attrName>
                                        </p:attrNameLst>
                                      </p:cBhvr>
                                      <p:to>
                                        <p:strVal val="visible"/>
                                      </p:to>
                                    </p:set>
                                    <p:animEffect transition="in" filter="fade">
                                      <p:cBhvr>
                                        <p:cTn id="7" dur="500"/>
                                        <p:tgtEl>
                                          <p:spTgt spid="7"/>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grpId="0" nodeType="clickEffect">
                                  <p:stCondLst>
                                    <p:cond delay="0"/>
                                  </p:stCondLst>
                                  <p:childTnLst>
                                    <p:set>
                                      <p:cBhvr>
                                        <p:cTn id="11" dur="1" fill="hold">
                                          <p:stCondLst>
                                            <p:cond delay="0"/>
                                          </p:stCondLst>
                                        </p:cTn>
                                        <p:tgtEl>
                                          <p:spTgt spid="6"/>
                                        </p:tgtEl>
                                        <p:attrNameLst>
                                          <p:attrName>style.visibility</p:attrName>
                                        </p:attrNameLst>
                                      </p:cBhvr>
                                      <p:to>
                                        <p:strVal val="visible"/>
                                      </p:to>
                                    </p:set>
                                    <p:animEffect transition="in" filter="fade">
                                      <p:cBhvr>
                                        <p:cTn id="12" dur="500"/>
                                        <p:tgtEl>
                                          <p:spTgt spid="6"/>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 grpId="0" animBg="1"/>
      <p:bldP spid="7" grpId="0" animBg="1"/>
    </p:bldLst>
  </p:timing>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Picture 3" descr="A picture containing red, sitting, umbrella, holding&#10;&#10;Description automatically generated">
            <a:extLst>
              <a:ext uri="{FF2B5EF4-FFF2-40B4-BE49-F238E27FC236}">
                <a16:creationId xmlns:a16="http://schemas.microsoft.com/office/drawing/2014/main" id="{2A314168-CA2F-4EF1-B7A0-F90A004C837F}"/>
              </a:ext>
            </a:extLst>
          </p:cNvPr>
          <p:cNvPicPr>
            <a:picLocks noChangeAspect="1"/>
          </p:cNvPicPr>
          <p:nvPr/>
        </p:nvPicPr>
        <p:blipFill>
          <a:blip r:embed="rId2"/>
          <a:stretch>
            <a:fillRect/>
          </a:stretch>
        </p:blipFill>
        <p:spPr>
          <a:xfrm>
            <a:off x="-1" y="-38100"/>
            <a:ext cx="12188825" cy="6934200"/>
          </a:xfrm>
          <a:prstGeom prst="rect">
            <a:avLst/>
          </a:prstGeom>
        </p:spPr>
      </p:pic>
      <p:sp>
        <p:nvSpPr>
          <p:cNvPr id="5" name="Title 4"/>
          <p:cNvSpPr>
            <a:spLocks noGrp="1"/>
          </p:cNvSpPr>
          <p:nvPr>
            <p:ph type="ctrTitle"/>
          </p:nvPr>
        </p:nvSpPr>
        <p:spPr>
          <a:xfrm>
            <a:off x="1523602" y="1981200"/>
            <a:ext cx="9141619" cy="1071563"/>
          </a:xfrm>
        </p:spPr>
        <p:txBody>
          <a:bodyPr/>
          <a:lstStyle/>
          <a:p>
            <a:r>
              <a:rPr lang="en-US" b="1" dirty="0">
                <a:solidFill>
                  <a:schemeClr val="bg1"/>
                </a:solidFill>
                <a:latin typeface="Segoe UI" panose="020B0502040204020203" pitchFamily="34" charset="0"/>
                <a:cs typeface="Segoe UI" panose="020B0502040204020203" pitchFamily="34" charset="0"/>
              </a:rPr>
              <a:t>Writing Data in Tables</a:t>
            </a:r>
          </a:p>
        </p:txBody>
      </p:sp>
      <p:sp>
        <p:nvSpPr>
          <p:cNvPr id="6" name="Text Placeholder 5"/>
          <p:cNvSpPr>
            <a:spLocks noGrp="1"/>
          </p:cNvSpPr>
          <p:nvPr>
            <p:ph type="subTitle" idx="1"/>
          </p:nvPr>
        </p:nvSpPr>
        <p:spPr>
          <a:xfrm>
            <a:off x="1523602" y="3144839"/>
            <a:ext cx="9141619" cy="453394"/>
          </a:xfrm>
        </p:spPr>
        <p:txBody>
          <a:bodyPr/>
          <a:lstStyle/>
          <a:p>
            <a:r>
              <a:rPr lang="en-US" b="1" dirty="0">
                <a:solidFill>
                  <a:schemeClr val="bg1"/>
                </a:solidFill>
                <a:latin typeface="Segoe UI" panose="020B0502040204020203" pitchFamily="34" charset="0"/>
                <a:cs typeface="Segoe UI" panose="020B0502040204020203" pitchFamily="34" charset="0"/>
              </a:rPr>
              <a:t>Using SQL INSERT</a:t>
            </a:r>
          </a:p>
        </p:txBody>
      </p:sp>
    </p:spTree>
    <p:extLst>
      <p:ext uri="{BB962C8B-B14F-4D97-AF65-F5344CB8AC3E}">
        <p14:creationId xmlns:p14="http://schemas.microsoft.com/office/powerpoint/2010/main" val="2877812328"/>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59107" name="Rectangle 3"/>
          <p:cNvSpPr>
            <a:spLocks noGrp="1" noChangeArrowheads="1"/>
          </p:cNvSpPr>
          <p:nvPr>
            <p:ph idx="1"/>
          </p:nvPr>
        </p:nvSpPr>
        <p:spPr>
          <a:xfrm>
            <a:off x="837983" y="1186660"/>
            <a:ext cx="10512862" cy="4351338"/>
          </a:xfrm>
        </p:spPr>
        <p:txBody>
          <a:bodyPr/>
          <a:lstStyle/>
          <a:p>
            <a:pPr marL="357188" indent="-357188">
              <a:lnSpc>
                <a:spcPct val="100000"/>
              </a:lnSpc>
            </a:pPr>
            <a:r>
              <a:rPr lang="en-US" sz="3000" dirty="0">
                <a:latin typeface="Segoe UI" panose="020B0502040204020203" pitchFamily="34" charset="0"/>
                <a:cs typeface="Segoe UI" panose="020B0502040204020203" pitchFamily="34" charset="0"/>
              </a:rPr>
              <a:t>The SQL </a:t>
            </a:r>
            <a:r>
              <a:rPr lang="en-US" sz="3000" b="1" dirty="0">
                <a:solidFill>
                  <a:schemeClr val="accent1"/>
                </a:solidFill>
                <a:latin typeface="Consolas" pitchFamily="49" charset="0"/>
              </a:rPr>
              <a:t>INSERT</a:t>
            </a:r>
            <a:r>
              <a:rPr lang="en-US" sz="3000" dirty="0"/>
              <a:t> </a:t>
            </a:r>
            <a:r>
              <a:rPr lang="en-US" sz="3000" dirty="0">
                <a:latin typeface="Segoe UI" panose="020B0502040204020203" pitchFamily="34" charset="0"/>
                <a:cs typeface="Segoe UI" panose="020B0502040204020203" pitchFamily="34" charset="0"/>
              </a:rPr>
              <a:t>command</a:t>
            </a:r>
          </a:p>
          <a:p>
            <a:pPr marL="357188" indent="-357188">
              <a:lnSpc>
                <a:spcPct val="100000"/>
              </a:lnSpc>
            </a:pPr>
            <a:endParaRPr lang="en-US" sz="3000" dirty="0">
              <a:solidFill>
                <a:schemeClr val="accent1"/>
              </a:solidFill>
              <a:latin typeface="Segoe UI" panose="020B0502040204020203" pitchFamily="34" charset="0"/>
              <a:cs typeface="Segoe UI" panose="020B0502040204020203" pitchFamily="34" charset="0"/>
            </a:endParaRPr>
          </a:p>
          <a:p>
            <a:pPr marL="357188" indent="-357188">
              <a:lnSpc>
                <a:spcPct val="100000"/>
              </a:lnSpc>
            </a:pPr>
            <a:endParaRPr lang="en-US" sz="3000" dirty="0">
              <a:solidFill>
                <a:schemeClr val="accent1"/>
              </a:solidFill>
              <a:latin typeface="Segoe UI" panose="020B0502040204020203" pitchFamily="34" charset="0"/>
              <a:cs typeface="Segoe UI" panose="020B0502040204020203" pitchFamily="34" charset="0"/>
            </a:endParaRPr>
          </a:p>
          <a:p>
            <a:pPr marL="0" indent="0">
              <a:lnSpc>
                <a:spcPct val="100000"/>
              </a:lnSpc>
              <a:buNone/>
            </a:pPr>
            <a:endParaRPr lang="en-US" sz="3000" dirty="0">
              <a:solidFill>
                <a:schemeClr val="accent1"/>
              </a:solidFill>
              <a:latin typeface="Segoe UI" panose="020B0502040204020203" pitchFamily="34" charset="0"/>
              <a:cs typeface="Segoe UI" panose="020B0502040204020203" pitchFamily="34" charset="0"/>
            </a:endParaRPr>
          </a:p>
          <a:p>
            <a:pPr>
              <a:lnSpc>
                <a:spcPct val="100000"/>
              </a:lnSpc>
            </a:pPr>
            <a:r>
              <a:rPr lang="en-US" sz="3000" dirty="0">
                <a:solidFill>
                  <a:schemeClr val="accent1"/>
                </a:solidFill>
                <a:latin typeface="Segoe UI" panose="020B0502040204020203" pitchFamily="34" charset="0"/>
                <a:cs typeface="Segoe UI" panose="020B0502040204020203" pitchFamily="34" charset="0"/>
              </a:rPr>
              <a:t>Bulk data </a:t>
            </a:r>
            <a:r>
              <a:rPr lang="en-US" sz="3000" dirty="0">
                <a:latin typeface="Segoe UI" panose="020B0502040204020203" pitchFamily="34" charset="0"/>
                <a:cs typeface="Segoe UI" panose="020B0502040204020203" pitchFamily="34" charset="0"/>
              </a:rPr>
              <a:t>can be recorded in a single query, separated by </a:t>
            </a:r>
            <a:r>
              <a:rPr lang="en-US" sz="3000" dirty="0"/>
              <a:t>comma</a:t>
            </a:r>
          </a:p>
        </p:txBody>
      </p:sp>
      <p:sp>
        <p:nvSpPr>
          <p:cNvPr id="6" name="Rectangle 4"/>
          <p:cNvSpPr>
            <a:spLocks noChangeArrowheads="1"/>
          </p:cNvSpPr>
          <p:nvPr/>
        </p:nvSpPr>
        <p:spPr bwMode="auto">
          <a:xfrm>
            <a:off x="682842" y="1712909"/>
            <a:ext cx="10820400" cy="492443"/>
          </a:xfrm>
          <a:prstGeom prst="rect">
            <a:avLst/>
          </a:prstGeom>
          <a:solidFill>
            <a:srgbClr val="D9D5C7">
              <a:alpha val="20000"/>
            </a:srgbClr>
          </a:solidFill>
          <a:ln w="12700">
            <a:solidFill>
              <a:schemeClr val="accent5">
                <a:lumMod val="60000"/>
                <a:lumOff val="40000"/>
              </a:schemeClr>
            </a:solidFill>
          </a:ln>
        </p:spPr>
        <p:txBody>
          <a:bodyPr wrap="square">
            <a:spAutoFit/>
          </a:bodyPr>
          <a:lstStyle/>
          <a:p>
            <a:pPr eaLnBrk="0" hangingPunct="0">
              <a:buClr>
                <a:schemeClr val="accent5">
                  <a:lumMod val="40000"/>
                  <a:lumOff val="60000"/>
                </a:schemeClr>
              </a:buClr>
              <a:buSzPct val="70000"/>
            </a:pPr>
            <a:r>
              <a:rPr lang="en-US" sz="2600" b="1" noProof="1">
                <a:solidFill>
                  <a:schemeClr val="accent1"/>
                </a:solidFill>
                <a:latin typeface="Consolas" pitchFamily="49" charset="0"/>
                <a:cs typeface="Consolas" pitchFamily="49" charset="0"/>
              </a:rPr>
              <a:t>INSERT INTO </a:t>
            </a:r>
            <a:r>
              <a:rPr lang="en-US" sz="2600" b="1" noProof="1">
                <a:solidFill>
                  <a:schemeClr val="accent2">
                    <a:lumMod val="75000"/>
                  </a:schemeClr>
                </a:solidFill>
                <a:latin typeface="Consolas" pitchFamily="49" charset="0"/>
                <a:cs typeface="Consolas" pitchFamily="49" charset="0"/>
              </a:rPr>
              <a:t>Towns</a:t>
            </a:r>
            <a:r>
              <a:rPr lang="en-US" sz="2600" b="1" noProof="1">
                <a:solidFill>
                  <a:srgbClr val="FBEEDC"/>
                </a:solidFill>
                <a:latin typeface="Consolas" pitchFamily="49" charset="0"/>
                <a:cs typeface="Consolas" pitchFamily="49" charset="0"/>
              </a:rPr>
              <a:t> </a:t>
            </a:r>
            <a:r>
              <a:rPr lang="en-US" sz="2600" b="1" noProof="1">
                <a:solidFill>
                  <a:schemeClr val="accent1"/>
                </a:solidFill>
                <a:latin typeface="Consolas" pitchFamily="49" charset="0"/>
                <a:cs typeface="Consolas" pitchFamily="49" charset="0"/>
              </a:rPr>
              <a:t>VALUES</a:t>
            </a:r>
            <a:r>
              <a:rPr lang="en-US" sz="2600" b="1" noProof="1">
                <a:solidFill>
                  <a:srgbClr val="FBEEDC"/>
                </a:solidFill>
                <a:latin typeface="Consolas" pitchFamily="49" charset="0"/>
                <a:cs typeface="Consolas" pitchFamily="49" charset="0"/>
              </a:rPr>
              <a:t> </a:t>
            </a:r>
            <a:r>
              <a:rPr lang="en-US" sz="2600" b="1" noProof="1">
                <a:solidFill>
                  <a:schemeClr val="accent2">
                    <a:lumMod val="75000"/>
                  </a:schemeClr>
                </a:solidFill>
                <a:latin typeface="Consolas" pitchFamily="49" charset="0"/>
                <a:cs typeface="Consolas" pitchFamily="49" charset="0"/>
              </a:rPr>
              <a:t>(33, 'Paris)</a:t>
            </a:r>
          </a:p>
        </p:txBody>
      </p:sp>
      <p:sp>
        <p:nvSpPr>
          <p:cNvPr id="8" name="AutoShape 22"/>
          <p:cNvSpPr>
            <a:spLocks noChangeArrowheads="1"/>
          </p:cNvSpPr>
          <p:nvPr/>
        </p:nvSpPr>
        <p:spPr bwMode="auto">
          <a:xfrm>
            <a:off x="8137308" y="581743"/>
            <a:ext cx="3061134" cy="956145"/>
          </a:xfrm>
          <a:prstGeom prst="wedgeRoundRectCallout">
            <a:avLst>
              <a:gd name="adj1" fmla="val -66946"/>
              <a:gd name="adj2" fmla="val 42231"/>
              <a:gd name="adj3" fmla="val 16667"/>
            </a:avLst>
          </a:prstGeom>
          <a:solidFill>
            <a:schemeClr val="accent2">
              <a:alpha val="95000"/>
            </a:schemeClr>
          </a:solidFill>
          <a:ln w="19050">
            <a:solidFill>
              <a:srgbClr val="F8D49E">
                <a:alpha val="80000"/>
              </a:srgbClr>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r>
              <a:rPr lang="en-US" sz="2800" noProof="1">
                <a:solidFill>
                  <a:schemeClr val="bg1"/>
                </a:solidFill>
                <a:latin typeface="Consolas" panose="020B0609020204030204" pitchFamily="49" charset="0"/>
                <a:cs typeface="Consolas" panose="020B0609020204030204" pitchFamily="49" charset="0"/>
              </a:rPr>
              <a:t>Values for</a:t>
            </a:r>
          </a:p>
          <a:p>
            <a:pPr algn="ctr"/>
            <a:r>
              <a:rPr lang="en-US" sz="2800" noProof="1">
                <a:solidFill>
                  <a:schemeClr val="bg1"/>
                </a:solidFill>
                <a:latin typeface="Consolas" panose="020B0609020204030204" pitchFamily="49" charset="0"/>
                <a:cs typeface="Consolas" panose="020B0609020204030204" pitchFamily="49" charset="0"/>
              </a:rPr>
              <a:t>all columns</a:t>
            </a:r>
            <a:endParaRPr lang="bg-BG" sz="2800" noProof="1">
              <a:solidFill>
                <a:schemeClr val="bg1"/>
              </a:solidFill>
              <a:latin typeface="Consolas" panose="020B0609020204030204" pitchFamily="49" charset="0"/>
              <a:cs typeface="Consolas" panose="020B0609020204030204" pitchFamily="49" charset="0"/>
            </a:endParaRPr>
          </a:p>
        </p:txBody>
      </p:sp>
      <p:sp>
        <p:nvSpPr>
          <p:cNvPr id="9" name="Rectangle 8"/>
          <p:cNvSpPr>
            <a:spLocks noChangeArrowheads="1"/>
          </p:cNvSpPr>
          <p:nvPr/>
        </p:nvSpPr>
        <p:spPr bwMode="auto">
          <a:xfrm>
            <a:off x="682842" y="4532309"/>
            <a:ext cx="10820400" cy="1692771"/>
          </a:xfrm>
          <a:prstGeom prst="rect">
            <a:avLst/>
          </a:prstGeom>
          <a:solidFill>
            <a:srgbClr val="D9D5C7">
              <a:alpha val="20000"/>
            </a:srgbClr>
          </a:solidFill>
          <a:ln w="12700">
            <a:solidFill>
              <a:schemeClr val="accent5">
                <a:lumMod val="60000"/>
                <a:lumOff val="40000"/>
              </a:schemeClr>
            </a:solidFill>
          </a:ln>
        </p:spPr>
        <p:txBody>
          <a:bodyPr wrap="square">
            <a:spAutoFit/>
          </a:bodyPr>
          <a:lstStyle/>
          <a:p>
            <a:pPr eaLnBrk="0" hangingPunct="0">
              <a:buClr>
                <a:schemeClr val="accent5">
                  <a:lumMod val="40000"/>
                  <a:lumOff val="60000"/>
                </a:schemeClr>
              </a:buClr>
              <a:buSzPct val="70000"/>
            </a:pPr>
            <a:r>
              <a:rPr lang="en-US" sz="2600" b="1" noProof="1">
                <a:solidFill>
                  <a:schemeClr val="accent1"/>
                </a:solidFill>
                <a:latin typeface="Consolas" pitchFamily="49" charset="0"/>
                <a:cs typeface="Consolas" pitchFamily="49" charset="0"/>
              </a:rPr>
              <a:t>INSERT INTO </a:t>
            </a:r>
            <a:r>
              <a:rPr lang="en-US" sz="2600" b="1" noProof="1">
                <a:solidFill>
                  <a:schemeClr val="accent2">
                    <a:lumMod val="75000"/>
                  </a:schemeClr>
                </a:solidFill>
                <a:latin typeface="Consolas" pitchFamily="49" charset="0"/>
                <a:cs typeface="Consolas" pitchFamily="49" charset="0"/>
              </a:rPr>
              <a:t>EmployeesProjects</a:t>
            </a:r>
          </a:p>
          <a:p>
            <a:pPr eaLnBrk="0" hangingPunct="0">
              <a:buClr>
                <a:schemeClr val="accent5">
                  <a:lumMod val="40000"/>
                  <a:lumOff val="60000"/>
                </a:schemeClr>
              </a:buClr>
              <a:buSzPct val="70000"/>
            </a:pPr>
            <a:r>
              <a:rPr lang="en-US" sz="2600" b="1" noProof="1">
                <a:solidFill>
                  <a:schemeClr val="accent1"/>
                </a:solidFill>
                <a:latin typeface="Consolas" pitchFamily="49" charset="0"/>
                <a:cs typeface="Consolas" pitchFamily="49" charset="0"/>
              </a:rPr>
              <a:t>     VALUES </a:t>
            </a:r>
            <a:r>
              <a:rPr lang="en-US" sz="2600" b="1" noProof="1">
                <a:solidFill>
                  <a:schemeClr val="accent2">
                    <a:lumMod val="75000"/>
                  </a:schemeClr>
                </a:solidFill>
                <a:latin typeface="Consolas" pitchFamily="49" charset="0"/>
                <a:cs typeface="Consolas" pitchFamily="49" charset="0"/>
              </a:rPr>
              <a:t>(229, 1),</a:t>
            </a:r>
          </a:p>
          <a:p>
            <a:pPr eaLnBrk="0" hangingPunct="0">
              <a:buClr>
                <a:schemeClr val="accent5">
                  <a:lumMod val="40000"/>
                  <a:lumOff val="60000"/>
                </a:schemeClr>
              </a:buClr>
              <a:buSzPct val="70000"/>
            </a:pPr>
            <a:r>
              <a:rPr lang="en-US" sz="2600" b="1" noProof="1">
                <a:solidFill>
                  <a:schemeClr val="accent2">
                    <a:lumMod val="75000"/>
                  </a:schemeClr>
                </a:solidFill>
                <a:latin typeface="Consolas" pitchFamily="49" charset="0"/>
                <a:cs typeface="Consolas" pitchFamily="49" charset="0"/>
              </a:rPr>
              <a:t>            (2</a:t>
            </a:r>
            <a:r>
              <a:rPr lang="bg-BG" sz="2600" b="1" noProof="1">
                <a:solidFill>
                  <a:schemeClr val="accent2">
                    <a:lumMod val="75000"/>
                  </a:schemeClr>
                </a:solidFill>
                <a:latin typeface="Consolas" pitchFamily="49" charset="0"/>
                <a:cs typeface="Consolas" pitchFamily="49" charset="0"/>
              </a:rPr>
              <a:t>29</a:t>
            </a:r>
            <a:r>
              <a:rPr lang="en-US" sz="2600" b="1" noProof="1">
                <a:solidFill>
                  <a:schemeClr val="accent2">
                    <a:lumMod val="75000"/>
                  </a:schemeClr>
                </a:solidFill>
                <a:latin typeface="Consolas" pitchFamily="49" charset="0"/>
                <a:cs typeface="Consolas" pitchFamily="49" charset="0"/>
              </a:rPr>
              <a:t>, 2),</a:t>
            </a:r>
          </a:p>
          <a:p>
            <a:pPr eaLnBrk="0" hangingPunct="0">
              <a:buClr>
                <a:schemeClr val="accent5">
                  <a:lumMod val="40000"/>
                  <a:lumOff val="60000"/>
                </a:schemeClr>
              </a:buClr>
              <a:buSzPct val="70000"/>
            </a:pPr>
            <a:r>
              <a:rPr lang="en-US" sz="2600" b="1" noProof="1">
                <a:solidFill>
                  <a:schemeClr val="accent2">
                    <a:lumMod val="75000"/>
                  </a:schemeClr>
                </a:solidFill>
                <a:latin typeface="Consolas" pitchFamily="49" charset="0"/>
                <a:cs typeface="Consolas" pitchFamily="49" charset="0"/>
              </a:rPr>
              <a:t>            (2</a:t>
            </a:r>
            <a:r>
              <a:rPr lang="bg-BG" sz="2600" b="1" noProof="1">
                <a:solidFill>
                  <a:schemeClr val="accent2">
                    <a:lumMod val="75000"/>
                  </a:schemeClr>
                </a:solidFill>
                <a:latin typeface="Consolas" pitchFamily="49" charset="0"/>
                <a:cs typeface="Consolas" pitchFamily="49" charset="0"/>
              </a:rPr>
              <a:t>29</a:t>
            </a:r>
            <a:r>
              <a:rPr lang="en-US" sz="2600" b="1" noProof="1">
                <a:solidFill>
                  <a:schemeClr val="accent2">
                    <a:lumMod val="75000"/>
                  </a:schemeClr>
                </a:solidFill>
                <a:latin typeface="Consolas" pitchFamily="49" charset="0"/>
                <a:cs typeface="Consolas" pitchFamily="49" charset="0"/>
              </a:rPr>
              <a:t>, 3), …</a:t>
            </a:r>
          </a:p>
        </p:txBody>
      </p:sp>
      <p:sp>
        <p:nvSpPr>
          <p:cNvPr id="10" name="Rectangle 4"/>
          <p:cNvSpPr>
            <a:spLocks noChangeArrowheads="1"/>
          </p:cNvSpPr>
          <p:nvPr/>
        </p:nvSpPr>
        <p:spPr bwMode="auto">
          <a:xfrm>
            <a:off x="682842" y="2617263"/>
            <a:ext cx="10820400" cy="892552"/>
          </a:xfrm>
          <a:prstGeom prst="rect">
            <a:avLst/>
          </a:prstGeom>
          <a:solidFill>
            <a:srgbClr val="D9D5C7">
              <a:alpha val="20000"/>
            </a:srgbClr>
          </a:solidFill>
          <a:ln w="12700">
            <a:solidFill>
              <a:schemeClr val="accent5">
                <a:lumMod val="60000"/>
                <a:lumOff val="40000"/>
              </a:schemeClr>
            </a:solidFill>
          </a:ln>
        </p:spPr>
        <p:txBody>
          <a:bodyPr wrap="square">
            <a:spAutoFit/>
          </a:bodyPr>
          <a:lstStyle/>
          <a:p>
            <a:pPr eaLnBrk="0" hangingPunct="0">
              <a:buClr>
                <a:schemeClr val="accent5">
                  <a:lumMod val="40000"/>
                  <a:lumOff val="60000"/>
                </a:schemeClr>
              </a:buClr>
              <a:buSzPct val="70000"/>
            </a:pPr>
            <a:r>
              <a:rPr lang="en-US" sz="2600" b="1" noProof="1">
                <a:solidFill>
                  <a:schemeClr val="accent1"/>
                </a:solidFill>
                <a:latin typeface="Consolas" pitchFamily="49" charset="0"/>
                <a:cs typeface="Consolas" pitchFamily="49" charset="0"/>
              </a:rPr>
              <a:t>INSERT INTO </a:t>
            </a:r>
            <a:r>
              <a:rPr lang="en-US" sz="2600" b="1" noProof="1">
                <a:solidFill>
                  <a:schemeClr val="accent2">
                    <a:lumMod val="75000"/>
                  </a:schemeClr>
                </a:solidFill>
                <a:latin typeface="Consolas" pitchFamily="49" charset="0"/>
                <a:cs typeface="Consolas" pitchFamily="49" charset="0"/>
              </a:rPr>
              <a:t>Projects(Name, StartDate)</a:t>
            </a:r>
          </a:p>
          <a:p>
            <a:pPr eaLnBrk="0" hangingPunct="0">
              <a:buClr>
                <a:schemeClr val="accent5">
                  <a:lumMod val="40000"/>
                  <a:lumOff val="60000"/>
                </a:schemeClr>
              </a:buClr>
              <a:buSzPct val="70000"/>
            </a:pPr>
            <a:r>
              <a:rPr lang="en-US" sz="2600" b="1" noProof="1">
                <a:solidFill>
                  <a:srgbClr val="FBEEDC"/>
                </a:solidFill>
                <a:latin typeface="Consolas" pitchFamily="49" charset="0"/>
                <a:cs typeface="Consolas" pitchFamily="49" charset="0"/>
              </a:rPr>
              <a:t>     </a:t>
            </a:r>
            <a:r>
              <a:rPr lang="en-US" sz="2600" b="1" noProof="1">
                <a:solidFill>
                  <a:schemeClr val="accent1"/>
                </a:solidFill>
                <a:latin typeface="Consolas" pitchFamily="49" charset="0"/>
                <a:cs typeface="Consolas" pitchFamily="49" charset="0"/>
              </a:rPr>
              <a:t>VALUES</a:t>
            </a:r>
            <a:r>
              <a:rPr lang="en-US" sz="2600" b="1" noProof="1">
                <a:solidFill>
                  <a:srgbClr val="FBEEDC"/>
                </a:solidFill>
                <a:latin typeface="Consolas" pitchFamily="49" charset="0"/>
                <a:cs typeface="Consolas" pitchFamily="49" charset="0"/>
              </a:rPr>
              <a:t> </a:t>
            </a:r>
            <a:r>
              <a:rPr lang="en-US" sz="2600" b="1" noProof="1">
                <a:solidFill>
                  <a:schemeClr val="accent2">
                    <a:lumMod val="75000"/>
                  </a:schemeClr>
                </a:solidFill>
                <a:latin typeface="Consolas" pitchFamily="49" charset="0"/>
                <a:cs typeface="Consolas" pitchFamily="49" charset="0"/>
              </a:rPr>
              <a:t>('Reflective Jacket', </a:t>
            </a:r>
            <a:r>
              <a:rPr lang="en-US" sz="2600" b="1" noProof="1">
                <a:solidFill>
                  <a:schemeClr val="accent1"/>
                </a:solidFill>
                <a:latin typeface="Consolas" pitchFamily="49" charset="0"/>
                <a:cs typeface="Consolas" pitchFamily="49" charset="0"/>
              </a:rPr>
              <a:t>GETDATE()</a:t>
            </a:r>
            <a:r>
              <a:rPr lang="en-US" sz="2600" b="1" noProof="1">
                <a:solidFill>
                  <a:schemeClr val="accent2">
                    <a:lumMod val="75000"/>
                  </a:schemeClr>
                </a:solidFill>
                <a:latin typeface="Consolas" pitchFamily="49" charset="0"/>
                <a:cs typeface="Consolas" pitchFamily="49" charset="0"/>
              </a:rPr>
              <a:t>)</a:t>
            </a:r>
          </a:p>
        </p:txBody>
      </p:sp>
      <p:sp>
        <p:nvSpPr>
          <p:cNvPr id="11" name="AutoShape 22"/>
          <p:cNvSpPr>
            <a:spLocks noChangeArrowheads="1"/>
          </p:cNvSpPr>
          <p:nvPr/>
        </p:nvSpPr>
        <p:spPr bwMode="auto">
          <a:xfrm>
            <a:off x="8988642" y="1984375"/>
            <a:ext cx="2362200" cy="1079164"/>
          </a:xfrm>
          <a:prstGeom prst="wedgeRoundRectCallout">
            <a:avLst>
              <a:gd name="adj1" fmla="val -105672"/>
              <a:gd name="adj2" fmla="val -16885"/>
              <a:gd name="adj3" fmla="val 16667"/>
            </a:avLst>
          </a:prstGeom>
          <a:solidFill>
            <a:schemeClr val="accent2">
              <a:alpha val="95000"/>
            </a:schemeClr>
          </a:solidFill>
          <a:ln w="19050">
            <a:solidFill>
              <a:srgbClr val="F8D49E">
                <a:alpha val="80000"/>
              </a:srgbClr>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r>
              <a:rPr lang="en-US" sz="2800" noProof="1">
                <a:solidFill>
                  <a:schemeClr val="bg1"/>
                </a:solidFill>
                <a:latin typeface="Consolas" panose="020B0609020204030204" pitchFamily="49" charset="0"/>
                <a:cs typeface="Consolas" panose="020B0609020204030204" pitchFamily="49" charset="0"/>
              </a:rPr>
              <a:t>Specify</a:t>
            </a:r>
          </a:p>
          <a:p>
            <a:pPr algn="ctr"/>
            <a:r>
              <a:rPr lang="en-US" sz="2800" noProof="1">
                <a:solidFill>
                  <a:schemeClr val="bg1"/>
                </a:solidFill>
                <a:latin typeface="Consolas" panose="020B0609020204030204" pitchFamily="49" charset="0"/>
                <a:cs typeface="Consolas" panose="020B0609020204030204" pitchFamily="49" charset="0"/>
              </a:rPr>
              <a:t>columns</a:t>
            </a:r>
            <a:endParaRPr lang="bg-BG" sz="2800" noProof="1">
              <a:solidFill>
                <a:schemeClr val="bg1"/>
              </a:solidFill>
              <a:latin typeface="Consolas" panose="020B0609020204030204" pitchFamily="49" charset="0"/>
              <a:cs typeface="Consolas" panose="020B0609020204030204" pitchFamily="49" charset="0"/>
            </a:endParaRPr>
          </a:p>
        </p:txBody>
      </p:sp>
      <p:sp>
        <p:nvSpPr>
          <p:cNvPr id="12" name="Rectangle 2">
            <a:extLst>
              <a:ext uri="{FF2B5EF4-FFF2-40B4-BE49-F238E27FC236}">
                <a16:creationId xmlns:a16="http://schemas.microsoft.com/office/drawing/2014/main" id="{5AB1D129-71D0-4225-A361-4712B1E09DFF}"/>
              </a:ext>
            </a:extLst>
          </p:cNvPr>
          <p:cNvSpPr txBox="1">
            <a:spLocks noChangeArrowheads="1"/>
          </p:cNvSpPr>
          <p:nvPr/>
        </p:nvSpPr>
        <p:spPr>
          <a:xfrm>
            <a:off x="379412" y="381000"/>
            <a:ext cx="10512862" cy="593726"/>
          </a:xfrm>
          <a:prstGeom prst="rect">
            <a:avLst/>
          </a:prstGeom>
        </p:spPr>
        <p:txBody>
          <a:bodyPr vert="horz" lIns="91440" tIns="45720" rIns="91440" bIns="45720" rtlCol="0" anchor="ctr">
            <a:normAutofit fontScale="90000" lnSpcReduction="10000"/>
          </a:bodyPr>
          <a:lstStyle>
            <a:lvl1pPr algn="l" defTabSz="914126" rtl="0" eaLnBrk="1" latinLnBrk="0" hangingPunct="1">
              <a:lnSpc>
                <a:spcPct val="90000"/>
              </a:lnSpc>
              <a:spcBef>
                <a:spcPct val="0"/>
              </a:spcBef>
              <a:buNone/>
              <a:defRPr sz="4399" kern="1200">
                <a:solidFill>
                  <a:schemeClr val="tx1"/>
                </a:solidFill>
                <a:latin typeface="+mj-lt"/>
                <a:ea typeface="+mj-ea"/>
                <a:cs typeface="+mj-cs"/>
              </a:defRPr>
            </a:lvl1pPr>
          </a:lstStyle>
          <a:p>
            <a:r>
              <a:rPr lang="en-US" b="1" dirty="0">
                <a:solidFill>
                  <a:srgbClr val="FF5050"/>
                </a:solidFill>
                <a:latin typeface="Times New Roman" panose="02020603050405020304" pitchFamily="18" charset="0"/>
                <a:cs typeface="Times New Roman" panose="02020603050405020304" pitchFamily="18" charset="0"/>
              </a:rPr>
              <a:t>Inserting Data</a:t>
            </a:r>
            <a:endParaRPr lang="bg-BG" b="1" dirty="0">
              <a:solidFill>
                <a:srgbClr val="FF5050"/>
              </a:solidFill>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767289762"/>
      </p:ext>
    </p:extLst>
  </p:cSld>
  <p:clrMapOvr>
    <a:masterClrMapping/>
  </p:clrMapOvr>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afterEffect">
                                  <p:stCondLst>
                                    <p:cond delay="0"/>
                                  </p:stCondLst>
                                  <p:childTnLst>
                                    <p:set>
                                      <p:cBhvr>
                                        <p:cTn id="6" dur="1" fill="hold">
                                          <p:stCondLst>
                                            <p:cond delay="0"/>
                                          </p:stCondLst>
                                        </p:cTn>
                                        <p:tgtEl>
                                          <p:spTgt spid="6"/>
                                        </p:tgtEl>
                                        <p:attrNameLst>
                                          <p:attrName>style.visibility</p:attrName>
                                        </p:attrNameLst>
                                      </p:cBhvr>
                                      <p:to>
                                        <p:strVal val="visible"/>
                                      </p:to>
                                    </p:set>
                                    <p:animEffect transition="in" filter="fade">
                                      <p:cBhvr>
                                        <p:cTn id="7" dur="500"/>
                                        <p:tgtEl>
                                          <p:spTgt spid="6"/>
                                        </p:tgtEl>
                                      </p:cBhvr>
                                    </p:animEffect>
                                  </p:childTnLst>
                                </p:cTn>
                              </p:par>
                            </p:childTnLst>
                          </p:cTn>
                        </p:par>
                        <p:par>
                          <p:cTn id="8" fill="hold">
                            <p:stCondLst>
                              <p:cond delay="500"/>
                            </p:stCondLst>
                            <p:childTnLst>
                              <p:par>
                                <p:cTn id="9" presetID="10" presetClass="entr" presetSubtype="0" fill="hold" grpId="0" nodeType="afterEffect">
                                  <p:stCondLst>
                                    <p:cond delay="0"/>
                                  </p:stCondLst>
                                  <p:childTnLst>
                                    <p:set>
                                      <p:cBhvr>
                                        <p:cTn id="10" dur="1" fill="hold">
                                          <p:stCondLst>
                                            <p:cond delay="0"/>
                                          </p:stCondLst>
                                        </p:cTn>
                                        <p:tgtEl>
                                          <p:spTgt spid="8"/>
                                        </p:tgtEl>
                                        <p:attrNameLst>
                                          <p:attrName>style.visibility</p:attrName>
                                        </p:attrNameLst>
                                      </p:cBhvr>
                                      <p:to>
                                        <p:strVal val="visible"/>
                                      </p:to>
                                    </p:set>
                                    <p:animEffect transition="in" filter="fade">
                                      <p:cBhvr>
                                        <p:cTn id="11" dur="500"/>
                                        <p:tgtEl>
                                          <p:spTgt spid="8"/>
                                        </p:tgtEl>
                                      </p:cBhvr>
                                    </p:animEffect>
                                  </p:childTnLst>
                                </p:cTn>
                              </p:par>
                            </p:childTnLst>
                          </p:cTn>
                        </p:par>
                      </p:childTnLst>
                    </p:cTn>
                  </p:par>
                  <p:par>
                    <p:cTn id="12" fill="hold">
                      <p:stCondLst>
                        <p:cond delay="indefinite"/>
                      </p:stCondLst>
                      <p:childTnLst>
                        <p:par>
                          <p:cTn id="13" fill="hold">
                            <p:stCondLst>
                              <p:cond delay="0"/>
                            </p:stCondLst>
                            <p:childTnLst>
                              <p:par>
                                <p:cTn id="14" presetID="10" presetClass="entr" presetSubtype="0" fill="hold" grpId="0" nodeType="clickEffect">
                                  <p:stCondLst>
                                    <p:cond delay="0"/>
                                  </p:stCondLst>
                                  <p:childTnLst>
                                    <p:set>
                                      <p:cBhvr>
                                        <p:cTn id="15" dur="1" fill="hold">
                                          <p:stCondLst>
                                            <p:cond delay="0"/>
                                          </p:stCondLst>
                                        </p:cTn>
                                        <p:tgtEl>
                                          <p:spTgt spid="10"/>
                                        </p:tgtEl>
                                        <p:attrNameLst>
                                          <p:attrName>style.visibility</p:attrName>
                                        </p:attrNameLst>
                                      </p:cBhvr>
                                      <p:to>
                                        <p:strVal val="visible"/>
                                      </p:to>
                                    </p:set>
                                    <p:animEffect transition="in" filter="fade">
                                      <p:cBhvr>
                                        <p:cTn id="16" dur="500"/>
                                        <p:tgtEl>
                                          <p:spTgt spid="10"/>
                                        </p:tgtEl>
                                      </p:cBhvr>
                                    </p:animEffect>
                                  </p:childTnLst>
                                </p:cTn>
                              </p:par>
                            </p:childTnLst>
                          </p:cTn>
                        </p:par>
                        <p:par>
                          <p:cTn id="17" fill="hold">
                            <p:stCondLst>
                              <p:cond delay="500"/>
                            </p:stCondLst>
                            <p:childTnLst>
                              <p:par>
                                <p:cTn id="18" presetID="10" presetClass="entr" presetSubtype="0" fill="hold" grpId="0" nodeType="afterEffect">
                                  <p:stCondLst>
                                    <p:cond delay="0"/>
                                  </p:stCondLst>
                                  <p:childTnLst>
                                    <p:set>
                                      <p:cBhvr>
                                        <p:cTn id="19" dur="1" fill="hold">
                                          <p:stCondLst>
                                            <p:cond delay="0"/>
                                          </p:stCondLst>
                                        </p:cTn>
                                        <p:tgtEl>
                                          <p:spTgt spid="11"/>
                                        </p:tgtEl>
                                        <p:attrNameLst>
                                          <p:attrName>style.visibility</p:attrName>
                                        </p:attrNameLst>
                                      </p:cBhvr>
                                      <p:to>
                                        <p:strVal val="visible"/>
                                      </p:to>
                                    </p:set>
                                    <p:animEffect transition="in" filter="fade">
                                      <p:cBhvr>
                                        <p:cTn id="20" dur="500"/>
                                        <p:tgtEl>
                                          <p:spTgt spid="11"/>
                                        </p:tgtEl>
                                      </p:cBhvr>
                                    </p:animEffect>
                                  </p:childTnLst>
                                </p:cTn>
                              </p:par>
                            </p:childTnLst>
                          </p:cTn>
                        </p:par>
                        <p:par>
                          <p:cTn id="21" fill="hold">
                            <p:stCondLst>
                              <p:cond delay="1000"/>
                            </p:stCondLst>
                            <p:childTnLst>
                              <p:par>
                                <p:cTn id="22" presetID="10" presetClass="entr" presetSubtype="0" fill="hold" grpId="0" nodeType="afterEffect">
                                  <p:stCondLst>
                                    <p:cond delay="0"/>
                                  </p:stCondLst>
                                  <p:childTnLst>
                                    <p:set>
                                      <p:cBhvr>
                                        <p:cTn id="23" dur="1" fill="hold">
                                          <p:stCondLst>
                                            <p:cond delay="0"/>
                                          </p:stCondLst>
                                        </p:cTn>
                                        <p:tgtEl>
                                          <p:spTgt spid="9"/>
                                        </p:tgtEl>
                                        <p:attrNameLst>
                                          <p:attrName>style.visibility</p:attrName>
                                        </p:attrNameLst>
                                      </p:cBhvr>
                                      <p:to>
                                        <p:strVal val="visible"/>
                                      </p:to>
                                    </p:set>
                                    <p:animEffect transition="in" filter="fade">
                                      <p:cBhvr>
                                        <p:cTn id="24" dur="500"/>
                                        <p:tgtEl>
                                          <p:spTgt spid="9"/>
                                        </p:tgtEl>
                                      </p:cBhvr>
                                    </p:animEffect>
                                  </p:childTnLst>
                                </p:cTn>
                              </p:par>
                              <p:par>
                                <p:cTn id="25" presetID="10" presetClass="entr" presetSubtype="0" fill="hold" nodeType="withEffect">
                                  <p:stCondLst>
                                    <p:cond delay="0"/>
                                  </p:stCondLst>
                                  <p:childTnLst>
                                    <p:set>
                                      <p:cBhvr>
                                        <p:cTn id="26" dur="1" fill="hold">
                                          <p:stCondLst>
                                            <p:cond delay="0"/>
                                          </p:stCondLst>
                                        </p:cTn>
                                        <p:tgtEl>
                                          <p:spTgt spid="9">
                                            <p:txEl>
                                              <p:pRg st="0" end="0"/>
                                            </p:txEl>
                                          </p:spTgt>
                                        </p:tgtEl>
                                        <p:attrNameLst>
                                          <p:attrName>style.visibility</p:attrName>
                                        </p:attrNameLst>
                                      </p:cBhvr>
                                      <p:to>
                                        <p:strVal val="visible"/>
                                      </p:to>
                                    </p:set>
                                    <p:animEffect transition="in" filter="fade">
                                      <p:cBhvr>
                                        <p:cTn id="27" dur="500"/>
                                        <p:tgtEl>
                                          <p:spTgt spid="9">
                                            <p:txEl>
                                              <p:pRg st="0" end="0"/>
                                            </p:txEl>
                                          </p:spTgt>
                                        </p:tgtEl>
                                      </p:cBhvr>
                                    </p:animEffect>
                                  </p:childTnLst>
                                </p:cTn>
                              </p:par>
                            </p:childTnLst>
                          </p:cTn>
                        </p:par>
                        <p:par>
                          <p:cTn id="28" fill="hold">
                            <p:stCondLst>
                              <p:cond delay="1500"/>
                            </p:stCondLst>
                            <p:childTnLst>
                              <p:par>
                                <p:cTn id="29" presetID="10" presetClass="entr" presetSubtype="0" fill="hold" nodeType="afterEffect">
                                  <p:stCondLst>
                                    <p:cond delay="0"/>
                                  </p:stCondLst>
                                  <p:childTnLst>
                                    <p:set>
                                      <p:cBhvr>
                                        <p:cTn id="30" dur="1" fill="hold">
                                          <p:stCondLst>
                                            <p:cond delay="0"/>
                                          </p:stCondLst>
                                        </p:cTn>
                                        <p:tgtEl>
                                          <p:spTgt spid="9">
                                            <p:txEl>
                                              <p:pRg st="1" end="1"/>
                                            </p:txEl>
                                          </p:spTgt>
                                        </p:tgtEl>
                                        <p:attrNameLst>
                                          <p:attrName>style.visibility</p:attrName>
                                        </p:attrNameLst>
                                      </p:cBhvr>
                                      <p:to>
                                        <p:strVal val="visible"/>
                                      </p:to>
                                    </p:set>
                                    <p:animEffect transition="in" filter="fade">
                                      <p:cBhvr>
                                        <p:cTn id="31" dur="500"/>
                                        <p:tgtEl>
                                          <p:spTgt spid="9">
                                            <p:txEl>
                                              <p:pRg st="1" end="1"/>
                                            </p:txEl>
                                          </p:spTgt>
                                        </p:tgtEl>
                                      </p:cBhvr>
                                    </p:animEffect>
                                  </p:childTnLst>
                                </p:cTn>
                              </p:par>
                            </p:childTnLst>
                          </p:cTn>
                        </p:par>
                        <p:par>
                          <p:cTn id="32" fill="hold">
                            <p:stCondLst>
                              <p:cond delay="2000"/>
                            </p:stCondLst>
                            <p:childTnLst>
                              <p:par>
                                <p:cTn id="33" presetID="10" presetClass="entr" presetSubtype="0" fill="hold" nodeType="afterEffect">
                                  <p:stCondLst>
                                    <p:cond delay="0"/>
                                  </p:stCondLst>
                                  <p:childTnLst>
                                    <p:set>
                                      <p:cBhvr>
                                        <p:cTn id="34" dur="1" fill="hold">
                                          <p:stCondLst>
                                            <p:cond delay="0"/>
                                          </p:stCondLst>
                                        </p:cTn>
                                        <p:tgtEl>
                                          <p:spTgt spid="9">
                                            <p:txEl>
                                              <p:pRg st="2" end="2"/>
                                            </p:txEl>
                                          </p:spTgt>
                                        </p:tgtEl>
                                        <p:attrNameLst>
                                          <p:attrName>style.visibility</p:attrName>
                                        </p:attrNameLst>
                                      </p:cBhvr>
                                      <p:to>
                                        <p:strVal val="visible"/>
                                      </p:to>
                                    </p:set>
                                    <p:animEffect transition="in" filter="fade">
                                      <p:cBhvr>
                                        <p:cTn id="35" dur="500"/>
                                        <p:tgtEl>
                                          <p:spTgt spid="9">
                                            <p:txEl>
                                              <p:pRg st="2" end="2"/>
                                            </p:txEl>
                                          </p:spTgt>
                                        </p:tgtEl>
                                      </p:cBhvr>
                                    </p:animEffect>
                                  </p:childTnLst>
                                </p:cTn>
                              </p:par>
                            </p:childTnLst>
                          </p:cTn>
                        </p:par>
                        <p:par>
                          <p:cTn id="36" fill="hold">
                            <p:stCondLst>
                              <p:cond delay="2500"/>
                            </p:stCondLst>
                            <p:childTnLst>
                              <p:par>
                                <p:cTn id="37" presetID="10" presetClass="entr" presetSubtype="0" fill="hold" nodeType="afterEffect">
                                  <p:stCondLst>
                                    <p:cond delay="0"/>
                                  </p:stCondLst>
                                  <p:childTnLst>
                                    <p:set>
                                      <p:cBhvr>
                                        <p:cTn id="38" dur="1" fill="hold">
                                          <p:stCondLst>
                                            <p:cond delay="0"/>
                                          </p:stCondLst>
                                        </p:cTn>
                                        <p:tgtEl>
                                          <p:spTgt spid="9">
                                            <p:txEl>
                                              <p:pRg st="3" end="3"/>
                                            </p:txEl>
                                          </p:spTgt>
                                        </p:tgtEl>
                                        <p:attrNameLst>
                                          <p:attrName>style.visibility</p:attrName>
                                        </p:attrNameLst>
                                      </p:cBhvr>
                                      <p:to>
                                        <p:strVal val="visible"/>
                                      </p:to>
                                    </p:set>
                                    <p:animEffect transition="in" filter="fade">
                                      <p:cBhvr>
                                        <p:cTn id="39" dur="500"/>
                                        <p:tgtEl>
                                          <p:spTgt spid="9">
                                            <p:txEl>
                                              <p:pRg st="3" end="3"/>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 grpId="0" animBg="1"/>
      <p:bldP spid="8" grpId="0" animBg="1"/>
      <p:bldP spid="9" grpId="0" animBg="1"/>
      <p:bldP spid="10" grpId="0" animBg="1"/>
      <p:bldP spid="11" grpId="0" animBg="1"/>
    </p:bldLst>
  </p:timing>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59107" name="Rectangle 3"/>
          <p:cNvSpPr>
            <a:spLocks noGrp="1" noChangeArrowheads="1"/>
          </p:cNvSpPr>
          <p:nvPr>
            <p:ph idx="1"/>
          </p:nvPr>
        </p:nvSpPr>
        <p:spPr>
          <a:xfrm>
            <a:off x="608012" y="1020971"/>
            <a:ext cx="10512862" cy="4351338"/>
          </a:xfrm>
        </p:spPr>
        <p:txBody>
          <a:bodyPr/>
          <a:lstStyle/>
          <a:p>
            <a:pPr marL="357188" indent="-357188">
              <a:lnSpc>
                <a:spcPct val="100000"/>
              </a:lnSpc>
            </a:pPr>
            <a:r>
              <a:rPr lang="en-US" sz="3000" dirty="0">
                <a:latin typeface="Segoe UI" panose="020B0502040204020203" pitchFamily="34" charset="0"/>
                <a:cs typeface="Segoe UI" panose="020B0502040204020203" pitchFamily="34" charset="0"/>
              </a:rPr>
              <a:t>You can use existing records to create a </a:t>
            </a:r>
            <a:r>
              <a:rPr lang="en-US" sz="3000" dirty="0">
                <a:solidFill>
                  <a:schemeClr val="accent1"/>
                </a:solidFill>
                <a:latin typeface="Segoe UI" panose="020B0502040204020203" pitchFamily="34" charset="0"/>
                <a:cs typeface="Segoe UI" panose="020B0502040204020203" pitchFamily="34" charset="0"/>
              </a:rPr>
              <a:t>new table</a:t>
            </a:r>
          </a:p>
          <a:p>
            <a:pPr marL="357188" indent="-357188">
              <a:lnSpc>
                <a:spcPct val="100000"/>
              </a:lnSpc>
              <a:spcBef>
                <a:spcPts val="18000"/>
              </a:spcBef>
            </a:pPr>
            <a:r>
              <a:rPr lang="en-US" sz="3000" dirty="0">
                <a:latin typeface="Segoe UI" panose="020B0502040204020203" pitchFamily="34" charset="0"/>
                <a:cs typeface="Segoe UI" panose="020B0502040204020203" pitchFamily="34" charset="0"/>
              </a:rPr>
              <a:t>Or into an existing table</a:t>
            </a:r>
          </a:p>
        </p:txBody>
      </p:sp>
      <p:sp>
        <p:nvSpPr>
          <p:cNvPr id="559108" name="Rectangle 4"/>
          <p:cNvSpPr>
            <a:spLocks noChangeArrowheads="1"/>
          </p:cNvSpPr>
          <p:nvPr/>
        </p:nvSpPr>
        <p:spPr bwMode="auto">
          <a:xfrm>
            <a:off x="836613" y="4989621"/>
            <a:ext cx="10515598" cy="1292662"/>
          </a:xfrm>
          <a:prstGeom prst="rect">
            <a:avLst/>
          </a:prstGeom>
          <a:solidFill>
            <a:srgbClr val="D9D5C7">
              <a:alpha val="20000"/>
            </a:srgbClr>
          </a:solidFill>
          <a:ln w="12700">
            <a:solidFill>
              <a:schemeClr val="accent5">
                <a:lumMod val="60000"/>
                <a:lumOff val="40000"/>
              </a:schemeClr>
            </a:solidFill>
          </a:ln>
        </p:spPr>
        <p:txBody>
          <a:bodyPr wrap="square">
            <a:spAutoFit/>
          </a:bodyPr>
          <a:lstStyle/>
          <a:p>
            <a:pPr eaLnBrk="0" hangingPunct="0">
              <a:spcBef>
                <a:spcPts val="1200"/>
              </a:spcBef>
              <a:buClr>
                <a:schemeClr val="accent5">
                  <a:lumMod val="40000"/>
                  <a:lumOff val="60000"/>
                </a:schemeClr>
              </a:buClr>
              <a:buSzPct val="70000"/>
            </a:pPr>
            <a:r>
              <a:rPr lang="en-US" sz="2600" b="1" noProof="1">
                <a:solidFill>
                  <a:schemeClr val="accent1"/>
                </a:solidFill>
                <a:latin typeface="Consolas" pitchFamily="49" charset="0"/>
                <a:cs typeface="Consolas" pitchFamily="49" charset="0"/>
              </a:rPr>
              <a:t>INSERT INTO </a:t>
            </a:r>
            <a:r>
              <a:rPr lang="en-US" sz="2600" b="1" noProof="1">
                <a:solidFill>
                  <a:schemeClr val="accent2">
                    <a:lumMod val="75000"/>
                  </a:schemeClr>
                </a:solidFill>
                <a:latin typeface="Consolas" pitchFamily="49" charset="0"/>
                <a:cs typeface="Consolas" pitchFamily="49" charset="0"/>
              </a:rPr>
              <a:t>Projects(Name, StartDate)</a:t>
            </a:r>
          </a:p>
          <a:p>
            <a:pPr eaLnBrk="0" hangingPunct="0">
              <a:buClr>
                <a:schemeClr val="accent5">
                  <a:lumMod val="40000"/>
                  <a:lumOff val="60000"/>
                </a:schemeClr>
              </a:buClr>
              <a:buSzPct val="70000"/>
            </a:pPr>
            <a:r>
              <a:rPr lang="en-US" sz="2600" b="1" noProof="1">
                <a:solidFill>
                  <a:schemeClr val="accent2">
                    <a:lumMod val="75000"/>
                  </a:schemeClr>
                </a:solidFill>
                <a:latin typeface="Consolas" pitchFamily="49" charset="0"/>
                <a:cs typeface="Consolas" pitchFamily="49" charset="0"/>
              </a:rPr>
              <a:t>     SELECT Name + ' Restructuring', </a:t>
            </a:r>
            <a:r>
              <a:rPr lang="en-US" sz="2600" b="1" noProof="1">
                <a:solidFill>
                  <a:schemeClr val="accent1"/>
                </a:solidFill>
                <a:latin typeface="Consolas" pitchFamily="49" charset="0"/>
                <a:cs typeface="Consolas" pitchFamily="49" charset="0"/>
              </a:rPr>
              <a:t>GETDATE()</a:t>
            </a:r>
          </a:p>
          <a:p>
            <a:pPr eaLnBrk="0" hangingPunct="0">
              <a:buClr>
                <a:schemeClr val="accent5">
                  <a:lumMod val="40000"/>
                  <a:lumOff val="60000"/>
                </a:schemeClr>
              </a:buClr>
              <a:buSzPct val="70000"/>
            </a:pPr>
            <a:r>
              <a:rPr lang="en-US" sz="2600" b="1" noProof="1">
                <a:solidFill>
                  <a:srgbClr val="FBEEDC"/>
                </a:solidFill>
                <a:latin typeface="Consolas" pitchFamily="49" charset="0"/>
                <a:cs typeface="Consolas" pitchFamily="49" charset="0"/>
              </a:rPr>
              <a:t>       </a:t>
            </a:r>
            <a:r>
              <a:rPr lang="en-US" sz="2600" b="1" noProof="1">
                <a:solidFill>
                  <a:schemeClr val="accent2">
                    <a:lumMod val="75000"/>
                  </a:schemeClr>
                </a:solidFill>
                <a:latin typeface="Consolas" pitchFamily="49" charset="0"/>
                <a:cs typeface="Consolas" pitchFamily="49" charset="0"/>
              </a:rPr>
              <a:t>FROM Departments</a:t>
            </a:r>
          </a:p>
        </p:txBody>
      </p:sp>
      <p:sp>
        <p:nvSpPr>
          <p:cNvPr id="9" name="Rectangle 4"/>
          <p:cNvSpPr>
            <a:spLocks noChangeArrowheads="1"/>
          </p:cNvSpPr>
          <p:nvPr/>
        </p:nvSpPr>
        <p:spPr bwMode="auto">
          <a:xfrm>
            <a:off x="836613" y="1828800"/>
            <a:ext cx="10515598" cy="1292662"/>
          </a:xfrm>
          <a:prstGeom prst="rect">
            <a:avLst/>
          </a:prstGeom>
          <a:solidFill>
            <a:srgbClr val="D9D5C7">
              <a:alpha val="20000"/>
            </a:srgbClr>
          </a:solidFill>
          <a:ln w="12700">
            <a:solidFill>
              <a:schemeClr val="accent5">
                <a:lumMod val="60000"/>
                <a:lumOff val="40000"/>
              </a:schemeClr>
            </a:solidFill>
          </a:ln>
        </p:spPr>
        <p:txBody>
          <a:bodyPr wrap="square">
            <a:spAutoFit/>
          </a:bodyPr>
          <a:lstStyle/>
          <a:p>
            <a:pPr eaLnBrk="0" hangingPunct="0">
              <a:buClr>
                <a:schemeClr val="accent5">
                  <a:lumMod val="40000"/>
                  <a:lumOff val="60000"/>
                </a:schemeClr>
              </a:buClr>
              <a:buSzPct val="70000"/>
            </a:pPr>
            <a:r>
              <a:rPr lang="en-US" sz="2600" b="1" noProof="1">
                <a:solidFill>
                  <a:schemeClr val="accent2">
                    <a:lumMod val="75000"/>
                  </a:schemeClr>
                </a:solidFill>
                <a:latin typeface="Consolas" pitchFamily="49" charset="0"/>
                <a:cs typeface="Consolas" pitchFamily="49" charset="0"/>
              </a:rPr>
              <a:t>SELECT CustomerID, FirstName, Email, Phone</a:t>
            </a:r>
          </a:p>
          <a:p>
            <a:pPr eaLnBrk="0" hangingPunct="0">
              <a:buClr>
                <a:schemeClr val="accent5">
                  <a:lumMod val="40000"/>
                  <a:lumOff val="60000"/>
                </a:schemeClr>
              </a:buClr>
              <a:buSzPct val="70000"/>
            </a:pPr>
            <a:r>
              <a:rPr lang="en-US" sz="2600" b="1" noProof="1">
                <a:solidFill>
                  <a:srgbClr val="FBEEDC"/>
                </a:solidFill>
                <a:latin typeface="Consolas" pitchFamily="49" charset="0"/>
                <a:cs typeface="Consolas" pitchFamily="49" charset="0"/>
              </a:rPr>
              <a:t>  </a:t>
            </a:r>
            <a:r>
              <a:rPr lang="en-US" sz="2600" b="1" noProof="1">
                <a:solidFill>
                  <a:schemeClr val="accent1"/>
                </a:solidFill>
                <a:latin typeface="Consolas" pitchFamily="49" charset="0"/>
                <a:cs typeface="Consolas" pitchFamily="49" charset="0"/>
              </a:rPr>
              <a:t>INTO</a:t>
            </a:r>
            <a:r>
              <a:rPr lang="en-US" sz="2600" b="1" noProof="1">
                <a:solidFill>
                  <a:srgbClr val="FBEEDC"/>
                </a:solidFill>
                <a:latin typeface="Consolas" pitchFamily="49" charset="0"/>
                <a:cs typeface="Consolas" pitchFamily="49" charset="0"/>
              </a:rPr>
              <a:t> </a:t>
            </a:r>
            <a:r>
              <a:rPr lang="en-US" sz="2600" b="1" noProof="1">
                <a:solidFill>
                  <a:schemeClr val="accent2">
                    <a:lumMod val="75000"/>
                  </a:schemeClr>
                </a:solidFill>
                <a:latin typeface="Consolas" pitchFamily="49" charset="0"/>
                <a:cs typeface="Consolas" pitchFamily="49" charset="0"/>
              </a:rPr>
              <a:t>CustomerContacts</a:t>
            </a:r>
          </a:p>
          <a:p>
            <a:pPr eaLnBrk="0" hangingPunct="0">
              <a:buClr>
                <a:schemeClr val="accent5">
                  <a:lumMod val="40000"/>
                  <a:lumOff val="60000"/>
                </a:schemeClr>
              </a:buClr>
              <a:buSzPct val="70000"/>
            </a:pPr>
            <a:r>
              <a:rPr lang="en-US" sz="2600" b="1" noProof="1">
                <a:solidFill>
                  <a:schemeClr val="accent2">
                    <a:lumMod val="75000"/>
                  </a:schemeClr>
                </a:solidFill>
                <a:latin typeface="Consolas" pitchFamily="49" charset="0"/>
                <a:cs typeface="Consolas" pitchFamily="49" charset="0"/>
              </a:rPr>
              <a:t>  FROM Customers</a:t>
            </a:r>
          </a:p>
        </p:txBody>
      </p:sp>
      <p:sp>
        <p:nvSpPr>
          <p:cNvPr id="10" name="AutoShape 22"/>
          <p:cNvSpPr>
            <a:spLocks noChangeArrowheads="1"/>
          </p:cNvSpPr>
          <p:nvPr/>
        </p:nvSpPr>
        <p:spPr bwMode="auto">
          <a:xfrm>
            <a:off x="5942012" y="2388738"/>
            <a:ext cx="3429000" cy="596911"/>
          </a:xfrm>
          <a:prstGeom prst="wedgeRoundRectCallout">
            <a:avLst>
              <a:gd name="adj1" fmla="val -71224"/>
              <a:gd name="adj2" fmla="val -25841"/>
              <a:gd name="adj3" fmla="val 16667"/>
            </a:avLst>
          </a:prstGeom>
          <a:solidFill>
            <a:schemeClr val="accent2">
              <a:alpha val="95000"/>
            </a:schemeClr>
          </a:solidFill>
          <a:ln w="19050">
            <a:solidFill>
              <a:srgbClr val="F8D49E">
                <a:alpha val="80000"/>
              </a:srgbClr>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r>
              <a:rPr lang="en-US" sz="2800" noProof="1">
                <a:solidFill>
                  <a:schemeClr val="bg1"/>
                </a:solidFill>
                <a:latin typeface="Consolas" panose="020B0609020204030204" pitchFamily="49" charset="0"/>
                <a:cs typeface="Consolas" panose="020B0609020204030204" pitchFamily="49" charset="0"/>
              </a:rPr>
              <a:t>New table name</a:t>
            </a:r>
            <a:endParaRPr lang="bg-BG" sz="2800" noProof="1">
              <a:solidFill>
                <a:schemeClr val="bg1"/>
              </a:solidFill>
              <a:latin typeface="Consolas" panose="020B0609020204030204" pitchFamily="49" charset="0"/>
              <a:cs typeface="Consolas" panose="020B0609020204030204" pitchFamily="49" charset="0"/>
            </a:endParaRPr>
          </a:p>
        </p:txBody>
      </p:sp>
      <p:sp>
        <p:nvSpPr>
          <p:cNvPr id="11" name="AutoShape 22"/>
          <p:cNvSpPr>
            <a:spLocks noChangeArrowheads="1"/>
          </p:cNvSpPr>
          <p:nvPr/>
        </p:nvSpPr>
        <p:spPr bwMode="auto">
          <a:xfrm>
            <a:off x="4227512" y="3196640"/>
            <a:ext cx="3429000" cy="596911"/>
          </a:xfrm>
          <a:prstGeom prst="wedgeRoundRectCallout">
            <a:avLst>
              <a:gd name="adj1" fmla="val -58454"/>
              <a:gd name="adj2" fmla="val -94884"/>
              <a:gd name="adj3" fmla="val 16667"/>
            </a:avLst>
          </a:prstGeom>
          <a:solidFill>
            <a:schemeClr val="accent2">
              <a:alpha val="95000"/>
            </a:schemeClr>
          </a:solidFill>
          <a:ln w="19050">
            <a:solidFill>
              <a:srgbClr val="F8D49E">
                <a:alpha val="80000"/>
              </a:srgbClr>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r>
              <a:rPr lang="en-US" sz="2800" noProof="1">
                <a:solidFill>
                  <a:schemeClr val="bg1"/>
                </a:solidFill>
                <a:latin typeface="Consolas" panose="020B0609020204030204" pitchFamily="49" charset="0"/>
                <a:cs typeface="Consolas" panose="020B0609020204030204" pitchFamily="49" charset="0"/>
              </a:rPr>
              <a:t>Existing source</a:t>
            </a:r>
            <a:endParaRPr lang="bg-BG" sz="2800" noProof="1">
              <a:solidFill>
                <a:schemeClr val="bg1"/>
              </a:solidFill>
              <a:latin typeface="Consolas" panose="020B0609020204030204" pitchFamily="49" charset="0"/>
              <a:cs typeface="Consolas" panose="020B0609020204030204" pitchFamily="49" charset="0"/>
            </a:endParaRPr>
          </a:p>
        </p:txBody>
      </p:sp>
      <p:sp>
        <p:nvSpPr>
          <p:cNvPr id="12" name="AutoShape 22"/>
          <p:cNvSpPr>
            <a:spLocks noChangeArrowheads="1"/>
          </p:cNvSpPr>
          <p:nvPr/>
        </p:nvSpPr>
        <p:spPr bwMode="auto">
          <a:xfrm>
            <a:off x="6003812" y="4127489"/>
            <a:ext cx="3762600" cy="596911"/>
          </a:xfrm>
          <a:prstGeom prst="wedgeRoundRectCallout">
            <a:avLst>
              <a:gd name="adj1" fmla="val -35677"/>
              <a:gd name="adj2" fmla="val 107929"/>
              <a:gd name="adj3" fmla="val 16667"/>
            </a:avLst>
          </a:prstGeom>
          <a:solidFill>
            <a:schemeClr val="accent2">
              <a:alpha val="95000"/>
            </a:schemeClr>
          </a:solidFill>
          <a:ln w="19050">
            <a:solidFill>
              <a:srgbClr val="F8D49E">
                <a:alpha val="80000"/>
              </a:srgbClr>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r>
              <a:rPr lang="en-US" sz="2800" noProof="1">
                <a:solidFill>
                  <a:schemeClr val="bg1"/>
                </a:solidFill>
                <a:latin typeface="Consolas" panose="020B0609020204030204" pitchFamily="49" charset="0"/>
                <a:cs typeface="Consolas" panose="020B0609020204030204" pitchFamily="49" charset="0"/>
              </a:rPr>
              <a:t>List of columns</a:t>
            </a:r>
            <a:endParaRPr lang="bg-BG" sz="2800" noProof="1">
              <a:solidFill>
                <a:schemeClr val="bg1"/>
              </a:solidFill>
              <a:latin typeface="Consolas" panose="020B0609020204030204" pitchFamily="49" charset="0"/>
              <a:cs typeface="Consolas" panose="020B0609020204030204" pitchFamily="49" charset="0"/>
            </a:endParaRPr>
          </a:p>
        </p:txBody>
      </p:sp>
      <p:sp>
        <p:nvSpPr>
          <p:cNvPr id="14" name="Rectangle 2">
            <a:extLst>
              <a:ext uri="{FF2B5EF4-FFF2-40B4-BE49-F238E27FC236}">
                <a16:creationId xmlns:a16="http://schemas.microsoft.com/office/drawing/2014/main" id="{829422D2-5168-4631-8630-B44EA0DBAD53}"/>
              </a:ext>
            </a:extLst>
          </p:cNvPr>
          <p:cNvSpPr txBox="1">
            <a:spLocks noChangeArrowheads="1"/>
          </p:cNvSpPr>
          <p:nvPr/>
        </p:nvSpPr>
        <p:spPr>
          <a:xfrm>
            <a:off x="379412" y="381000"/>
            <a:ext cx="10512862" cy="593726"/>
          </a:xfrm>
          <a:prstGeom prst="rect">
            <a:avLst/>
          </a:prstGeom>
        </p:spPr>
        <p:txBody>
          <a:bodyPr vert="horz" lIns="91440" tIns="45720" rIns="91440" bIns="45720" rtlCol="0" anchor="ctr">
            <a:normAutofit fontScale="90000" lnSpcReduction="10000"/>
          </a:bodyPr>
          <a:lstStyle>
            <a:lvl1pPr algn="l" defTabSz="914126" rtl="0" eaLnBrk="1" latinLnBrk="0" hangingPunct="1">
              <a:lnSpc>
                <a:spcPct val="90000"/>
              </a:lnSpc>
              <a:spcBef>
                <a:spcPct val="0"/>
              </a:spcBef>
              <a:buNone/>
              <a:defRPr sz="4399" kern="1200">
                <a:solidFill>
                  <a:schemeClr val="tx1"/>
                </a:solidFill>
                <a:latin typeface="+mj-lt"/>
                <a:ea typeface="+mj-ea"/>
                <a:cs typeface="+mj-cs"/>
              </a:defRPr>
            </a:lvl1pPr>
          </a:lstStyle>
          <a:p>
            <a:r>
              <a:rPr lang="en-US" b="1" dirty="0">
                <a:solidFill>
                  <a:srgbClr val="FF5050"/>
                </a:solidFill>
                <a:latin typeface="Times New Roman" panose="02020603050405020304" pitchFamily="18" charset="0"/>
                <a:cs typeface="Times New Roman" panose="02020603050405020304" pitchFamily="18" charset="0"/>
              </a:rPr>
              <a:t>Inserting Data</a:t>
            </a:r>
            <a:endParaRPr lang="bg-BG" b="1" dirty="0">
              <a:solidFill>
                <a:srgbClr val="FF5050"/>
              </a:solidFill>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3028477957"/>
      </p:ext>
    </p:extLst>
  </p:cSld>
  <p:clrMapOvr>
    <a:masterClrMapping/>
  </p:clrMapOvr>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afterEffect">
                                  <p:stCondLst>
                                    <p:cond delay="0"/>
                                  </p:stCondLst>
                                  <p:childTnLst>
                                    <p:set>
                                      <p:cBhvr>
                                        <p:cTn id="6" dur="1" fill="hold">
                                          <p:stCondLst>
                                            <p:cond delay="0"/>
                                          </p:stCondLst>
                                        </p:cTn>
                                        <p:tgtEl>
                                          <p:spTgt spid="9"/>
                                        </p:tgtEl>
                                        <p:attrNameLst>
                                          <p:attrName>style.visibility</p:attrName>
                                        </p:attrNameLst>
                                      </p:cBhvr>
                                      <p:to>
                                        <p:strVal val="visible"/>
                                      </p:to>
                                    </p:set>
                                    <p:animEffect transition="in" filter="fade">
                                      <p:cBhvr>
                                        <p:cTn id="7" dur="500"/>
                                        <p:tgtEl>
                                          <p:spTgt spid="9"/>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grpId="0" nodeType="clickEffect">
                                  <p:stCondLst>
                                    <p:cond delay="0"/>
                                  </p:stCondLst>
                                  <p:childTnLst>
                                    <p:set>
                                      <p:cBhvr>
                                        <p:cTn id="11" dur="1" fill="hold">
                                          <p:stCondLst>
                                            <p:cond delay="0"/>
                                          </p:stCondLst>
                                        </p:cTn>
                                        <p:tgtEl>
                                          <p:spTgt spid="11"/>
                                        </p:tgtEl>
                                        <p:attrNameLst>
                                          <p:attrName>style.visibility</p:attrName>
                                        </p:attrNameLst>
                                      </p:cBhvr>
                                      <p:to>
                                        <p:strVal val="visible"/>
                                      </p:to>
                                    </p:set>
                                    <p:animEffect transition="in" filter="fade">
                                      <p:cBhvr>
                                        <p:cTn id="12" dur="500"/>
                                        <p:tgtEl>
                                          <p:spTgt spid="11"/>
                                        </p:tgtEl>
                                      </p:cBhvr>
                                    </p:animEffect>
                                  </p:childTnLst>
                                </p:cTn>
                              </p:par>
                            </p:childTnLst>
                          </p:cTn>
                        </p:par>
                      </p:childTnLst>
                    </p:cTn>
                  </p:par>
                  <p:par>
                    <p:cTn id="13" fill="hold">
                      <p:stCondLst>
                        <p:cond delay="indefinite"/>
                      </p:stCondLst>
                      <p:childTnLst>
                        <p:par>
                          <p:cTn id="14" fill="hold">
                            <p:stCondLst>
                              <p:cond delay="0"/>
                            </p:stCondLst>
                            <p:childTnLst>
                              <p:par>
                                <p:cTn id="15" presetID="10" presetClass="entr" presetSubtype="0" fill="hold" grpId="0" nodeType="clickEffect">
                                  <p:stCondLst>
                                    <p:cond delay="0"/>
                                  </p:stCondLst>
                                  <p:childTnLst>
                                    <p:set>
                                      <p:cBhvr>
                                        <p:cTn id="16" dur="1" fill="hold">
                                          <p:stCondLst>
                                            <p:cond delay="0"/>
                                          </p:stCondLst>
                                        </p:cTn>
                                        <p:tgtEl>
                                          <p:spTgt spid="10"/>
                                        </p:tgtEl>
                                        <p:attrNameLst>
                                          <p:attrName>style.visibility</p:attrName>
                                        </p:attrNameLst>
                                      </p:cBhvr>
                                      <p:to>
                                        <p:strVal val="visible"/>
                                      </p:to>
                                    </p:set>
                                    <p:animEffect transition="in" filter="fade">
                                      <p:cBhvr>
                                        <p:cTn id="17" dur="500"/>
                                        <p:tgtEl>
                                          <p:spTgt spid="10"/>
                                        </p:tgtEl>
                                      </p:cBhvr>
                                    </p:animEffect>
                                  </p:childTnLst>
                                </p:cTn>
                              </p:par>
                            </p:childTnLst>
                          </p:cTn>
                        </p:par>
                      </p:childTnLst>
                    </p:cTn>
                  </p:par>
                  <p:par>
                    <p:cTn id="18" fill="hold">
                      <p:stCondLst>
                        <p:cond delay="indefinite"/>
                      </p:stCondLst>
                      <p:childTnLst>
                        <p:par>
                          <p:cTn id="19" fill="hold">
                            <p:stCondLst>
                              <p:cond delay="0"/>
                            </p:stCondLst>
                            <p:childTnLst>
                              <p:par>
                                <p:cTn id="20" presetID="10" presetClass="entr" presetSubtype="0" fill="hold" nodeType="clickEffect">
                                  <p:stCondLst>
                                    <p:cond delay="0"/>
                                  </p:stCondLst>
                                  <p:childTnLst>
                                    <p:set>
                                      <p:cBhvr>
                                        <p:cTn id="21" dur="1" fill="hold">
                                          <p:stCondLst>
                                            <p:cond delay="0"/>
                                          </p:stCondLst>
                                        </p:cTn>
                                        <p:tgtEl>
                                          <p:spTgt spid="559107">
                                            <p:txEl>
                                              <p:pRg st="1" end="1"/>
                                            </p:txEl>
                                          </p:spTgt>
                                        </p:tgtEl>
                                        <p:attrNameLst>
                                          <p:attrName>style.visibility</p:attrName>
                                        </p:attrNameLst>
                                      </p:cBhvr>
                                      <p:to>
                                        <p:strVal val="visible"/>
                                      </p:to>
                                    </p:set>
                                    <p:animEffect transition="in" filter="fade">
                                      <p:cBhvr>
                                        <p:cTn id="22" dur="500"/>
                                        <p:tgtEl>
                                          <p:spTgt spid="559107">
                                            <p:txEl>
                                              <p:pRg st="1" end="1"/>
                                            </p:txEl>
                                          </p:spTgt>
                                        </p:tgtEl>
                                      </p:cBhvr>
                                    </p:animEffect>
                                  </p:childTnLst>
                                </p:cTn>
                              </p:par>
                            </p:childTnLst>
                          </p:cTn>
                        </p:par>
                        <p:par>
                          <p:cTn id="23" fill="hold">
                            <p:stCondLst>
                              <p:cond delay="500"/>
                            </p:stCondLst>
                            <p:childTnLst>
                              <p:par>
                                <p:cTn id="24" presetID="10" presetClass="entr" presetSubtype="0" fill="hold" grpId="0" nodeType="afterEffect">
                                  <p:stCondLst>
                                    <p:cond delay="0"/>
                                  </p:stCondLst>
                                  <p:childTnLst>
                                    <p:set>
                                      <p:cBhvr>
                                        <p:cTn id="25" dur="1" fill="hold">
                                          <p:stCondLst>
                                            <p:cond delay="0"/>
                                          </p:stCondLst>
                                        </p:cTn>
                                        <p:tgtEl>
                                          <p:spTgt spid="559108"/>
                                        </p:tgtEl>
                                        <p:attrNameLst>
                                          <p:attrName>style.visibility</p:attrName>
                                        </p:attrNameLst>
                                      </p:cBhvr>
                                      <p:to>
                                        <p:strVal val="visible"/>
                                      </p:to>
                                    </p:set>
                                    <p:animEffect transition="in" filter="fade">
                                      <p:cBhvr>
                                        <p:cTn id="26" dur="500"/>
                                        <p:tgtEl>
                                          <p:spTgt spid="559108"/>
                                        </p:tgtEl>
                                      </p:cBhvr>
                                    </p:animEffect>
                                  </p:childTnLst>
                                </p:cTn>
                              </p:par>
                            </p:childTnLst>
                          </p:cTn>
                        </p:par>
                      </p:childTnLst>
                    </p:cTn>
                  </p:par>
                  <p:par>
                    <p:cTn id="27" fill="hold">
                      <p:stCondLst>
                        <p:cond delay="indefinite"/>
                      </p:stCondLst>
                      <p:childTnLst>
                        <p:par>
                          <p:cTn id="28" fill="hold">
                            <p:stCondLst>
                              <p:cond delay="0"/>
                            </p:stCondLst>
                            <p:childTnLst>
                              <p:par>
                                <p:cTn id="29" presetID="10" presetClass="entr" presetSubtype="0" fill="hold" grpId="0" nodeType="clickEffect">
                                  <p:stCondLst>
                                    <p:cond delay="0"/>
                                  </p:stCondLst>
                                  <p:childTnLst>
                                    <p:set>
                                      <p:cBhvr>
                                        <p:cTn id="30" dur="1" fill="hold">
                                          <p:stCondLst>
                                            <p:cond delay="0"/>
                                          </p:stCondLst>
                                        </p:cTn>
                                        <p:tgtEl>
                                          <p:spTgt spid="12"/>
                                        </p:tgtEl>
                                        <p:attrNameLst>
                                          <p:attrName>style.visibility</p:attrName>
                                        </p:attrNameLst>
                                      </p:cBhvr>
                                      <p:to>
                                        <p:strVal val="visible"/>
                                      </p:to>
                                    </p:set>
                                    <p:animEffect transition="in" filter="fade">
                                      <p:cBhvr>
                                        <p:cTn id="31" dur="500"/>
                                        <p:tgtEl>
                                          <p:spTgt spid="1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59108" grpId="0" animBg="1"/>
      <p:bldP spid="9" grpId="0" animBg="1"/>
      <p:bldP spid="10" grpId="0" animBg="1"/>
      <p:bldP spid="11" grpId="0" animBg="1"/>
      <p:bldP spid="12" grpId="0" animBg="1"/>
    </p:bldLst>
  </p:timing>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Content Placeholder 5"/>
          <p:cNvSpPr>
            <a:spLocks noGrp="1"/>
          </p:cNvSpPr>
          <p:nvPr>
            <p:ph idx="1"/>
          </p:nvPr>
        </p:nvSpPr>
        <p:spPr>
          <a:xfrm>
            <a:off x="912812" y="1066800"/>
            <a:ext cx="10512862" cy="4351338"/>
          </a:xfrm>
        </p:spPr>
        <p:txBody>
          <a:bodyPr>
            <a:normAutofit/>
          </a:bodyPr>
          <a:lstStyle/>
          <a:p>
            <a:r>
              <a:rPr lang="en-US" dirty="0">
                <a:latin typeface="Segoe UI" panose="020B0502040204020203" pitchFamily="34" charset="0"/>
                <a:cs typeface="Segoe UI" panose="020B0502040204020203" pitchFamily="34" charset="0"/>
              </a:rPr>
              <a:t>Sequences are special object in SQL Server</a:t>
            </a:r>
          </a:p>
          <a:p>
            <a:pPr lvl="1"/>
            <a:r>
              <a:rPr lang="en-US" dirty="0">
                <a:latin typeface="Segoe UI" panose="020B0502040204020203" pitchFamily="34" charset="0"/>
                <a:cs typeface="Segoe UI" panose="020B0502040204020203" pitchFamily="34" charset="0"/>
              </a:rPr>
              <a:t>Similar to </a:t>
            </a:r>
            <a:r>
              <a:rPr lang="en-US" b="1" dirty="0">
                <a:solidFill>
                  <a:schemeClr val="accent1"/>
                </a:solidFill>
                <a:latin typeface="Consolas" panose="020B0609020204030204" pitchFamily="49" charset="0"/>
              </a:rPr>
              <a:t>IDENTITY</a:t>
            </a:r>
            <a:r>
              <a:rPr lang="en-US" dirty="0"/>
              <a:t> </a:t>
            </a:r>
            <a:r>
              <a:rPr lang="en-US" dirty="0">
                <a:latin typeface="Segoe UI" panose="020B0502040204020203" pitchFamily="34" charset="0"/>
                <a:cs typeface="Segoe UI" panose="020B0502040204020203" pitchFamily="34" charset="0"/>
              </a:rPr>
              <a:t>fields</a:t>
            </a:r>
          </a:p>
          <a:p>
            <a:r>
              <a:rPr lang="en-US" dirty="0">
                <a:latin typeface="Segoe UI" panose="020B0502040204020203" pitchFamily="34" charset="0"/>
                <a:cs typeface="Segoe UI" panose="020B0502040204020203" pitchFamily="34" charset="0"/>
              </a:rPr>
              <a:t>Returns an </a:t>
            </a:r>
            <a:r>
              <a:rPr lang="en-US" dirty="0">
                <a:solidFill>
                  <a:schemeClr val="accent1"/>
                </a:solidFill>
                <a:latin typeface="Segoe UI" panose="020B0502040204020203" pitchFamily="34" charset="0"/>
                <a:cs typeface="Segoe UI" panose="020B0502040204020203" pitchFamily="34" charset="0"/>
              </a:rPr>
              <a:t>incrementing value </a:t>
            </a:r>
            <a:r>
              <a:rPr lang="en-US" dirty="0">
                <a:latin typeface="Segoe UI" panose="020B0502040204020203" pitchFamily="34" charset="0"/>
                <a:cs typeface="Segoe UI" panose="020B0502040204020203" pitchFamily="34" charset="0"/>
              </a:rPr>
              <a:t>every time it's used</a:t>
            </a:r>
          </a:p>
        </p:txBody>
      </p:sp>
      <p:sp>
        <p:nvSpPr>
          <p:cNvPr id="14" name="Rectangle 4"/>
          <p:cNvSpPr>
            <a:spLocks noChangeArrowheads="1"/>
          </p:cNvSpPr>
          <p:nvPr/>
        </p:nvSpPr>
        <p:spPr bwMode="auto">
          <a:xfrm>
            <a:off x="1674812" y="2703895"/>
            <a:ext cx="8839200" cy="1692771"/>
          </a:xfrm>
          <a:prstGeom prst="rect">
            <a:avLst/>
          </a:prstGeom>
          <a:solidFill>
            <a:srgbClr val="D9D5C7">
              <a:alpha val="20000"/>
            </a:srgbClr>
          </a:solidFill>
          <a:ln w="12700">
            <a:solidFill>
              <a:schemeClr val="accent5">
                <a:lumMod val="60000"/>
                <a:lumOff val="40000"/>
              </a:schemeClr>
            </a:solidFill>
          </a:ln>
        </p:spPr>
        <p:txBody>
          <a:bodyPr wrap="square">
            <a:spAutoFit/>
          </a:bodyPr>
          <a:lstStyle/>
          <a:p>
            <a:pPr eaLnBrk="0" hangingPunct="0">
              <a:buClr>
                <a:schemeClr val="accent5">
                  <a:lumMod val="40000"/>
                  <a:lumOff val="60000"/>
                </a:schemeClr>
              </a:buClr>
              <a:buSzPct val="70000"/>
            </a:pPr>
            <a:r>
              <a:rPr lang="en-US" sz="2600" b="1" noProof="1">
                <a:solidFill>
                  <a:schemeClr val="accent1"/>
                </a:solidFill>
                <a:latin typeface="Consolas" pitchFamily="49" charset="0"/>
                <a:cs typeface="Consolas" pitchFamily="49" charset="0"/>
              </a:rPr>
              <a:t>CREATE SEQUENCE </a:t>
            </a:r>
            <a:r>
              <a:rPr lang="en-US" sz="2600" b="1" noProof="1">
                <a:solidFill>
                  <a:schemeClr val="tx2"/>
                </a:solidFill>
                <a:latin typeface="Consolas" pitchFamily="49" charset="0"/>
                <a:cs typeface="Consolas" pitchFamily="49" charset="0"/>
              </a:rPr>
              <a:t>seq_Customers_CustomerID </a:t>
            </a:r>
            <a:br>
              <a:rPr lang="en-US" sz="2600" b="1" noProof="1">
                <a:solidFill>
                  <a:schemeClr val="tx2"/>
                </a:solidFill>
                <a:latin typeface="Consolas" pitchFamily="49" charset="0"/>
                <a:cs typeface="Consolas" pitchFamily="49" charset="0"/>
              </a:rPr>
            </a:br>
            <a:r>
              <a:rPr lang="en-US" sz="2600" b="1" noProof="1">
                <a:solidFill>
                  <a:schemeClr val="tx2"/>
                </a:solidFill>
                <a:latin typeface="Consolas" pitchFamily="49" charset="0"/>
                <a:cs typeface="Consolas" pitchFamily="49" charset="0"/>
              </a:rPr>
              <a:t>             AS int</a:t>
            </a:r>
          </a:p>
          <a:p>
            <a:pPr eaLnBrk="0" hangingPunct="0">
              <a:buClr>
                <a:schemeClr val="accent5">
                  <a:lumMod val="40000"/>
                  <a:lumOff val="60000"/>
                </a:schemeClr>
              </a:buClr>
              <a:buSzPct val="70000"/>
            </a:pPr>
            <a:r>
              <a:rPr lang="en-US" sz="2600" b="1" noProof="1">
                <a:solidFill>
                  <a:schemeClr val="tx2"/>
                </a:solidFill>
                <a:latin typeface="Consolas" pitchFamily="49" charset="0"/>
                <a:cs typeface="Consolas" pitchFamily="49" charset="0"/>
              </a:rPr>
              <a:t>     </a:t>
            </a:r>
            <a:r>
              <a:rPr lang="en-US" sz="2600" b="1" noProof="1">
                <a:solidFill>
                  <a:schemeClr val="accent1"/>
                </a:solidFill>
                <a:latin typeface="Consolas" pitchFamily="49" charset="0"/>
                <a:cs typeface="Consolas" pitchFamily="49" charset="0"/>
              </a:rPr>
              <a:t>START WITH </a:t>
            </a:r>
            <a:r>
              <a:rPr lang="en-US" sz="2600" b="1" noProof="1">
                <a:solidFill>
                  <a:schemeClr val="tx2"/>
                </a:solidFill>
                <a:latin typeface="Consolas" pitchFamily="49" charset="0"/>
                <a:cs typeface="Consolas" pitchFamily="49" charset="0"/>
              </a:rPr>
              <a:t>1</a:t>
            </a:r>
          </a:p>
          <a:p>
            <a:pPr eaLnBrk="0" hangingPunct="0">
              <a:buClr>
                <a:schemeClr val="accent5">
                  <a:lumMod val="40000"/>
                  <a:lumOff val="60000"/>
                </a:schemeClr>
              </a:buClr>
              <a:buSzPct val="70000"/>
            </a:pPr>
            <a:r>
              <a:rPr lang="en-US" sz="2600" b="1" noProof="1">
                <a:solidFill>
                  <a:schemeClr val="tx2"/>
                </a:solidFill>
                <a:latin typeface="Consolas" pitchFamily="49" charset="0"/>
                <a:cs typeface="Consolas" pitchFamily="49" charset="0"/>
              </a:rPr>
              <a:t>   </a:t>
            </a:r>
            <a:r>
              <a:rPr lang="en-US" sz="2600" b="1" noProof="1">
                <a:solidFill>
                  <a:schemeClr val="accent1"/>
                </a:solidFill>
                <a:latin typeface="Consolas" pitchFamily="49" charset="0"/>
                <a:cs typeface="Consolas" pitchFamily="49" charset="0"/>
              </a:rPr>
              <a:t>INCREMENT BY</a:t>
            </a:r>
            <a:r>
              <a:rPr lang="en-US" sz="2600" b="1" noProof="1">
                <a:solidFill>
                  <a:schemeClr val="tx2"/>
                </a:solidFill>
                <a:latin typeface="Consolas" pitchFamily="49" charset="0"/>
                <a:cs typeface="Consolas" pitchFamily="49" charset="0"/>
              </a:rPr>
              <a:t> 1</a:t>
            </a:r>
          </a:p>
        </p:txBody>
      </p:sp>
      <p:sp>
        <p:nvSpPr>
          <p:cNvPr id="7" name="Rectangle 4"/>
          <p:cNvSpPr>
            <a:spLocks noChangeArrowheads="1"/>
          </p:cNvSpPr>
          <p:nvPr/>
        </p:nvSpPr>
        <p:spPr bwMode="auto">
          <a:xfrm>
            <a:off x="1666932" y="4395268"/>
            <a:ext cx="8839200" cy="492443"/>
          </a:xfrm>
          <a:prstGeom prst="rect">
            <a:avLst/>
          </a:prstGeom>
          <a:solidFill>
            <a:srgbClr val="D9D5C7">
              <a:alpha val="20000"/>
            </a:srgbClr>
          </a:solidFill>
          <a:ln w="12700">
            <a:solidFill>
              <a:schemeClr val="accent5">
                <a:lumMod val="60000"/>
                <a:lumOff val="40000"/>
              </a:schemeClr>
            </a:solidFill>
          </a:ln>
        </p:spPr>
        <p:txBody>
          <a:bodyPr wrap="square">
            <a:spAutoFit/>
          </a:bodyPr>
          <a:lstStyle/>
          <a:p>
            <a:pPr eaLnBrk="0" hangingPunct="0">
              <a:buClr>
                <a:schemeClr val="accent5">
                  <a:lumMod val="40000"/>
                  <a:lumOff val="60000"/>
                </a:schemeClr>
              </a:buClr>
              <a:buSzPct val="70000"/>
            </a:pPr>
            <a:r>
              <a:rPr lang="en-US" sz="2600" b="1" noProof="1">
                <a:solidFill>
                  <a:schemeClr val="tx2"/>
                </a:solidFill>
                <a:latin typeface="Consolas" pitchFamily="49" charset="0"/>
                <a:cs typeface="Consolas" pitchFamily="49" charset="0"/>
              </a:rPr>
              <a:t>SELECT </a:t>
            </a:r>
            <a:r>
              <a:rPr lang="en-US" sz="2600" b="1" noProof="1">
                <a:solidFill>
                  <a:schemeClr val="accent1"/>
                </a:solidFill>
                <a:latin typeface="Consolas" pitchFamily="49" charset="0"/>
                <a:cs typeface="Consolas" pitchFamily="49" charset="0"/>
              </a:rPr>
              <a:t>NEXT VALUE FOR </a:t>
            </a:r>
            <a:r>
              <a:rPr lang="en-US" sz="2600" b="1" noProof="1">
                <a:solidFill>
                  <a:schemeClr val="tx2"/>
                </a:solidFill>
                <a:latin typeface="Consolas" pitchFamily="49" charset="0"/>
                <a:cs typeface="Consolas" pitchFamily="49" charset="0"/>
              </a:rPr>
              <a:t>seq_Customers_CustomerID </a:t>
            </a:r>
          </a:p>
        </p:txBody>
      </p:sp>
      <p:sp>
        <p:nvSpPr>
          <p:cNvPr id="8" name="Rectangle 2">
            <a:extLst>
              <a:ext uri="{FF2B5EF4-FFF2-40B4-BE49-F238E27FC236}">
                <a16:creationId xmlns:a16="http://schemas.microsoft.com/office/drawing/2014/main" id="{B3F04283-A726-4235-B918-BB27C6095A2E}"/>
              </a:ext>
            </a:extLst>
          </p:cNvPr>
          <p:cNvSpPr txBox="1">
            <a:spLocks noChangeArrowheads="1"/>
          </p:cNvSpPr>
          <p:nvPr/>
        </p:nvSpPr>
        <p:spPr>
          <a:xfrm>
            <a:off x="379412" y="381000"/>
            <a:ext cx="10512862" cy="593726"/>
          </a:xfrm>
          <a:prstGeom prst="rect">
            <a:avLst/>
          </a:prstGeom>
        </p:spPr>
        <p:txBody>
          <a:bodyPr vert="horz" lIns="91440" tIns="45720" rIns="91440" bIns="45720" rtlCol="0" anchor="ctr">
            <a:normAutofit fontScale="90000" lnSpcReduction="10000"/>
          </a:bodyPr>
          <a:lstStyle>
            <a:lvl1pPr algn="l" defTabSz="914126" rtl="0" eaLnBrk="1" latinLnBrk="0" hangingPunct="1">
              <a:lnSpc>
                <a:spcPct val="90000"/>
              </a:lnSpc>
              <a:spcBef>
                <a:spcPct val="0"/>
              </a:spcBef>
              <a:buNone/>
              <a:defRPr sz="4399" kern="1200">
                <a:solidFill>
                  <a:schemeClr val="tx1"/>
                </a:solidFill>
                <a:latin typeface="+mj-lt"/>
                <a:ea typeface="+mj-ea"/>
                <a:cs typeface="+mj-cs"/>
              </a:defRPr>
            </a:lvl1pPr>
          </a:lstStyle>
          <a:p>
            <a:r>
              <a:rPr lang="en-US" b="1" dirty="0">
                <a:solidFill>
                  <a:srgbClr val="FF5050"/>
                </a:solidFill>
                <a:latin typeface="Times New Roman" panose="02020603050405020304" pitchFamily="18" charset="0"/>
                <a:cs typeface="Times New Roman" panose="02020603050405020304" pitchFamily="18" charset="0"/>
              </a:rPr>
              <a:t>Sequences</a:t>
            </a:r>
            <a:endParaRPr lang="bg-BG" b="1" dirty="0">
              <a:solidFill>
                <a:srgbClr val="FF5050"/>
              </a:solidFill>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720977763"/>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6">
                                            <p:txEl>
                                              <p:pRg st="1" end="1"/>
                                            </p:txEl>
                                          </p:spTgt>
                                        </p:tgtEl>
                                        <p:attrNameLst>
                                          <p:attrName>style.visibility</p:attrName>
                                        </p:attrNameLst>
                                      </p:cBhvr>
                                      <p:to>
                                        <p:strVal val="visible"/>
                                      </p:to>
                                    </p:set>
                                    <p:animEffect transition="in" filter="fade">
                                      <p:cBhvr>
                                        <p:cTn id="7" dur="500"/>
                                        <p:tgtEl>
                                          <p:spTgt spid="6">
                                            <p:txEl>
                                              <p:pRg st="1" end="1"/>
                                            </p:txEl>
                                          </p:spTgt>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nodeType="clickEffect">
                                  <p:stCondLst>
                                    <p:cond delay="0"/>
                                  </p:stCondLst>
                                  <p:childTnLst>
                                    <p:set>
                                      <p:cBhvr>
                                        <p:cTn id="11" dur="1" fill="hold">
                                          <p:stCondLst>
                                            <p:cond delay="0"/>
                                          </p:stCondLst>
                                        </p:cTn>
                                        <p:tgtEl>
                                          <p:spTgt spid="6">
                                            <p:txEl>
                                              <p:pRg st="2" end="2"/>
                                            </p:txEl>
                                          </p:spTgt>
                                        </p:tgtEl>
                                        <p:attrNameLst>
                                          <p:attrName>style.visibility</p:attrName>
                                        </p:attrNameLst>
                                      </p:cBhvr>
                                      <p:to>
                                        <p:strVal val="visible"/>
                                      </p:to>
                                    </p:set>
                                    <p:animEffect transition="in" filter="fade">
                                      <p:cBhvr>
                                        <p:cTn id="12" dur="500"/>
                                        <p:tgtEl>
                                          <p:spTgt spid="6">
                                            <p:txEl>
                                              <p:pRg st="2" end="2"/>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10" presetClass="entr" presetSubtype="0" fill="hold" grpId="0" nodeType="clickEffect">
                                  <p:stCondLst>
                                    <p:cond delay="0"/>
                                  </p:stCondLst>
                                  <p:childTnLst>
                                    <p:set>
                                      <p:cBhvr>
                                        <p:cTn id="16" dur="1" fill="hold">
                                          <p:stCondLst>
                                            <p:cond delay="0"/>
                                          </p:stCondLst>
                                        </p:cTn>
                                        <p:tgtEl>
                                          <p:spTgt spid="14"/>
                                        </p:tgtEl>
                                        <p:attrNameLst>
                                          <p:attrName>style.visibility</p:attrName>
                                        </p:attrNameLst>
                                      </p:cBhvr>
                                      <p:to>
                                        <p:strVal val="visible"/>
                                      </p:to>
                                    </p:set>
                                    <p:animEffect transition="in" filter="fade">
                                      <p:cBhvr>
                                        <p:cTn id="17" dur="500"/>
                                        <p:tgtEl>
                                          <p:spTgt spid="14"/>
                                        </p:tgtEl>
                                      </p:cBhvr>
                                    </p:animEffect>
                                  </p:childTnLst>
                                </p:cTn>
                              </p:par>
                            </p:childTnLst>
                          </p:cTn>
                        </p:par>
                      </p:childTnLst>
                    </p:cTn>
                  </p:par>
                  <p:par>
                    <p:cTn id="18" fill="hold">
                      <p:stCondLst>
                        <p:cond delay="indefinite"/>
                      </p:stCondLst>
                      <p:childTnLst>
                        <p:par>
                          <p:cTn id="19" fill="hold">
                            <p:stCondLst>
                              <p:cond delay="0"/>
                            </p:stCondLst>
                            <p:childTnLst>
                              <p:par>
                                <p:cTn id="20" presetID="10" presetClass="entr" presetSubtype="0" fill="hold" grpId="0" nodeType="clickEffect">
                                  <p:stCondLst>
                                    <p:cond delay="0"/>
                                  </p:stCondLst>
                                  <p:childTnLst>
                                    <p:set>
                                      <p:cBhvr>
                                        <p:cTn id="21" dur="1" fill="hold">
                                          <p:stCondLst>
                                            <p:cond delay="0"/>
                                          </p:stCondLst>
                                        </p:cTn>
                                        <p:tgtEl>
                                          <p:spTgt spid="7"/>
                                        </p:tgtEl>
                                        <p:attrNameLst>
                                          <p:attrName>style.visibility</p:attrName>
                                        </p:attrNameLst>
                                      </p:cBhvr>
                                      <p:to>
                                        <p:strVal val="visible"/>
                                      </p:to>
                                    </p:set>
                                    <p:animEffect transition="in" filter="fade">
                                      <p:cBhvr>
                                        <p:cTn id="22" dur="500"/>
                                        <p:tgtEl>
                                          <p:spTgt spid="7"/>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4" grpId="0" animBg="1"/>
      <p:bldP spid="7" grpId="0" animBg="1"/>
    </p:bldLst>
  </p:timing>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Picture 3" descr="A picture containing red, sitting, umbrella, holding&#10;&#10;Description automatically generated">
            <a:extLst>
              <a:ext uri="{FF2B5EF4-FFF2-40B4-BE49-F238E27FC236}">
                <a16:creationId xmlns:a16="http://schemas.microsoft.com/office/drawing/2014/main" id="{2A314168-CA2F-4EF1-B7A0-F90A004C837F}"/>
              </a:ext>
            </a:extLst>
          </p:cNvPr>
          <p:cNvPicPr>
            <a:picLocks noChangeAspect="1"/>
          </p:cNvPicPr>
          <p:nvPr/>
        </p:nvPicPr>
        <p:blipFill>
          <a:blip r:embed="rId2"/>
          <a:stretch>
            <a:fillRect/>
          </a:stretch>
        </p:blipFill>
        <p:spPr>
          <a:xfrm>
            <a:off x="-1" y="-38100"/>
            <a:ext cx="12188825" cy="6934200"/>
          </a:xfrm>
          <a:prstGeom prst="rect">
            <a:avLst/>
          </a:prstGeom>
        </p:spPr>
      </p:pic>
      <p:sp>
        <p:nvSpPr>
          <p:cNvPr id="5" name="Title 4"/>
          <p:cNvSpPr>
            <a:spLocks noGrp="1"/>
          </p:cNvSpPr>
          <p:nvPr>
            <p:ph type="ctrTitle"/>
          </p:nvPr>
        </p:nvSpPr>
        <p:spPr>
          <a:xfrm>
            <a:off x="1523602" y="1981200"/>
            <a:ext cx="9141619" cy="1071563"/>
          </a:xfrm>
        </p:spPr>
        <p:txBody>
          <a:bodyPr>
            <a:normAutofit fontScale="90000"/>
          </a:bodyPr>
          <a:lstStyle/>
          <a:p>
            <a:r>
              <a:rPr lang="en-US" b="1" dirty="0">
                <a:solidFill>
                  <a:schemeClr val="bg1"/>
                </a:solidFill>
                <a:latin typeface="Segoe UI" panose="020B0502040204020203" pitchFamily="34" charset="0"/>
                <a:cs typeface="Segoe UI" panose="020B0502040204020203" pitchFamily="34" charset="0"/>
              </a:rPr>
              <a:t>Modifying Existing Records</a:t>
            </a:r>
          </a:p>
        </p:txBody>
      </p:sp>
      <p:sp>
        <p:nvSpPr>
          <p:cNvPr id="6" name="Text Placeholder 5"/>
          <p:cNvSpPr>
            <a:spLocks noGrp="1"/>
          </p:cNvSpPr>
          <p:nvPr>
            <p:ph type="subTitle" idx="1"/>
          </p:nvPr>
        </p:nvSpPr>
        <p:spPr>
          <a:xfrm>
            <a:off x="1523602" y="3144839"/>
            <a:ext cx="9141619" cy="453394"/>
          </a:xfrm>
        </p:spPr>
        <p:txBody>
          <a:bodyPr/>
          <a:lstStyle/>
          <a:p>
            <a:r>
              <a:rPr lang="en-US" b="1" dirty="0">
                <a:solidFill>
                  <a:schemeClr val="bg1"/>
                </a:solidFill>
                <a:latin typeface="Segoe UI" panose="020B0502040204020203" pitchFamily="34" charset="0"/>
                <a:cs typeface="Segoe UI" panose="020B0502040204020203" pitchFamily="34" charset="0"/>
              </a:rPr>
              <a:t>Using SQL UPDATE and DELETE</a:t>
            </a:r>
          </a:p>
        </p:txBody>
      </p:sp>
    </p:spTree>
    <p:extLst>
      <p:ext uri="{BB962C8B-B14F-4D97-AF65-F5344CB8AC3E}">
        <p14:creationId xmlns:p14="http://schemas.microsoft.com/office/powerpoint/2010/main" val="1562540167"/>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66275" name="Rectangle 3"/>
          <p:cNvSpPr>
            <a:spLocks noGrp="1" noChangeArrowheads="1"/>
          </p:cNvSpPr>
          <p:nvPr>
            <p:ph idx="1"/>
          </p:nvPr>
        </p:nvSpPr>
        <p:spPr>
          <a:xfrm>
            <a:off x="684212" y="1066800"/>
            <a:ext cx="10512862" cy="4351338"/>
          </a:xfrm>
        </p:spPr>
        <p:txBody>
          <a:bodyPr/>
          <a:lstStyle/>
          <a:p>
            <a:pPr>
              <a:lnSpc>
                <a:spcPct val="100000"/>
              </a:lnSpc>
            </a:pPr>
            <a:r>
              <a:rPr lang="en-US" dirty="0">
                <a:latin typeface="Segoe UI" panose="020B0502040204020203" pitchFamily="34" charset="0"/>
                <a:cs typeface="Segoe UI" panose="020B0502040204020203" pitchFamily="34" charset="0"/>
              </a:rPr>
              <a:t>Deleting specific rows from a table</a:t>
            </a:r>
          </a:p>
          <a:p>
            <a:pPr>
              <a:lnSpc>
                <a:spcPct val="100000"/>
              </a:lnSpc>
              <a:spcBef>
                <a:spcPts val="9600"/>
              </a:spcBef>
            </a:pPr>
            <a:r>
              <a:rPr lang="en-US" dirty="0">
                <a:latin typeface="Segoe UI" panose="020B0502040204020203" pitchFamily="34" charset="0"/>
                <a:cs typeface="Segoe UI" panose="020B0502040204020203" pitchFamily="34" charset="0"/>
              </a:rPr>
              <a:t>Note: Don’t forget the </a:t>
            </a:r>
            <a:r>
              <a:rPr lang="en-US" b="1" dirty="0">
                <a:solidFill>
                  <a:schemeClr val="tx2">
                    <a:lumMod val="75000"/>
                  </a:schemeClr>
                </a:solidFill>
                <a:latin typeface="Segoe UI" panose="020B0502040204020203" pitchFamily="34" charset="0"/>
                <a:cs typeface="Segoe UI" panose="020B0502040204020203" pitchFamily="34" charset="0"/>
              </a:rPr>
              <a:t>WHERE</a:t>
            </a:r>
            <a:r>
              <a:rPr lang="en-US" dirty="0">
                <a:latin typeface="Segoe UI" panose="020B0502040204020203" pitchFamily="34" charset="0"/>
                <a:cs typeface="Segoe UI" panose="020B0502040204020203" pitchFamily="34" charset="0"/>
              </a:rPr>
              <a:t> clause!</a:t>
            </a:r>
          </a:p>
          <a:p>
            <a:pPr>
              <a:lnSpc>
                <a:spcPct val="100000"/>
              </a:lnSpc>
              <a:spcBef>
                <a:spcPts val="4800"/>
              </a:spcBef>
            </a:pPr>
            <a:r>
              <a:rPr lang="en-US" dirty="0">
                <a:latin typeface="Segoe UI" panose="020B0502040204020203" pitchFamily="34" charset="0"/>
                <a:cs typeface="Segoe UI" panose="020B0502040204020203" pitchFamily="34" charset="0"/>
              </a:rPr>
              <a:t>Delete all rows from a table (works faster than </a:t>
            </a:r>
            <a:r>
              <a:rPr lang="en-US" b="1" dirty="0">
                <a:solidFill>
                  <a:schemeClr val="tx2">
                    <a:lumMod val="75000"/>
                  </a:schemeClr>
                </a:solidFill>
                <a:latin typeface="Segoe UI" panose="020B0502040204020203" pitchFamily="34" charset="0"/>
                <a:cs typeface="Segoe UI" panose="020B0502040204020203" pitchFamily="34" charset="0"/>
              </a:rPr>
              <a:t>DELETE)</a:t>
            </a:r>
            <a:endParaRPr lang="en-US" dirty="0">
              <a:latin typeface="Segoe UI" panose="020B0502040204020203" pitchFamily="34" charset="0"/>
              <a:cs typeface="Segoe UI" panose="020B0502040204020203" pitchFamily="34" charset="0"/>
            </a:endParaRPr>
          </a:p>
        </p:txBody>
      </p:sp>
      <p:sp>
        <p:nvSpPr>
          <p:cNvPr id="566276" name="Rectangle 4"/>
          <p:cNvSpPr>
            <a:spLocks noChangeArrowheads="1"/>
          </p:cNvSpPr>
          <p:nvPr/>
        </p:nvSpPr>
        <p:spPr bwMode="auto">
          <a:xfrm>
            <a:off x="1810938" y="1828481"/>
            <a:ext cx="8229596" cy="492443"/>
          </a:xfrm>
          <a:prstGeom prst="rect">
            <a:avLst/>
          </a:prstGeom>
          <a:solidFill>
            <a:schemeClr val="accent5">
              <a:lumMod val="40000"/>
              <a:lumOff val="60000"/>
              <a:alpha val="15000"/>
            </a:schemeClr>
          </a:solidFill>
          <a:ln w="12700">
            <a:solidFill>
              <a:schemeClr val="accent5">
                <a:lumMod val="60000"/>
                <a:lumOff val="40000"/>
              </a:schemeClr>
            </a:solidFill>
          </a:ln>
        </p:spPr>
        <p:txBody>
          <a:bodyPr wrap="square">
            <a:spAutoFit/>
          </a:bodyPr>
          <a:lstStyle/>
          <a:p>
            <a:pPr eaLnBrk="0" hangingPunct="0">
              <a:buClr>
                <a:schemeClr val="accent5">
                  <a:lumMod val="40000"/>
                  <a:lumOff val="60000"/>
                </a:schemeClr>
              </a:buClr>
              <a:buSzPct val="70000"/>
            </a:pPr>
            <a:r>
              <a:rPr lang="en-US" sz="2600" b="1" noProof="1">
                <a:solidFill>
                  <a:schemeClr val="accent1"/>
                </a:solidFill>
                <a:latin typeface="Consolas" pitchFamily="49" charset="0"/>
                <a:cs typeface="Consolas" pitchFamily="49" charset="0"/>
              </a:rPr>
              <a:t>DELETE</a:t>
            </a:r>
            <a:r>
              <a:rPr lang="en-US" sz="2600" b="1" noProof="1">
                <a:solidFill>
                  <a:srgbClr val="FBEEDC"/>
                </a:solidFill>
                <a:latin typeface="Consolas" pitchFamily="49" charset="0"/>
                <a:cs typeface="Consolas" pitchFamily="49" charset="0"/>
              </a:rPr>
              <a:t> </a:t>
            </a:r>
            <a:r>
              <a:rPr lang="en-US" sz="2600" b="1" noProof="1">
                <a:solidFill>
                  <a:schemeClr val="accent2">
                    <a:lumMod val="75000"/>
                  </a:schemeClr>
                </a:solidFill>
                <a:latin typeface="Consolas" pitchFamily="49" charset="0"/>
                <a:cs typeface="Consolas" pitchFamily="49" charset="0"/>
              </a:rPr>
              <a:t>FROM Employees WHERE EmployeeID = 1</a:t>
            </a:r>
          </a:p>
        </p:txBody>
      </p:sp>
      <p:sp>
        <p:nvSpPr>
          <p:cNvPr id="566277" name="Rectangle 5"/>
          <p:cNvSpPr>
            <a:spLocks noChangeArrowheads="1"/>
          </p:cNvSpPr>
          <p:nvPr/>
        </p:nvSpPr>
        <p:spPr bwMode="auto">
          <a:xfrm>
            <a:off x="1887134" y="4454524"/>
            <a:ext cx="8229596" cy="492443"/>
          </a:xfrm>
          <a:prstGeom prst="rect">
            <a:avLst/>
          </a:prstGeom>
          <a:solidFill>
            <a:schemeClr val="accent5">
              <a:lumMod val="40000"/>
              <a:lumOff val="60000"/>
              <a:alpha val="15000"/>
            </a:schemeClr>
          </a:solidFill>
          <a:ln w="12700">
            <a:solidFill>
              <a:schemeClr val="accent5">
                <a:lumMod val="60000"/>
                <a:lumOff val="40000"/>
              </a:schemeClr>
            </a:solidFill>
          </a:ln>
        </p:spPr>
        <p:txBody>
          <a:bodyPr wrap="square">
            <a:spAutoFit/>
          </a:bodyPr>
          <a:lstStyle/>
          <a:p>
            <a:pPr eaLnBrk="0" hangingPunct="0">
              <a:buClr>
                <a:schemeClr val="accent5">
                  <a:lumMod val="40000"/>
                  <a:lumOff val="60000"/>
                </a:schemeClr>
              </a:buClr>
              <a:buSzPct val="70000"/>
            </a:pPr>
            <a:r>
              <a:rPr lang="en-US" sz="2600" b="1" noProof="1">
                <a:solidFill>
                  <a:schemeClr val="accent1"/>
                </a:solidFill>
                <a:latin typeface="Consolas" pitchFamily="49" charset="0"/>
                <a:cs typeface="Consolas" pitchFamily="49" charset="0"/>
              </a:rPr>
              <a:t>TRUNCATE</a:t>
            </a:r>
            <a:r>
              <a:rPr lang="en-US" sz="2600" b="1" noProof="1">
                <a:solidFill>
                  <a:srgbClr val="FBEEDC"/>
                </a:solidFill>
                <a:latin typeface="Consolas" pitchFamily="49" charset="0"/>
                <a:cs typeface="Consolas" pitchFamily="49" charset="0"/>
              </a:rPr>
              <a:t> </a:t>
            </a:r>
            <a:r>
              <a:rPr lang="en-US" sz="2600" b="1" noProof="1">
                <a:solidFill>
                  <a:schemeClr val="accent2">
                    <a:lumMod val="75000"/>
                  </a:schemeClr>
                </a:solidFill>
                <a:latin typeface="Consolas" pitchFamily="49" charset="0"/>
                <a:cs typeface="Consolas" pitchFamily="49" charset="0"/>
              </a:rPr>
              <a:t>TABLE Users</a:t>
            </a:r>
          </a:p>
        </p:txBody>
      </p:sp>
      <p:sp>
        <p:nvSpPr>
          <p:cNvPr id="9" name="AutoShape 22"/>
          <p:cNvSpPr>
            <a:spLocks noChangeArrowheads="1"/>
          </p:cNvSpPr>
          <p:nvPr/>
        </p:nvSpPr>
        <p:spPr bwMode="auto">
          <a:xfrm>
            <a:off x="8097201" y="2503737"/>
            <a:ext cx="2705333" cy="679926"/>
          </a:xfrm>
          <a:prstGeom prst="wedgeRoundRectCallout">
            <a:avLst>
              <a:gd name="adj1" fmla="val -35526"/>
              <a:gd name="adj2" fmla="val -86572"/>
              <a:gd name="adj3" fmla="val 16667"/>
            </a:avLst>
          </a:prstGeom>
          <a:solidFill>
            <a:schemeClr val="accent2">
              <a:alpha val="95000"/>
            </a:schemeClr>
          </a:solidFill>
          <a:ln w="19050">
            <a:solidFill>
              <a:srgbClr val="F8D49E">
                <a:alpha val="80000"/>
              </a:srgbClr>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r>
              <a:rPr lang="en-US" sz="2800" noProof="1">
                <a:solidFill>
                  <a:schemeClr val="bg1"/>
                </a:solidFill>
                <a:latin typeface="Consolas" panose="020B0609020204030204" pitchFamily="49" charset="0"/>
                <a:cs typeface="Consolas" panose="020B0609020204030204" pitchFamily="49" charset="0"/>
              </a:rPr>
              <a:t>Condition</a:t>
            </a:r>
            <a:endParaRPr lang="bg-BG" sz="2800" noProof="1">
              <a:solidFill>
                <a:schemeClr val="bg1"/>
              </a:solidFill>
              <a:latin typeface="Consolas" panose="020B0609020204030204" pitchFamily="49" charset="0"/>
              <a:cs typeface="Consolas" panose="020B0609020204030204" pitchFamily="49" charset="0"/>
            </a:endParaRPr>
          </a:p>
        </p:txBody>
      </p:sp>
      <p:sp>
        <p:nvSpPr>
          <p:cNvPr id="7" name="Rectangle 2">
            <a:extLst>
              <a:ext uri="{FF2B5EF4-FFF2-40B4-BE49-F238E27FC236}">
                <a16:creationId xmlns:a16="http://schemas.microsoft.com/office/drawing/2014/main" id="{4B105F33-FE6F-46F8-AD8F-813447D689C0}"/>
              </a:ext>
            </a:extLst>
          </p:cNvPr>
          <p:cNvSpPr txBox="1">
            <a:spLocks noChangeArrowheads="1"/>
          </p:cNvSpPr>
          <p:nvPr/>
        </p:nvSpPr>
        <p:spPr>
          <a:xfrm>
            <a:off x="379412" y="381000"/>
            <a:ext cx="10512862" cy="593726"/>
          </a:xfrm>
          <a:prstGeom prst="rect">
            <a:avLst/>
          </a:prstGeom>
        </p:spPr>
        <p:txBody>
          <a:bodyPr vert="horz" lIns="91440" tIns="45720" rIns="91440" bIns="45720" rtlCol="0" anchor="ctr">
            <a:normAutofit fontScale="90000" lnSpcReduction="10000"/>
          </a:bodyPr>
          <a:lstStyle>
            <a:lvl1pPr algn="l" defTabSz="914126" rtl="0" eaLnBrk="1" latinLnBrk="0" hangingPunct="1">
              <a:lnSpc>
                <a:spcPct val="90000"/>
              </a:lnSpc>
              <a:spcBef>
                <a:spcPct val="0"/>
              </a:spcBef>
              <a:buNone/>
              <a:defRPr sz="4399" kern="1200">
                <a:solidFill>
                  <a:schemeClr val="tx1"/>
                </a:solidFill>
                <a:latin typeface="+mj-lt"/>
                <a:ea typeface="+mj-ea"/>
                <a:cs typeface="+mj-cs"/>
              </a:defRPr>
            </a:lvl1pPr>
          </a:lstStyle>
          <a:p>
            <a:r>
              <a:rPr lang="en-US" b="1" dirty="0">
                <a:solidFill>
                  <a:srgbClr val="FF5050"/>
                </a:solidFill>
                <a:latin typeface="Times New Roman" panose="02020603050405020304" pitchFamily="18" charset="0"/>
                <a:cs typeface="Times New Roman" panose="02020603050405020304" pitchFamily="18" charset="0"/>
              </a:rPr>
              <a:t>Deleting Data</a:t>
            </a:r>
            <a:endParaRPr lang="bg-BG" b="1" dirty="0">
              <a:solidFill>
                <a:srgbClr val="FF5050"/>
              </a:solidFill>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662503170"/>
      </p:ext>
    </p:extLst>
  </p:cSld>
  <p:clrMapOvr>
    <a:masterClrMapping/>
  </p:clrMapOvr>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afterEffect">
                                  <p:stCondLst>
                                    <p:cond delay="0"/>
                                  </p:stCondLst>
                                  <p:childTnLst>
                                    <p:set>
                                      <p:cBhvr>
                                        <p:cTn id="6" dur="1" fill="hold">
                                          <p:stCondLst>
                                            <p:cond delay="0"/>
                                          </p:stCondLst>
                                        </p:cTn>
                                        <p:tgtEl>
                                          <p:spTgt spid="566276"/>
                                        </p:tgtEl>
                                        <p:attrNameLst>
                                          <p:attrName>style.visibility</p:attrName>
                                        </p:attrNameLst>
                                      </p:cBhvr>
                                      <p:to>
                                        <p:strVal val="visible"/>
                                      </p:to>
                                    </p:set>
                                    <p:animEffect transition="in" filter="fade">
                                      <p:cBhvr>
                                        <p:cTn id="7" dur="500"/>
                                        <p:tgtEl>
                                          <p:spTgt spid="566276"/>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grpId="0" nodeType="clickEffect">
                                  <p:stCondLst>
                                    <p:cond delay="0"/>
                                  </p:stCondLst>
                                  <p:childTnLst>
                                    <p:set>
                                      <p:cBhvr>
                                        <p:cTn id="11" dur="1" fill="hold">
                                          <p:stCondLst>
                                            <p:cond delay="0"/>
                                          </p:stCondLst>
                                        </p:cTn>
                                        <p:tgtEl>
                                          <p:spTgt spid="9"/>
                                        </p:tgtEl>
                                        <p:attrNameLst>
                                          <p:attrName>style.visibility</p:attrName>
                                        </p:attrNameLst>
                                      </p:cBhvr>
                                      <p:to>
                                        <p:strVal val="visible"/>
                                      </p:to>
                                    </p:set>
                                    <p:animEffect transition="in" filter="fade">
                                      <p:cBhvr>
                                        <p:cTn id="12" dur="500"/>
                                        <p:tgtEl>
                                          <p:spTgt spid="9"/>
                                        </p:tgtEl>
                                      </p:cBhvr>
                                    </p:animEffect>
                                  </p:childTnLst>
                                </p:cTn>
                              </p:par>
                              <p:par>
                                <p:cTn id="13" presetID="10" presetClass="entr" presetSubtype="0" fill="hold" nodeType="withEffect">
                                  <p:stCondLst>
                                    <p:cond delay="0"/>
                                  </p:stCondLst>
                                  <p:childTnLst>
                                    <p:set>
                                      <p:cBhvr>
                                        <p:cTn id="14" dur="1" fill="hold">
                                          <p:stCondLst>
                                            <p:cond delay="0"/>
                                          </p:stCondLst>
                                        </p:cTn>
                                        <p:tgtEl>
                                          <p:spTgt spid="566275">
                                            <p:txEl>
                                              <p:pRg st="1" end="1"/>
                                            </p:txEl>
                                          </p:spTgt>
                                        </p:tgtEl>
                                        <p:attrNameLst>
                                          <p:attrName>style.visibility</p:attrName>
                                        </p:attrNameLst>
                                      </p:cBhvr>
                                      <p:to>
                                        <p:strVal val="visible"/>
                                      </p:to>
                                    </p:set>
                                    <p:animEffect transition="in" filter="fade">
                                      <p:cBhvr>
                                        <p:cTn id="15" dur="500"/>
                                        <p:tgtEl>
                                          <p:spTgt spid="566275">
                                            <p:txEl>
                                              <p:pRg st="1" end="1"/>
                                            </p:txEl>
                                          </p:spTgt>
                                        </p:tgtEl>
                                      </p:cBhvr>
                                    </p:animEffect>
                                  </p:childTnLst>
                                </p:cTn>
                              </p:par>
                            </p:childTnLst>
                          </p:cTn>
                        </p:par>
                      </p:childTnLst>
                    </p:cTn>
                  </p:par>
                  <p:par>
                    <p:cTn id="16" fill="hold">
                      <p:stCondLst>
                        <p:cond delay="indefinite"/>
                      </p:stCondLst>
                      <p:childTnLst>
                        <p:par>
                          <p:cTn id="17" fill="hold">
                            <p:stCondLst>
                              <p:cond delay="0"/>
                            </p:stCondLst>
                            <p:childTnLst>
                              <p:par>
                                <p:cTn id="18" presetID="10" presetClass="entr" presetSubtype="0" fill="hold" nodeType="clickEffect">
                                  <p:stCondLst>
                                    <p:cond delay="0"/>
                                  </p:stCondLst>
                                  <p:childTnLst>
                                    <p:set>
                                      <p:cBhvr>
                                        <p:cTn id="19" dur="1" fill="hold">
                                          <p:stCondLst>
                                            <p:cond delay="0"/>
                                          </p:stCondLst>
                                        </p:cTn>
                                        <p:tgtEl>
                                          <p:spTgt spid="566275">
                                            <p:txEl>
                                              <p:pRg st="2" end="2"/>
                                            </p:txEl>
                                          </p:spTgt>
                                        </p:tgtEl>
                                        <p:attrNameLst>
                                          <p:attrName>style.visibility</p:attrName>
                                        </p:attrNameLst>
                                      </p:cBhvr>
                                      <p:to>
                                        <p:strVal val="visible"/>
                                      </p:to>
                                    </p:set>
                                    <p:animEffect transition="in" filter="fade">
                                      <p:cBhvr>
                                        <p:cTn id="20" dur="500"/>
                                        <p:tgtEl>
                                          <p:spTgt spid="566275">
                                            <p:txEl>
                                              <p:pRg st="2" end="2"/>
                                            </p:txEl>
                                          </p:spTgt>
                                        </p:tgtEl>
                                      </p:cBhvr>
                                    </p:animEffect>
                                  </p:childTnLst>
                                </p:cTn>
                              </p:par>
                            </p:childTnLst>
                          </p:cTn>
                        </p:par>
                        <p:par>
                          <p:cTn id="21" fill="hold">
                            <p:stCondLst>
                              <p:cond delay="500"/>
                            </p:stCondLst>
                            <p:childTnLst>
                              <p:par>
                                <p:cTn id="22" presetID="10" presetClass="entr" presetSubtype="0" fill="hold" grpId="0" nodeType="afterEffect">
                                  <p:stCondLst>
                                    <p:cond delay="0"/>
                                  </p:stCondLst>
                                  <p:childTnLst>
                                    <p:set>
                                      <p:cBhvr>
                                        <p:cTn id="23" dur="1" fill="hold">
                                          <p:stCondLst>
                                            <p:cond delay="0"/>
                                          </p:stCondLst>
                                        </p:cTn>
                                        <p:tgtEl>
                                          <p:spTgt spid="566277"/>
                                        </p:tgtEl>
                                        <p:attrNameLst>
                                          <p:attrName>style.visibility</p:attrName>
                                        </p:attrNameLst>
                                      </p:cBhvr>
                                      <p:to>
                                        <p:strVal val="visible"/>
                                      </p:to>
                                    </p:set>
                                    <p:animEffect transition="in" filter="fade">
                                      <p:cBhvr>
                                        <p:cTn id="24" dur="500"/>
                                        <p:tgtEl>
                                          <p:spTgt spid="566277"/>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66276" grpId="0" animBg="1"/>
      <p:bldP spid="566277" grpId="0" animBg="1"/>
      <p:bldP spid="9" grpId="0" animBg="1"/>
    </p:bldLst>
  </p:timing>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62179" name="Rectangle 3"/>
          <p:cNvSpPr>
            <a:spLocks noGrp="1" noChangeArrowheads="1"/>
          </p:cNvSpPr>
          <p:nvPr>
            <p:ph idx="1"/>
          </p:nvPr>
        </p:nvSpPr>
        <p:spPr>
          <a:xfrm>
            <a:off x="912812" y="1143000"/>
            <a:ext cx="10512862" cy="4351338"/>
          </a:xfrm>
        </p:spPr>
        <p:txBody>
          <a:bodyPr>
            <a:noAutofit/>
          </a:bodyPr>
          <a:lstStyle/>
          <a:p>
            <a:pPr marL="357188" indent="-357188">
              <a:lnSpc>
                <a:spcPct val="100000"/>
              </a:lnSpc>
            </a:pPr>
            <a:r>
              <a:rPr lang="en-US" sz="2400" dirty="0">
                <a:latin typeface="Segoe UI" panose="020B0502040204020203" pitchFamily="34" charset="0"/>
                <a:cs typeface="Segoe UI" panose="020B0502040204020203" pitchFamily="34" charset="0"/>
              </a:rPr>
              <a:t>The SQL </a:t>
            </a:r>
            <a:r>
              <a:rPr lang="en-US" sz="2400" b="1" dirty="0">
                <a:solidFill>
                  <a:schemeClr val="tx2">
                    <a:lumMod val="75000"/>
                  </a:schemeClr>
                </a:solidFill>
                <a:latin typeface="Segoe UI" panose="020B0502040204020203" pitchFamily="34" charset="0"/>
                <a:cs typeface="Segoe UI" panose="020B0502040204020203" pitchFamily="34" charset="0"/>
              </a:rPr>
              <a:t>UPDATE</a:t>
            </a:r>
            <a:r>
              <a:rPr lang="en-US" sz="2400" dirty="0">
                <a:latin typeface="Segoe UI" panose="020B0502040204020203" pitchFamily="34" charset="0"/>
                <a:cs typeface="Segoe UI" panose="020B0502040204020203" pitchFamily="34" charset="0"/>
              </a:rPr>
              <a:t> command</a:t>
            </a:r>
          </a:p>
          <a:p>
            <a:pPr marL="357188" indent="-357188">
              <a:lnSpc>
                <a:spcPct val="100000"/>
              </a:lnSpc>
              <a:spcBef>
                <a:spcPts val="30000"/>
              </a:spcBef>
            </a:pPr>
            <a:r>
              <a:rPr lang="en-US" sz="2400" dirty="0">
                <a:latin typeface="Segoe UI" panose="020B0502040204020203" pitchFamily="34" charset="0"/>
                <a:cs typeface="Segoe UI" panose="020B0502040204020203" pitchFamily="34" charset="0"/>
              </a:rPr>
              <a:t>Note: Don’t forget the </a:t>
            </a:r>
            <a:r>
              <a:rPr lang="en-US" sz="2400" b="1" dirty="0">
                <a:solidFill>
                  <a:schemeClr val="tx2">
                    <a:lumMod val="75000"/>
                  </a:schemeClr>
                </a:solidFill>
                <a:latin typeface="Segoe UI" panose="020B0502040204020203" pitchFamily="34" charset="0"/>
                <a:cs typeface="Segoe UI" panose="020B0502040204020203" pitchFamily="34" charset="0"/>
              </a:rPr>
              <a:t>WHERE</a:t>
            </a:r>
            <a:r>
              <a:rPr lang="en-US" sz="2400" dirty="0">
                <a:latin typeface="Segoe UI" panose="020B0502040204020203" pitchFamily="34" charset="0"/>
                <a:cs typeface="Segoe UI" panose="020B0502040204020203" pitchFamily="34" charset="0"/>
              </a:rPr>
              <a:t> clause!</a:t>
            </a:r>
          </a:p>
        </p:txBody>
      </p:sp>
      <p:sp>
        <p:nvSpPr>
          <p:cNvPr id="562180" name="Rectangle 4"/>
          <p:cNvSpPr>
            <a:spLocks noChangeArrowheads="1"/>
          </p:cNvSpPr>
          <p:nvPr/>
        </p:nvSpPr>
        <p:spPr bwMode="auto">
          <a:xfrm>
            <a:off x="1671714" y="1739335"/>
            <a:ext cx="8845396" cy="1246495"/>
          </a:xfrm>
          <a:prstGeom prst="rect">
            <a:avLst/>
          </a:prstGeom>
          <a:solidFill>
            <a:schemeClr val="accent5">
              <a:lumMod val="40000"/>
              <a:lumOff val="60000"/>
              <a:alpha val="15000"/>
            </a:schemeClr>
          </a:solidFill>
          <a:ln w="12700">
            <a:solidFill>
              <a:schemeClr val="accent5">
                <a:lumMod val="60000"/>
                <a:lumOff val="40000"/>
              </a:schemeClr>
            </a:solidFill>
          </a:ln>
        </p:spPr>
        <p:txBody>
          <a:bodyPr wrap="square">
            <a:spAutoFit/>
          </a:bodyPr>
          <a:lstStyle/>
          <a:p>
            <a:pPr eaLnBrk="0" hangingPunct="0">
              <a:buClr>
                <a:schemeClr val="accent5">
                  <a:lumMod val="40000"/>
                  <a:lumOff val="60000"/>
                </a:schemeClr>
              </a:buClr>
              <a:buSzPct val="70000"/>
            </a:pPr>
            <a:r>
              <a:rPr lang="en-US" sz="2500" b="1" noProof="1">
                <a:solidFill>
                  <a:schemeClr val="accent1"/>
                </a:solidFill>
                <a:latin typeface="Consolas" pitchFamily="49" charset="0"/>
                <a:cs typeface="Consolas" pitchFamily="49" charset="0"/>
              </a:rPr>
              <a:t>UPDATE</a:t>
            </a:r>
            <a:r>
              <a:rPr lang="en-US" sz="2500" b="1" noProof="1">
                <a:solidFill>
                  <a:srgbClr val="FBEEDC"/>
                </a:solidFill>
                <a:latin typeface="Consolas" pitchFamily="49" charset="0"/>
                <a:cs typeface="Consolas" pitchFamily="49" charset="0"/>
              </a:rPr>
              <a:t> </a:t>
            </a:r>
            <a:r>
              <a:rPr lang="en-US" sz="2500" b="1" noProof="1">
                <a:solidFill>
                  <a:schemeClr val="accent2">
                    <a:lumMod val="75000"/>
                  </a:schemeClr>
                </a:solidFill>
                <a:latin typeface="Consolas" pitchFamily="49" charset="0"/>
                <a:cs typeface="Consolas" pitchFamily="49" charset="0"/>
              </a:rPr>
              <a:t>Employees</a:t>
            </a:r>
          </a:p>
          <a:p>
            <a:pPr eaLnBrk="0" hangingPunct="0">
              <a:buClr>
                <a:schemeClr val="accent5">
                  <a:lumMod val="40000"/>
                  <a:lumOff val="60000"/>
                </a:schemeClr>
              </a:buClr>
              <a:buSzPct val="70000"/>
            </a:pPr>
            <a:r>
              <a:rPr lang="en-US" sz="2500" b="1" noProof="1">
                <a:solidFill>
                  <a:schemeClr val="accent1"/>
                </a:solidFill>
                <a:latin typeface="Consolas" pitchFamily="49" charset="0"/>
                <a:cs typeface="Consolas" pitchFamily="49" charset="0"/>
              </a:rPr>
              <a:t>   SET</a:t>
            </a:r>
            <a:r>
              <a:rPr lang="en-US" sz="2500" b="1" noProof="1">
                <a:solidFill>
                  <a:srgbClr val="FBEEDC"/>
                </a:solidFill>
                <a:latin typeface="Consolas" pitchFamily="49" charset="0"/>
                <a:cs typeface="Consolas" pitchFamily="49" charset="0"/>
              </a:rPr>
              <a:t> </a:t>
            </a:r>
            <a:r>
              <a:rPr lang="en-US" sz="2500" b="1" noProof="1">
                <a:solidFill>
                  <a:schemeClr val="accent2">
                    <a:lumMod val="75000"/>
                  </a:schemeClr>
                </a:solidFill>
                <a:latin typeface="Consolas" pitchFamily="49" charset="0"/>
                <a:cs typeface="Consolas" pitchFamily="49" charset="0"/>
              </a:rPr>
              <a:t>LastName = 'Brown'</a:t>
            </a:r>
          </a:p>
          <a:p>
            <a:pPr eaLnBrk="0" hangingPunct="0">
              <a:buClr>
                <a:schemeClr val="accent5">
                  <a:lumMod val="40000"/>
                  <a:lumOff val="60000"/>
                </a:schemeClr>
              </a:buClr>
              <a:buSzPct val="70000"/>
            </a:pPr>
            <a:r>
              <a:rPr lang="en-US" sz="2500" b="1" noProof="1">
                <a:solidFill>
                  <a:schemeClr val="accent2">
                    <a:lumMod val="75000"/>
                  </a:schemeClr>
                </a:solidFill>
                <a:latin typeface="Consolas" pitchFamily="49" charset="0"/>
                <a:cs typeface="Consolas" pitchFamily="49" charset="0"/>
              </a:rPr>
              <a:t> WHERE EmployeeID = 1</a:t>
            </a:r>
          </a:p>
        </p:txBody>
      </p:sp>
      <p:sp>
        <p:nvSpPr>
          <p:cNvPr id="6" name="Rectangle 4"/>
          <p:cNvSpPr>
            <a:spLocks noChangeArrowheads="1"/>
          </p:cNvSpPr>
          <p:nvPr/>
        </p:nvSpPr>
        <p:spPr bwMode="auto">
          <a:xfrm>
            <a:off x="1671714" y="3415735"/>
            <a:ext cx="8845396" cy="1631216"/>
          </a:xfrm>
          <a:prstGeom prst="rect">
            <a:avLst/>
          </a:prstGeom>
          <a:solidFill>
            <a:schemeClr val="accent5">
              <a:lumMod val="40000"/>
              <a:lumOff val="60000"/>
              <a:alpha val="15000"/>
            </a:schemeClr>
          </a:solidFill>
          <a:ln w="12700">
            <a:solidFill>
              <a:schemeClr val="accent5">
                <a:lumMod val="60000"/>
                <a:lumOff val="40000"/>
              </a:schemeClr>
            </a:solidFill>
          </a:ln>
        </p:spPr>
        <p:txBody>
          <a:bodyPr wrap="square">
            <a:spAutoFit/>
          </a:bodyPr>
          <a:lstStyle/>
          <a:p>
            <a:pPr eaLnBrk="0" hangingPunct="0">
              <a:spcBef>
                <a:spcPts val="1800"/>
              </a:spcBef>
              <a:buClr>
                <a:schemeClr val="accent5">
                  <a:lumMod val="40000"/>
                  <a:lumOff val="60000"/>
                </a:schemeClr>
              </a:buClr>
              <a:buSzPct val="70000"/>
            </a:pPr>
            <a:r>
              <a:rPr lang="en-US" sz="2500" b="1" noProof="1">
                <a:solidFill>
                  <a:schemeClr val="accent1"/>
                </a:solidFill>
                <a:latin typeface="Consolas" pitchFamily="49" charset="0"/>
                <a:cs typeface="Consolas" pitchFamily="49" charset="0"/>
              </a:rPr>
              <a:t>UPDATE</a:t>
            </a:r>
            <a:r>
              <a:rPr lang="en-US" sz="2500" b="1" noProof="1">
                <a:solidFill>
                  <a:srgbClr val="FBEEDC"/>
                </a:solidFill>
                <a:latin typeface="Consolas" pitchFamily="49" charset="0"/>
                <a:cs typeface="Consolas" pitchFamily="49" charset="0"/>
              </a:rPr>
              <a:t> </a:t>
            </a:r>
            <a:r>
              <a:rPr lang="en-US" sz="2500" b="1" noProof="1">
                <a:solidFill>
                  <a:schemeClr val="accent2">
                    <a:lumMod val="75000"/>
                  </a:schemeClr>
                </a:solidFill>
                <a:latin typeface="Consolas" pitchFamily="49" charset="0"/>
                <a:cs typeface="Consolas" pitchFamily="49" charset="0"/>
              </a:rPr>
              <a:t>Employees</a:t>
            </a:r>
          </a:p>
          <a:p>
            <a:pPr eaLnBrk="0" hangingPunct="0">
              <a:buClr>
                <a:schemeClr val="accent5">
                  <a:lumMod val="40000"/>
                  <a:lumOff val="60000"/>
                </a:schemeClr>
              </a:buClr>
              <a:buSzPct val="70000"/>
            </a:pPr>
            <a:r>
              <a:rPr lang="en-US" sz="2500" b="1" noProof="1">
                <a:solidFill>
                  <a:schemeClr val="accent1"/>
                </a:solidFill>
                <a:latin typeface="Consolas" pitchFamily="49" charset="0"/>
                <a:cs typeface="Consolas" pitchFamily="49" charset="0"/>
              </a:rPr>
              <a:t>   SET</a:t>
            </a:r>
            <a:r>
              <a:rPr lang="en-US" sz="2500" b="1" noProof="1">
                <a:solidFill>
                  <a:srgbClr val="FBEEDC"/>
                </a:solidFill>
                <a:latin typeface="Consolas" pitchFamily="49" charset="0"/>
                <a:cs typeface="Consolas" pitchFamily="49" charset="0"/>
              </a:rPr>
              <a:t> </a:t>
            </a:r>
            <a:r>
              <a:rPr lang="en-US" sz="2500" b="1" noProof="1">
                <a:solidFill>
                  <a:schemeClr val="accent2">
                    <a:lumMod val="75000"/>
                  </a:schemeClr>
                </a:solidFill>
                <a:latin typeface="Consolas" pitchFamily="49" charset="0"/>
                <a:cs typeface="Consolas" pitchFamily="49" charset="0"/>
              </a:rPr>
              <a:t>Salary = Salary * 1.10,</a:t>
            </a:r>
          </a:p>
          <a:p>
            <a:pPr eaLnBrk="0" hangingPunct="0">
              <a:buClr>
                <a:schemeClr val="accent5">
                  <a:lumMod val="40000"/>
                  <a:lumOff val="60000"/>
                </a:schemeClr>
              </a:buClr>
              <a:buSzPct val="70000"/>
            </a:pPr>
            <a:r>
              <a:rPr lang="en-US" sz="2500" b="1" noProof="1">
                <a:solidFill>
                  <a:schemeClr val="accent2">
                    <a:lumMod val="75000"/>
                  </a:schemeClr>
                </a:solidFill>
                <a:latin typeface="Consolas" pitchFamily="49" charset="0"/>
                <a:cs typeface="Consolas" pitchFamily="49" charset="0"/>
              </a:rPr>
              <a:t>       JobTitle = 'Senior ' + JobTitle</a:t>
            </a:r>
          </a:p>
          <a:p>
            <a:pPr eaLnBrk="0" hangingPunct="0">
              <a:buClr>
                <a:schemeClr val="accent5">
                  <a:lumMod val="40000"/>
                  <a:lumOff val="60000"/>
                </a:schemeClr>
              </a:buClr>
              <a:buSzPct val="70000"/>
            </a:pPr>
            <a:r>
              <a:rPr lang="en-US" sz="2500" b="1" noProof="1">
                <a:solidFill>
                  <a:schemeClr val="accent2">
                    <a:lumMod val="75000"/>
                  </a:schemeClr>
                </a:solidFill>
                <a:latin typeface="Consolas" pitchFamily="49" charset="0"/>
                <a:cs typeface="Consolas" pitchFamily="49" charset="0"/>
              </a:rPr>
              <a:t> WHERE DepartmentID = 3</a:t>
            </a:r>
          </a:p>
        </p:txBody>
      </p:sp>
      <p:sp>
        <p:nvSpPr>
          <p:cNvPr id="7" name="AutoShape 22"/>
          <p:cNvSpPr>
            <a:spLocks noChangeArrowheads="1"/>
          </p:cNvSpPr>
          <p:nvPr/>
        </p:nvSpPr>
        <p:spPr bwMode="auto">
          <a:xfrm>
            <a:off x="6402310" y="1370653"/>
            <a:ext cx="2514600" cy="679926"/>
          </a:xfrm>
          <a:prstGeom prst="wedgeRoundRectCallout">
            <a:avLst>
              <a:gd name="adj1" fmla="val -72612"/>
              <a:gd name="adj2" fmla="val 62969"/>
              <a:gd name="adj3" fmla="val 16667"/>
            </a:avLst>
          </a:prstGeom>
          <a:solidFill>
            <a:schemeClr val="accent2">
              <a:alpha val="95000"/>
            </a:schemeClr>
          </a:solidFill>
          <a:ln w="19050">
            <a:solidFill>
              <a:srgbClr val="F8D49E">
                <a:alpha val="80000"/>
              </a:srgbClr>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r>
              <a:rPr lang="en-US" sz="2800" noProof="1">
                <a:solidFill>
                  <a:schemeClr val="bg1"/>
                </a:solidFill>
                <a:latin typeface="Consolas" panose="020B0609020204030204" pitchFamily="49" charset="0"/>
                <a:cs typeface="Consolas" panose="020B0609020204030204" pitchFamily="49" charset="0"/>
              </a:rPr>
              <a:t>New values</a:t>
            </a:r>
            <a:endParaRPr lang="bg-BG" sz="2800" noProof="1">
              <a:solidFill>
                <a:schemeClr val="bg1"/>
              </a:solidFill>
              <a:latin typeface="Consolas" panose="020B0609020204030204" pitchFamily="49" charset="0"/>
              <a:cs typeface="Consolas" panose="020B0609020204030204" pitchFamily="49" charset="0"/>
            </a:endParaRPr>
          </a:p>
        </p:txBody>
      </p:sp>
      <p:sp>
        <p:nvSpPr>
          <p:cNvPr id="8" name="Rectangle 2">
            <a:extLst>
              <a:ext uri="{FF2B5EF4-FFF2-40B4-BE49-F238E27FC236}">
                <a16:creationId xmlns:a16="http://schemas.microsoft.com/office/drawing/2014/main" id="{0CB9502E-CF6E-45BB-A03A-67E3455E36AB}"/>
              </a:ext>
            </a:extLst>
          </p:cNvPr>
          <p:cNvSpPr txBox="1">
            <a:spLocks noChangeArrowheads="1"/>
          </p:cNvSpPr>
          <p:nvPr/>
        </p:nvSpPr>
        <p:spPr>
          <a:xfrm>
            <a:off x="379412" y="381000"/>
            <a:ext cx="10512862" cy="593726"/>
          </a:xfrm>
          <a:prstGeom prst="rect">
            <a:avLst/>
          </a:prstGeom>
        </p:spPr>
        <p:txBody>
          <a:bodyPr vert="horz" lIns="91440" tIns="45720" rIns="91440" bIns="45720" rtlCol="0" anchor="ctr">
            <a:normAutofit fontScale="90000" lnSpcReduction="10000"/>
          </a:bodyPr>
          <a:lstStyle>
            <a:lvl1pPr algn="l" defTabSz="914126" rtl="0" eaLnBrk="1" latinLnBrk="0" hangingPunct="1">
              <a:lnSpc>
                <a:spcPct val="90000"/>
              </a:lnSpc>
              <a:spcBef>
                <a:spcPct val="0"/>
              </a:spcBef>
              <a:buNone/>
              <a:defRPr sz="4399" kern="1200">
                <a:solidFill>
                  <a:schemeClr val="tx1"/>
                </a:solidFill>
                <a:latin typeface="+mj-lt"/>
                <a:ea typeface="+mj-ea"/>
                <a:cs typeface="+mj-cs"/>
              </a:defRPr>
            </a:lvl1pPr>
          </a:lstStyle>
          <a:p>
            <a:r>
              <a:rPr lang="en-US" b="1" dirty="0">
                <a:solidFill>
                  <a:srgbClr val="FF5050"/>
                </a:solidFill>
                <a:latin typeface="Times New Roman" panose="02020603050405020304" pitchFamily="18" charset="0"/>
                <a:cs typeface="Times New Roman" panose="02020603050405020304" pitchFamily="18" charset="0"/>
              </a:rPr>
              <a:t>Updating Data</a:t>
            </a:r>
            <a:endParaRPr lang="bg-BG" b="1" dirty="0">
              <a:solidFill>
                <a:srgbClr val="FF5050"/>
              </a:solidFill>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1649308056"/>
      </p:ext>
    </p:extLst>
  </p:cSld>
  <p:clrMapOvr>
    <a:masterClrMapping/>
  </p:clrMapOvr>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afterEffect">
                                  <p:stCondLst>
                                    <p:cond delay="0"/>
                                  </p:stCondLst>
                                  <p:childTnLst>
                                    <p:set>
                                      <p:cBhvr>
                                        <p:cTn id="6" dur="1" fill="hold">
                                          <p:stCondLst>
                                            <p:cond delay="0"/>
                                          </p:stCondLst>
                                        </p:cTn>
                                        <p:tgtEl>
                                          <p:spTgt spid="562180"/>
                                        </p:tgtEl>
                                        <p:attrNameLst>
                                          <p:attrName>style.visibility</p:attrName>
                                        </p:attrNameLst>
                                      </p:cBhvr>
                                      <p:to>
                                        <p:strVal val="visible"/>
                                      </p:to>
                                    </p:set>
                                    <p:animEffect transition="in" filter="fade">
                                      <p:cBhvr>
                                        <p:cTn id="7" dur="500"/>
                                        <p:tgtEl>
                                          <p:spTgt spid="562180"/>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grpId="0" nodeType="clickEffect">
                                  <p:stCondLst>
                                    <p:cond delay="0"/>
                                  </p:stCondLst>
                                  <p:childTnLst>
                                    <p:set>
                                      <p:cBhvr>
                                        <p:cTn id="11" dur="1" fill="hold">
                                          <p:stCondLst>
                                            <p:cond delay="0"/>
                                          </p:stCondLst>
                                        </p:cTn>
                                        <p:tgtEl>
                                          <p:spTgt spid="7"/>
                                        </p:tgtEl>
                                        <p:attrNameLst>
                                          <p:attrName>style.visibility</p:attrName>
                                        </p:attrNameLst>
                                      </p:cBhvr>
                                      <p:to>
                                        <p:strVal val="visible"/>
                                      </p:to>
                                    </p:set>
                                    <p:animEffect transition="in" filter="fade">
                                      <p:cBhvr>
                                        <p:cTn id="12" dur="500"/>
                                        <p:tgtEl>
                                          <p:spTgt spid="7"/>
                                        </p:tgtEl>
                                      </p:cBhvr>
                                    </p:animEffect>
                                  </p:childTnLst>
                                </p:cTn>
                              </p:par>
                            </p:childTnLst>
                          </p:cTn>
                        </p:par>
                      </p:childTnLst>
                    </p:cTn>
                  </p:par>
                  <p:par>
                    <p:cTn id="13" fill="hold">
                      <p:stCondLst>
                        <p:cond delay="indefinite"/>
                      </p:stCondLst>
                      <p:childTnLst>
                        <p:par>
                          <p:cTn id="14" fill="hold">
                            <p:stCondLst>
                              <p:cond delay="0"/>
                            </p:stCondLst>
                            <p:childTnLst>
                              <p:par>
                                <p:cTn id="15" presetID="10" presetClass="entr" presetSubtype="0" fill="hold" grpId="0" nodeType="clickEffect">
                                  <p:stCondLst>
                                    <p:cond delay="0"/>
                                  </p:stCondLst>
                                  <p:childTnLst>
                                    <p:set>
                                      <p:cBhvr>
                                        <p:cTn id="16" dur="1" fill="hold">
                                          <p:stCondLst>
                                            <p:cond delay="0"/>
                                          </p:stCondLst>
                                        </p:cTn>
                                        <p:tgtEl>
                                          <p:spTgt spid="6"/>
                                        </p:tgtEl>
                                        <p:attrNameLst>
                                          <p:attrName>style.visibility</p:attrName>
                                        </p:attrNameLst>
                                      </p:cBhvr>
                                      <p:to>
                                        <p:strVal val="visible"/>
                                      </p:to>
                                    </p:set>
                                    <p:animEffect transition="in" filter="fade">
                                      <p:cBhvr>
                                        <p:cTn id="17" dur="500"/>
                                        <p:tgtEl>
                                          <p:spTgt spid="6"/>
                                        </p:tgtEl>
                                      </p:cBhvr>
                                    </p:animEffect>
                                  </p:childTnLst>
                                </p:cTn>
                              </p:par>
                            </p:childTnLst>
                          </p:cTn>
                        </p:par>
                      </p:childTnLst>
                    </p:cTn>
                  </p:par>
                  <p:par>
                    <p:cTn id="18" fill="hold">
                      <p:stCondLst>
                        <p:cond delay="indefinite"/>
                      </p:stCondLst>
                      <p:childTnLst>
                        <p:par>
                          <p:cTn id="19" fill="hold">
                            <p:stCondLst>
                              <p:cond delay="0"/>
                            </p:stCondLst>
                            <p:childTnLst>
                              <p:par>
                                <p:cTn id="20" presetID="10" presetClass="entr" presetSubtype="0" fill="hold" nodeType="clickEffect">
                                  <p:stCondLst>
                                    <p:cond delay="0"/>
                                  </p:stCondLst>
                                  <p:childTnLst>
                                    <p:set>
                                      <p:cBhvr>
                                        <p:cTn id="21" dur="1" fill="hold">
                                          <p:stCondLst>
                                            <p:cond delay="0"/>
                                          </p:stCondLst>
                                        </p:cTn>
                                        <p:tgtEl>
                                          <p:spTgt spid="562179">
                                            <p:txEl>
                                              <p:pRg st="1" end="1"/>
                                            </p:txEl>
                                          </p:spTgt>
                                        </p:tgtEl>
                                        <p:attrNameLst>
                                          <p:attrName>style.visibility</p:attrName>
                                        </p:attrNameLst>
                                      </p:cBhvr>
                                      <p:to>
                                        <p:strVal val="visible"/>
                                      </p:to>
                                    </p:set>
                                    <p:animEffect transition="in" filter="fade">
                                      <p:cBhvr>
                                        <p:cTn id="22" dur="500"/>
                                        <p:tgtEl>
                                          <p:spTgt spid="562179">
                                            <p:txEl>
                                              <p:pRg st="1" end="1"/>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62180" grpId="0" animBg="1"/>
      <p:bldP spid="6" grpId="0" animBg="1"/>
      <p:bldP spid="7" grpId="0" animBg="1"/>
    </p:bldLst>
  </p:timing>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760412" y="1143000"/>
            <a:ext cx="10512862" cy="4351338"/>
          </a:xfrm>
        </p:spPr>
        <p:txBody>
          <a:bodyPr/>
          <a:lstStyle/>
          <a:p>
            <a:r>
              <a:rPr lang="en-US" dirty="0">
                <a:latin typeface="Segoe UI" panose="020B0502040204020203" pitchFamily="34" charset="0"/>
                <a:cs typeface="Segoe UI" panose="020B0502040204020203" pitchFamily="34" charset="0"/>
              </a:rPr>
              <a:t>Mark all unfinished Projects as being completed today</a:t>
            </a:r>
          </a:p>
          <a:p>
            <a:pPr lvl="1"/>
            <a:r>
              <a:rPr lang="en-US" dirty="0">
                <a:latin typeface="Segoe UI" panose="020B0502040204020203" pitchFamily="34" charset="0"/>
                <a:cs typeface="Segoe UI" panose="020B0502040204020203" pitchFamily="34" charset="0"/>
              </a:rPr>
              <a:t>Hint: Unfinished projects have their </a:t>
            </a:r>
            <a:r>
              <a:rPr lang="en-US" noProof="1">
                <a:latin typeface="Segoe UI" panose="020B0502040204020203" pitchFamily="34" charset="0"/>
                <a:cs typeface="Segoe UI" panose="020B0502040204020203" pitchFamily="34" charset="0"/>
              </a:rPr>
              <a:t>EndDate</a:t>
            </a:r>
            <a:r>
              <a:rPr lang="en-US" dirty="0">
                <a:latin typeface="Segoe UI" panose="020B0502040204020203" pitchFamily="34" charset="0"/>
                <a:cs typeface="Segoe UI" panose="020B0502040204020203" pitchFamily="34" charset="0"/>
              </a:rPr>
              <a:t> set to </a:t>
            </a:r>
            <a:r>
              <a:rPr lang="en-US" dirty="0">
                <a:solidFill>
                  <a:schemeClr val="accent1"/>
                </a:solidFill>
                <a:latin typeface="Segoe UI" panose="020B0502040204020203" pitchFamily="34" charset="0"/>
                <a:cs typeface="Segoe UI" panose="020B0502040204020203" pitchFamily="34" charset="0"/>
              </a:rPr>
              <a:t>NULL</a:t>
            </a:r>
          </a:p>
        </p:txBody>
      </p:sp>
      <p:graphicFrame>
        <p:nvGraphicFramePr>
          <p:cNvPr id="8" name="Group 5"/>
          <p:cNvGraphicFramePr>
            <a:graphicFrameLocks noGrp="1"/>
          </p:cNvGraphicFramePr>
          <p:nvPr>
            <p:extLst>
              <p:ext uri="{D42A27DB-BD31-4B8C-83A1-F6EECF244321}">
                <p14:modId xmlns:p14="http://schemas.microsoft.com/office/powerpoint/2010/main" val="3377619748"/>
              </p:ext>
            </p:extLst>
          </p:nvPr>
        </p:nvGraphicFramePr>
        <p:xfrm>
          <a:off x="1446544" y="2307463"/>
          <a:ext cx="3848100" cy="1962912"/>
        </p:xfrm>
        <a:graphic>
          <a:graphicData uri="http://schemas.openxmlformats.org/drawingml/2006/table">
            <a:tbl>
              <a:tblPr>
                <a:tableStyleId>{8A107856-5554-42FB-B03E-39F5DBC370BA}</a:tableStyleId>
              </a:tblPr>
              <a:tblGrid>
                <a:gridCol w="2392062">
                  <a:extLst>
                    <a:ext uri="{9D8B030D-6E8A-4147-A177-3AD203B41FA5}">
                      <a16:colId xmlns:a16="http://schemas.microsoft.com/office/drawing/2014/main" val="20000"/>
                    </a:ext>
                  </a:extLst>
                </a:gridCol>
                <a:gridCol w="1456038">
                  <a:extLst>
                    <a:ext uri="{9D8B030D-6E8A-4147-A177-3AD203B41FA5}">
                      <a16:colId xmlns:a16="http://schemas.microsoft.com/office/drawing/2014/main" val="20001"/>
                    </a:ext>
                  </a:extLst>
                </a:gridCol>
              </a:tblGrid>
              <a:tr h="438912">
                <a:tc>
                  <a:txBody>
                    <a:bodyPr/>
                    <a:lstStyle/>
                    <a:p>
                      <a:pPr marL="0" marR="0" lvl="0" indent="0" algn="l" defTabSz="914400" rtl="0" eaLnBrk="0" fontAlgn="base" latinLnBrk="0" hangingPunct="0">
                        <a:lnSpc>
                          <a:spcPct val="95000"/>
                        </a:lnSpc>
                        <a:spcBef>
                          <a:spcPct val="40000"/>
                        </a:spcBef>
                        <a:spcAft>
                          <a:spcPct val="0"/>
                        </a:spcAft>
                        <a:buClr>
                          <a:schemeClr val="tx1"/>
                        </a:buClr>
                        <a:buSzTx/>
                        <a:buFontTx/>
                        <a:buNone/>
                        <a:tabLst/>
                      </a:pPr>
                      <a:r>
                        <a:rPr kumimoji="1" lang="en-US" sz="2400" u="none" strike="noStrike" cap="none" normalizeH="0" baseline="0" noProof="1">
                          <a:ln>
                            <a:noFill/>
                          </a:ln>
                          <a:effectLst/>
                        </a:rPr>
                        <a:t>Name</a:t>
                      </a:r>
                      <a:endParaRPr kumimoji="1" lang="en-US" sz="2400" b="1" i="0" u="none" strike="noStrike" cap="none" normalizeH="0" baseline="0" noProof="1">
                        <a:ln>
                          <a:noFill/>
                        </a:ln>
                        <a:solidFill>
                          <a:srgbClr val="EBFFD2"/>
                        </a:solidFill>
                        <a:effectLst/>
                        <a:latin typeface="+mn-lt"/>
                      </a:endParaRPr>
                    </a:p>
                  </a:txBody>
                  <a:tcPr horzOverflow="overflow"/>
                </a:tc>
                <a:tc>
                  <a:txBody>
                    <a:bodyPr/>
                    <a:lstStyle/>
                    <a:p>
                      <a:pPr marL="0" marR="0" lvl="0" indent="0" algn="l" defTabSz="914400" rtl="0" eaLnBrk="0" fontAlgn="base" latinLnBrk="0" hangingPunct="0">
                        <a:lnSpc>
                          <a:spcPct val="95000"/>
                        </a:lnSpc>
                        <a:spcBef>
                          <a:spcPct val="40000"/>
                        </a:spcBef>
                        <a:spcAft>
                          <a:spcPct val="0"/>
                        </a:spcAft>
                        <a:buClr>
                          <a:schemeClr val="tx1"/>
                        </a:buClr>
                        <a:buSzTx/>
                        <a:buFontTx/>
                        <a:buNone/>
                        <a:tabLst/>
                      </a:pPr>
                      <a:r>
                        <a:rPr kumimoji="1" lang="en-US" sz="2400" u="none" strike="noStrike" cap="none" normalizeH="0" baseline="0" noProof="1">
                          <a:ln>
                            <a:noFill/>
                          </a:ln>
                          <a:effectLst/>
                        </a:rPr>
                        <a:t>EndDate</a:t>
                      </a:r>
                      <a:endParaRPr kumimoji="1" lang="en-US" sz="2400" b="1" i="0" u="none" strike="noStrike" cap="none" normalizeH="0" baseline="0" noProof="1">
                        <a:ln>
                          <a:noFill/>
                        </a:ln>
                        <a:solidFill>
                          <a:srgbClr val="EBFFD2"/>
                        </a:solidFill>
                        <a:effectLst/>
                        <a:latin typeface="+mn-lt"/>
                      </a:endParaRPr>
                    </a:p>
                  </a:txBody>
                  <a:tcPr horzOverflow="overflow"/>
                </a:tc>
                <a:extLst>
                  <a:ext uri="{0D108BD9-81ED-4DB2-BD59-A6C34878D82A}">
                    <a16:rowId xmlns:a16="http://schemas.microsoft.com/office/drawing/2014/main" val="10000"/>
                  </a:ext>
                </a:extLst>
              </a:tr>
              <a:tr h="381000">
                <a:tc>
                  <a:txBody>
                    <a:bodyPr/>
                    <a:lstStyle/>
                    <a:p>
                      <a:pPr marL="0" marR="0" lvl="0" indent="0" algn="l" defTabSz="914400" rtl="0" eaLnBrk="0" fontAlgn="base" latinLnBrk="0" hangingPunct="0">
                        <a:lnSpc>
                          <a:spcPct val="95000"/>
                        </a:lnSpc>
                        <a:spcBef>
                          <a:spcPct val="40000"/>
                        </a:spcBef>
                        <a:spcAft>
                          <a:spcPct val="0"/>
                        </a:spcAft>
                        <a:buClr>
                          <a:schemeClr val="tx1"/>
                        </a:buClr>
                        <a:buSzTx/>
                        <a:buFontTx/>
                        <a:buNone/>
                        <a:tabLst/>
                      </a:pPr>
                      <a:r>
                        <a:rPr kumimoji="1" lang="en-US" sz="2000" u="none" strike="noStrike" cap="none" normalizeH="0" baseline="0" dirty="0">
                          <a:ln>
                            <a:noFill/>
                          </a:ln>
                          <a:effectLst/>
                        </a:rPr>
                        <a:t>Classic Vest</a:t>
                      </a:r>
                      <a:endParaRPr kumimoji="1" lang="bg-BG" sz="2000" b="1" i="0" u="none" strike="noStrike" cap="none" normalizeH="0" baseline="0" dirty="0">
                        <a:ln>
                          <a:noFill/>
                        </a:ln>
                        <a:solidFill>
                          <a:srgbClr val="EBFFD2"/>
                        </a:solidFill>
                        <a:effectLst/>
                        <a:latin typeface="+mn-lt"/>
                      </a:endParaRPr>
                    </a:p>
                  </a:txBody>
                  <a:tcPr horzOverflow="overflow"/>
                </a:tc>
                <a:tc>
                  <a:txBody>
                    <a:bodyPr/>
                    <a:lstStyle/>
                    <a:p>
                      <a:pPr marL="0" marR="0" lvl="0" indent="0" algn="l" defTabSz="914400" rtl="0" eaLnBrk="0" fontAlgn="base" latinLnBrk="0" hangingPunct="0">
                        <a:lnSpc>
                          <a:spcPct val="95000"/>
                        </a:lnSpc>
                        <a:spcBef>
                          <a:spcPct val="40000"/>
                        </a:spcBef>
                        <a:spcAft>
                          <a:spcPct val="0"/>
                        </a:spcAft>
                        <a:buClr>
                          <a:schemeClr val="tx1"/>
                        </a:buClr>
                        <a:buSzTx/>
                        <a:buFontTx/>
                        <a:buNone/>
                        <a:tabLst/>
                      </a:pPr>
                      <a:r>
                        <a:rPr kumimoji="1" lang="en-US" sz="2000" u="none" strike="noStrike" cap="none" normalizeH="0" baseline="0" dirty="0">
                          <a:ln>
                            <a:noFill/>
                          </a:ln>
                          <a:effectLst/>
                        </a:rPr>
                        <a:t>NULL</a:t>
                      </a:r>
                      <a:endParaRPr kumimoji="1" lang="bg-BG" sz="2000" b="1" i="0" u="none" strike="noStrike" cap="none" normalizeH="0" baseline="0" dirty="0">
                        <a:ln>
                          <a:noFill/>
                        </a:ln>
                        <a:solidFill>
                          <a:srgbClr val="EBFFD2"/>
                        </a:solidFill>
                        <a:effectLst/>
                        <a:latin typeface="+mn-lt"/>
                      </a:endParaRPr>
                    </a:p>
                  </a:txBody>
                  <a:tcPr horzOverflow="overflow"/>
                </a:tc>
                <a:extLst>
                  <a:ext uri="{0D108BD9-81ED-4DB2-BD59-A6C34878D82A}">
                    <a16:rowId xmlns:a16="http://schemas.microsoft.com/office/drawing/2014/main" val="10001"/>
                  </a:ext>
                </a:extLst>
              </a:tr>
              <a:tr h="381000">
                <a:tc>
                  <a:txBody>
                    <a:bodyPr/>
                    <a:lstStyle/>
                    <a:p>
                      <a:pPr marL="0" marR="0" lvl="0" indent="0" algn="l" defTabSz="914400" rtl="0" eaLnBrk="0" fontAlgn="base" latinLnBrk="0" hangingPunct="0">
                        <a:lnSpc>
                          <a:spcPct val="95000"/>
                        </a:lnSpc>
                        <a:spcBef>
                          <a:spcPct val="40000"/>
                        </a:spcBef>
                        <a:spcAft>
                          <a:spcPct val="0"/>
                        </a:spcAft>
                        <a:buClr>
                          <a:schemeClr val="tx1"/>
                        </a:buClr>
                        <a:buSzTx/>
                        <a:buFontTx/>
                        <a:buNone/>
                        <a:tabLst/>
                      </a:pPr>
                      <a:r>
                        <a:rPr kumimoji="1" lang="en-US" sz="2000" u="none" strike="noStrike" cap="none" normalizeH="0" baseline="0" dirty="0">
                          <a:ln>
                            <a:noFill/>
                          </a:ln>
                          <a:effectLst/>
                        </a:rPr>
                        <a:t>HL Touring Frame</a:t>
                      </a:r>
                      <a:endParaRPr kumimoji="1" lang="bg-BG" sz="2000" b="1" i="0" u="none" strike="noStrike" cap="none" normalizeH="0" baseline="0" dirty="0">
                        <a:ln>
                          <a:noFill/>
                        </a:ln>
                        <a:solidFill>
                          <a:srgbClr val="EBFFD2"/>
                        </a:solidFill>
                        <a:effectLst/>
                        <a:latin typeface="+mn-lt"/>
                      </a:endParaRPr>
                    </a:p>
                  </a:txBody>
                  <a:tcPr horzOverflow="overflow"/>
                </a:tc>
                <a:tc>
                  <a:txBody>
                    <a:bodyPr/>
                    <a:lstStyle/>
                    <a:p>
                      <a:pPr marL="0" marR="0" lvl="0" indent="0" algn="l" defTabSz="914400" rtl="0" eaLnBrk="0" fontAlgn="base" latinLnBrk="0" hangingPunct="0">
                        <a:lnSpc>
                          <a:spcPct val="95000"/>
                        </a:lnSpc>
                        <a:spcBef>
                          <a:spcPct val="40000"/>
                        </a:spcBef>
                        <a:spcAft>
                          <a:spcPct val="0"/>
                        </a:spcAft>
                        <a:buClr>
                          <a:schemeClr val="tx1"/>
                        </a:buClr>
                        <a:buSzTx/>
                        <a:buFontTx/>
                        <a:buNone/>
                        <a:tabLst/>
                      </a:pPr>
                      <a:r>
                        <a:rPr kumimoji="1" lang="en-US" sz="2000" u="none" strike="noStrike" cap="none" normalizeH="0" baseline="0" dirty="0">
                          <a:ln>
                            <a:noFill/>
                          </a:ln>
                          <a:effectLst/>
                        </a:rPr>
                        <a:t>NULL</a:t>
                      </a:r>
                      <a:endParaRPr kumimoji="1" lang="bg-BG" sz="2000" b="1" i="0" u="none" strike="noStrike" cap="none" normalizeH="0" baseline="0" dirty="0">
                        <a:ln>
                          <a:noFill/>
                        </a:ln>
                        <a:solidFill>
                          <a:srgbClr val="EBFFD2"/>
                        </a:solidFill>
                        <a:effectLst/>
                        <a:latin typeface="+mn-lt"/>
                      </a:endParaRPr>
                    </a:p>
                  </a:txBody>
                  <a:tcPr horzOverflow="overflow"/>
                </a:tc>
                <a:extLst>
                  <a:ext uri="{0D108BD9-81ED-4DB2-BD59-A6C34878D82A}">
                    <a16:rowId xmlns:a16="http://schemas.microsoft.com/office/drawing/2014/main" val="10002"/>
                  </a:ext>
                </a:extLst>
              </a:tr>
              <a:tr h="381000">
                <a:tc>
                  <a:txBody>
                    <a:bodyPr/>
                    <a:lstStyle/>
                    <a:p>
                      <a:pPr marL="0" marR="0" lvl="0" indent="0" algn="l" defTabSz="914400" rtl="0" eaLnBrk="0" fontAlgn="base" latinLnBrk="0" hangingPunct="0">
                        <a:lnSpc>
                          <a:spcPct val="95000"/>
                        </a:lnSpc>
                        <a:spcBef>
                          <a:spcPct val="40000"/>
                        </a:spcBef>
                        <a:spcAft>
                          <a:spcPct val="0"/>
                        </a:spcAft>
                        <a:buClr>
                          <a:schemeClr val="tx1"/>
                        </a:buClr>
                        <a:buSzTx/>
                        <a:buFontTx/>
                        <a:buNone/>
                        <a:tabLst/>
                      </a:pPr>
                      <a:r>
                        <a:rPr kumimoji="1" lang="en-US" sz="2000" u="none" strike="noStrike" cap="none" normalizeH="0" baseline="0" dirty="0">
                          <a:ln>
                            <a:noFill/>
                          </a:ln>
                          <a:effectLst/>
                        </a:rPr>
                        <a:t>LL Touring Frame</a:t>
                      </a:r>
                      <a:endParaRPr kumimoji="1" lang="bg-BG" sz="2000" b="1" i="0" u="none" strike="noStrike" cap="none" normalizeH="0" baseline="0" dirty="0">
                        <a:ln>
                          <a:noFill/>
                        </a:ln>
                        <a:solidFill>
                          <a:srgbClr val="EBFFD2"/>
                        </a:solidFill>
                        <a:effectLst/>
                        <a:latin typeface="+mn-lt"/>
                      </a:endParaRPr>
                    </a:p>
                  </a:txBody>
                  <a:tcPr horzOverflow="overflow"/>
                </a:tc>
                <a:tc>
                  <a:txBody>
                    <a:bodyPr/>
                    <a:lstStyle/>
                    <a:p>
                      <a:pPr marL="0" marR="0" lvl="0" indent="0" algn="l" defTabSz="914400" rtl="0" eaLnBrk="0" fontAlgn="base" latinLnBrk="0" hangingPunct="0">
                        <a:lnSpc>
                          <a:spcPct val="95000"/>
                        </a:lnSpc>
                        <a:spcBef>
                          <a:spcPct val="40000"/>
                        </a:spcBef>
                        <a:spcAft>
                          <a:spcPct val="0"/>
                        </a:spcAft>
                        <a:buClr>
                          <a:schemeClr val="tx1"/>
                        </a:buClr>
                        <a:buSzTx/>
                        <a:buFontTx/>
                        <a:buNone/>
                        <a:tabLst/>
                      </a:pPr>
                      <a:r>
                        <a:rPr kumimoji="1" lang="en-US" sz="2000" u="none" strike="noStrike" cap="none" normalizeH="0" baseline="0" dirty="0">
                          <a:ln>
                            <a:noFill/>
                          </a:ln>
                          <a:effectLst/>
                        </a:rPr>
                        <a:t>NULL</a:t>
                      </a:r>
                      <a:endParaRPr kumimoji="1" lang="bg-BG" sz="2000" b="1" i="0" u="none" strike="noStrike" cap="none" normalizeH="0" baseline="0" dirty="0">
                        <a:ln>
                          <a:noFill/>
                        </a:ln>
                        <a:solidFill>
                          <a:srgbClr val="EBFFD2"/>
                        </a:solidFill>
                        <a:effectLst/>
                        <a:latin typeface="+mn-lt"/>
                      </a:endParaRPr>
                    </a:p>
                  </a:txBody>
                  <a:tcPr horzOverflow="overflow"/>
                </a:tc>
                <a:extLst>
                  <a:ext uri="{0D108BD9-81ED-4DB2-BD59-A6C34878D82A}">
                    <a16:rowId xmlns:a16="http://schemas.microsoft.com/office/drawing/2014/main" val="10003"/>
                  </a:ext>
                </a:extLst>
              </a:tr>
              <a:tr h="381000">
                <a:tc>
                  <a:txBody>
                    <a:bodyPr/>
                    <a:lstStyle/>
                    <a:p>
                      <a:pPr marL="0" marR="0" lvl="0" indent="0" algn="l" defTabSz="914400" rtl="0" eaLnBrk="0" fontAlgn="base" latinLnBrk="0" hangingPunct="0">
                        <a:lnSpc>
                          <a:spcPct val="95000"/>
                        </a:lnSpc>
                        <a:spcBef>
                          <a:spcPct val="40000"/>
                        </a:spcBef>
                        <a:spcAft>
                          <a:spcPct val="0"/>
                        </a:spcAft>
                        <a:buClr>
                          <a:schemeClr val="tx1"/>
                        </a:buClr>
                        <a:buSzTx/>
                        <a:buFontTx/>
                        <a:buNone/>
                        <a:tabLst/>
                      </a:pPr>
                      <a:r>
                        <a:rPr kumimoji="1" lang="en-US" sz="2000" u="none" strike="noStrike" cap="none" normalizeH="0" baseline="0" dirty="0">
                          <a:ln>
                            <a:noFill/>
                          </a:ln>
                          <a:effectLst/>
                        </a:rPr>
                        <a:t>…</a:t>
                      </a:r>
                      <a:endParaRPr kumimoji="1" lang="bg-BG" sz="2000" b="1" i="0" u="none" strike="noStrike" cap="none" normalizeH="0" baseline="0" dirty="0">
                        <a:ln>
                          <a:noFill/>
                        </a:ln>
                        <a:solidFill>
                          <a:srgbClr val="EBFFD2"/>
                        </a:solidFill>
                        <a:effectLst/>
                        <a:latin typeface="+mn-lt"/>
                      </a:endParaRPr>
                    </a:p>
                  </a:txBody>
                  <a:tcPr horzOverflow="overflow"/>
                </a:tc>
                <a:tc>
                  <a:txBody>
                    <a:bodyPr/>
                    <a:lstStyle/>
                    <a:p>
                      <a:pPr marL="0" marR="0" lvl="0" indent="0" algn="l" defTabSz="914400" rtl="0" eaLnBrk="0" fontAlgn="base" latinLnBrk="0" hangingPunct="0">
                        <a:lnSpc>
                          <a:spcPct val="95000"/>
                        </a:lnSpc>
                        <a:spcBef>
                          <a:spcPct val="40000"/>
                        </a:spcBef>
                        <a:spcAft>
                          <a:spcPct val="0"/>
                        </a:spcAft>
                        <a:buClr>
                          <a:schemeClr val="tx1"/>
                        </a:buClr>
                        <a:buSzTx/>
                        <a:buFontTx/>
                        <a:buNone/>
                        <a:tabLst/>
                      </a:pPr>
                      <a:r>
                        <a:rPr kumimoji="1" lang="en-US" sz="2000" u="none" strike="noStrike" cap="none" normalizeH="0" baseline="0" dirty="0">
                          <a:ln>
                            <a:noFill/>
                          </a:ln>
                          <a:effectLst/>
                        </a:rPr>
                        <a:t>…</a:t>
                      </a:r>
                      <a:endParaRPr kumimoji="1" lang="bg-BG" sz="2000" b="1" i="0" u="none" strike="noStrike" cap="none" normalizeH="0" baseline="0" dirty="0">
                        <a:ln>
                          <a:noFill/>
                        </a:ln>
                        <a:solidFill>
                          <a:srgbClr val="EBFFD2"/>
                        </a:solidFill>
                        <a:effectLst/>
                        <a:latin typeface="+mn-lt"/>
                      </a:endParaRPr>
                    </a:p>
                  </a:txBody>
                  <a:tcPr horzOverflow="overflow"/>
                </a:tc>
                <a:extLst>
                  <a:ext uri="{0D108BD9-81ED-4DB2-BD59-A6C34878D82A}">
                    <a16:rowId xmlns:a16="http://schemas.microsoft.com/office/drawing/2014/main" val="10004"/>
                  </a:ext>
                </a:extLst>
              </a:tr>
            </a:tbl>
          </a:graphicData>
        </a:graphic>
      </p:graphicFrame>
      <p:graphicFrame>
        <p:nvGraphicFramePr>
          <p:cNvPr id="9" name="Group 5"/>
          <p:cNvGraphicFramePr>
            <a:graphicFrameLocks noGrp="1"/>
          </p:cNvGraphicFramePr>
          <p:nvPr>
            <p:extLst>
              <p:ext uri="{D42A27DB-BD31-4B8C-83A1-F6EECF244321}">
                <p14:modId xmlns:p14="http://schemas.microsoft.com/office/powerpoint/2010/main" val="2086518214"/>
              </p:ext>
            </p:extLst>
          </p:nvPr>
        </p:nvGraphicFramePr>
        <p:xfrm>
          <a:off x="6512142" y="2307463"/>
          <a:ext cx="3848100" cy="1962912"/>
        </p:xfrm>
        <a:graphic>
          <a:graphicData uri="http://schemas.openxmlformats.org/drawingml/2006/table">
            <a:tbl>
              <a:tblPr>
                <a:tableStyleId>{8A107856-5554-42FB-B03E-39F5DBC370BA}</a:tableStyleId>
              </a:tblPr>
              <a:tblGrid>
                <a:gridCol w="2392062">
                  <a:extLst>
                    <a:ext uri="{9D8B030D-6E8A-4147-A177-3AD203B41FA5}">
                      <a16:colId xmlns:a16="http://schemas.microsoft.com/office/drawing/2014/main" val="20000"/>
                    </a:ext>
                  </a:extLst>
                </a:gridCol>
                <a:gridCol w="1456038">
                  <a:extLst>
                    <a:ext uri="{9D8B030D-6E8A-4147-A177-3AD203B41FA5}">
                      <a16:colId xmlns:a16="http://schemas.microsoft.com/office/drawing/2014/main" val="20001"/>
                    </a:ext>
                  </a:extLst>
                </a:gridCol>
              </a:tblGrid>
              <a:tr h="438912">
                <a:tc>
                  <a:txBody>
                    <a:bodyPr/>
                    <a:lstStyle/>
                    <a:p>
                      <a:pPr marL="0" marR="0" lvl="0" indent="0" algn="l" defTabSz="914400" rtl="0" eaLnBrk="0" fontAlgn="base" latinLnBrk="0" hangingPunct="0">
                        <a:lnSpc>
                          <a:spcPct val="95000"/>
                        </a:lnSpc>
                        <a:spcBef>
                          <a:spcPct val="40000"/>
                        </a:spcBef>
                        <a:spcAft>
                          <a:spcPct val="0"/>
                        </a:spcAft>
                        <a:buClr>
                          <a:schemeClr val="tx1"/>
                        </a:buClr>
                        <a:buSzTx/>
                        <a:buFontTx/>
                        <a:buNone/>
                        <a:tabLst/>
                      </a:pPr>
                      <a:r>
                        <a:rPr kumimoji="1" lang="en-US" sz="2400" u="none" strike="noStrike" cap="none" normalizeH="0" baseline="0" noProof="1">
                          <a:ln>
                            <a:noFill/>
                          </a:ln>
                          <a:effectLst/>
                        </a:rPr>
                        <a:t>Name</a:t>
                      </a:r>
                      <a:endParaRPr kumimoji="1" lang="en-US" sz="2400" b="1" i="0" u="none" strike="noStrike" cap="none" normalizeH="0" baseline="0" noProof="1">
                        <a:ln>
                          <a:noFill/>
                        </a:ln>
                        <a:solidFill>
                          <a:srgbClr val="EBFFD2"/>
                        </a:solidFill>
                        <a:effectLst/>
                        <a:latin typeface="+mn-lt"/>
                      </a:endParaRPr>
                    </a:p>
                  </a:txBody>
                  <a:tcPr horzOverflow="overflow"/>
                </a:tc>
                <a:tc>
                  <a:txBody>
                    <a:bodyPr/>
                    <a:lstStyle/>
                    <a:p>
                      <a:pPr marL="0" marR="0" lvl="0" indent="0" algn="l" defTabSz="914400" rtl="0" eaLnBrk="0" fontAlgn="base" latinLnBrk="0" hangingPunct="0">
                        <a:lnSpc>
                          <a:spcPct val="95000"/>
                        </a:lnSpc>
                        <a:spcBef>
                          <a:spcPct val="40000"/>
                        </a:spcBef>
                        <a:spcAft>
                          <a:spcPct val="0"/>
                        </a:spcAft>
                        <a:buClr>
                          <a:schemeClr val="tx1"/>
                        </a:buClr>
                        <a:buSzTx/>
                        <a:buFontTx/>
                        <a:buNone/>
                        <a:tabLst/>
                      </a:pPr>
                      <a:r>
                        <a:rPr kumimoji="1" lang="en-US" sz="2400" u="none" strike="noStrike" cap="none" normalizeH="0" baseline="0" noProof="1">
                          <a:ln>
                            <a:noFill/>
                          </a:ln>
                          <a:effectLst/>
                        </a:rPr>
                        <a:t>EndDate</a:t>
                      </a:r>
                      <a:endParaRPr kumimoji="1" lang="en-US" sz="2400" b="1" i="0" u="none" strike="noStrike" cap="none" normalizeH="0" baseline="0" noProof="1">
                        <a:ln>
                          <a:noFill/>
                        </a:ln>
                        <a:solidFill>
                          <a:srgbClr val="EBFFD2"/>
                        </a:solidFill>
                        <a:effectLst/>
                        <a:latin typeface="+mn-lt"/>
                      </a:endParaRPr>
                    </a:p>
                  </a:txBody>
                  <a:tcPr horzOverflow="overflow"/>
                </a:tc>
                <a:extLst>
                  <a:ext uri="{0D108BD9-81ED-4DB2-BD59-A6C34878D82A}">
                    <a16:rowId xmlns:a16="http://schemas.microsoft.com/office/drawing/2014/main" val="10000"/>
                  </a:ext>
                </a:extLst>
              </a:tr>
              <a:tr h="381000">
                <a:tc>
                  <a:txBody>
                    <a:bodyPr/>
                    <a:lstStyle/>
                    <a:p>
                      <a:pPr marL="0" marR="0" lvl="0" indent="0" algn="l" defTabSz="914400" rtl="0" eaLnBrk="0" fontAlgn="base" latinLnBrk="0" hangingPunct="0">
                        <a:lnSpc>
                          <a:spcPct val="95000"/>
                        </a:lnSpc>
                        <a:spcBef>
                          <a:spcPct val="40000"/>
                        </a:spcBef>
                        <a:spcAft>
                          <a:spcPct val="0"/>
                        </a:spcAft>
                        <a:buClr>
                          <a:schemeClr val="tx1"/>
                        </a:buClr>
                        <a:buSzTx/>
                        <a:buFontTx/>
                        <a:buNone/>
                        <a:tabLst/>
                      </a:pPr>
                      <a:r>
                        <a:rPr kumimoji="1" lang="en-US" sz="2000" u="none" strike="noStrike" cap="none" normalizeH="0" baseline="0" dirty="0">
                          <a:ln>
                            <a:noFill/>
                          </a:ln>
                          <a:effectLst/>
                        </a:rPr>
                        <a:t>Classic Vest</a:t>
                      </a:r>
                      <a:endParaRPr kumimoji="1" lang="bg-BG" sz="2000" b="1" i="0" u="none" strike="noStrike" cap="none" normalizeH="0" baseline="0" dirty="0">
                        <a:ln>
                          <a:noFill/>
                        </a:ln>
                        <a:solidFill>
                          <a:srgbClr val="EBFFD2"/>
                        </a:solidFill>
                        <a:effectLst/>
                        <a:latin typeface="+mn-lt"/>
                      </a:endParaRPr>
                    </a:p>
                  </a:txBody>
                  <a:tcPr horzOverflow="overflow"/>
                </a:tc>
                <a:tc>
                  <a:txBody>
                    <a:bodyPr/>
                    <a:lstStyle/>
                    <a:p>
                      <a:pPr marL="0" marR="0" lvl="0" indent="0" algn="l" defTabSz="914400" rtl="0" eaLnBrk="0" fontAlgn="base" latinLnBrk="0" hangingPunct="0">
                        <a:lnSpc>
                          <a:spcPct val="95000"/>
                        </a:lnSpc>
                        <a:spcBef>
                          <a:spcPct val="40000"/>
                        </a:spcBef>
                        <a:spcAft>
                          <a:spcPct val="0"/>
                        </a:spcAft>
                        <a:buClr>
                          <a:schemeClr val="tx1"/>
                        </a:buClr>
                        <a:buSzTx/>
                        <a:buFontTx/>
                        <a:buNone/>
                        <a:tabLst/>
                      </a:pPr>
                      <a:r>
                        <a:rPr kumimoji="1" lang="en-US" sz="2000" u="none" strike="noStrike" cap="none" normalizeH="0" baseline="0" dirty="0">
                          <a:ln>
                            <a:noFill/>
                          </a:ln>
                          <a:effectLst/>
                        </a:rPr>
                        <a:t>2017-01-23</a:t>
                      </a:r>
                      <a:endParaRPr kumimoji="1" lang="bg-BG" sz="2000" b="1" i="0" u="none" strike="noStrike" cap="none" normalizeH="0" baseline="0" dirty="0">
                        <a:ln>
                          <a:noFill/>
                        </a:ln>
                        <a:solidFill>
                          <a:srgbClr val="EBFFD2"/>
                        </a:solidFill>
                        <a:effectLst/>
                        <a:latin typeface="+mn-lt"/>
                      </a:endParaRPr>
                    </a:p>
                  </a:txBody>
                  <a:tcPr horzOverflow="overflow"/>
                </a:tc>
                <a:extLst>
                  <a:ext uri="{0D108BD9-81ED-4DB2-BD59-A6C34878D82A}">
                    <a16:rowId xmlns:a16="http://schemas.microsoft.com/office/drawing/2014/main" val="10001"/>
                  </a:ext>
                </a:extLst>
              </a:tr>
              <a:tr h="381000">
                <a:tc>
                  <a:txBody>
                    <a:bodyPr/>
                    <a:lstStyle/>
                    <a:p>
                      <a:pPr marL="0" marR="0" lvl="0" indent="0" algn="l" defTabSz="914400" rtl="0" eaLnBrk="0" fontAlgn="base" latinLnBrk="0" hangingPunct="0">
                        <a:lnSpc>
                          <a:spcPct val="95000"/>
                        </a:lnSpc>
                        <a:spcBef>
                          <a:spcPct val="40000"/>
                        </a:spcBef>
                        <a:spcAft>
                          <a:spcPct val="0"/>
                        </a:spcAft>
                        <a:buClr>
                          <a:schemeClr val="tx1"/>
                        </a:buClr>
                        <a:buSzTx/>
                        <a:buFontTx/>
                        <a:buNone/>
                        <a:tabLst/>
                      </a:pPr>
                      <a:r>
                        <a:rPr kumimoji="1" lang="en-US" sz="2000" u="none" strike="noStrike" cap="none" normalizeH="0" baseline="0" dirty="0">
                          <a:ln>
                            <a:noFill/>
                          </a:ln>
                          <a:effectLst/>
                        </a:rPr>
                        <a:t>HL Touring Frame</a:t>
                      </a:r>
                      <a:endParaRPr kumimoji="1" lang="bg-BG" sz="2000" b="1" i="0" u="none" strike="noStrike" cap="none" normalizeH="0" baseline="0" dirty="0">
                        <a:ln>
                          <a:noFill/>
                        </a:ln>
                        <a:solidFill>
                          <a:srgbClr val="EBFFD2"/>
                        </a:solidFill>
                        <a:effectLst/>
                        <a:latin typeface="+mn-lt"/>
                      </a:endParaRPr>
                    </a:p>
                  </a:txBody>
                  <a:tcPr horzOverflow="overflow"/>
                </a:tc>
                <a:tc>
                  <a:txBody>
                    <a:bodyPr/>
                    <a:lstStyle/>
                    <a:p>
                      <a:pPr marL="0" marR="0" lvl="0" indent="0" algn="l" defTabSz="914400" rtl="0" eaLnBrk="0" fontAlgn="base" latinLnBrk="0" hangingPunct="0">
                        <a:lnSpc>
                          <a:spcPct val="95000"/>
                        </a:lnSpc>
                        <a:spcBef>
                          <a:spcPct val="40000"/>
                        </a:spcBef>
                        <a:spcAft>
                          <a:spcPct val="0"/>
                        </a:spcAft>
                        <a:buClr>
                          <a:schemeClr val="tx1"/>
                        </a:buClr>
                        <a:buSzTx/>
                        <a:buFontTx/>
                        <a:buNone/>
                        <a:tabLst/>
                        <a:defRPr/>
                      </a:pPr>
                      <a:r>
                        <a:rPr kumimoji="1" lang="en-US" sz="2000" u="none" strike="noStrike" cap="none" normalizeH="0" baseline="0" dirty="0">
                          <a:ln>
                            <a:noFill/>
                          </a:ln>
                          <a:effectLst/>
                        </a:rPr>
                        <a:t>2017-01-23</a:t>
                      </a:r>
                      <a:endParaRPr kumimoji="1" lang="bg-BG" sz="2000" b="1" i="0" u="none" strike="noStrike" cap="none" normalizeH="0" baseline="0" dirty="0">
                        <a:ln>
                          <a:noFill/>
                        </a:ln>
                        <a:solidFill>
                          <a:srgbClr val="EBFFD2"/>
                        </a:solidFill>
                        <a:effectLst/>
                        <a:latin typeface="+mn-lt"/>
                      </a:endParaRPr>
                    </a:p>
                  </a:txBody>
                  <a:tcPr horzOverflow="overflow"/>
                </a:tc>
                <a:extLst>
                  <a:ext uri="{0D108BD9-81ED-4DB2-BD59-A6C34878D82A}">
                    <a16:rowId xmlns:a16="http://schemas.microsoft.com/office/drawing/2014/main" val="10002"/>
                  </a:ext>
                </a:extLst>
              </a:tr>
              <a:tr h="381000">
                <a:tc>
                  <a:txBody>
                    <a:bodyPr/>
                    <a:lstStyle/>
                    <a:p>
                      <a:pPr marL="0" marR="0" lvl="0" indent="0" algn="l" defTabSz="914400" rtl="0" eaLnBrk="0" fontAlgn="base" latinLnBrk="0" hangingPunct="0">
                        <a:lnSpc>
                          <a:spcPct val="95000"/>
                        </a:lnSpc>
                        <a:spcBef>
                          <a:spcPct val="40000"/>
                        </a:spcBef>
                        <a:spcAft>
                          <a:spcPct val="0"/>
                        </a:spcAft>
                        <a:buClr>
                          <a:schemeClr val="tx1"/>
                        </a:buClr>
                        <a:buSzTx/>
                        <a:buFontTx/>
                        <a:buNone/>
                        <a:tabLst/>
                      </a:pPr>
                      <a:r>
                        <a:rPr kumimoji="1" lang="en-US" sz="2000" u="none" strike="noStrike" cap="none" normalizeH="0" baseline="0" dirty="0">
                          <a:ln>
                            <a:noFill/>
                          </a:ln>
                          <a:effectLst/>
                        </a:rPr>
                        <a:t>LL Touring Frame</a:t>
                      </a:r>
                      <a:endParaRPr kumimoji="1" lang="bg-BG" sz="2000" b="1" i="0" u="none" strike="noStrike" cap="none" normalizeH="0" baseline="0" dirty="0">
                        <a:ln>
                          <a:noFill/>
                        </a:ln>
                        <a:solidFill>
                          <a:srgbClr val="EBFFD2"/>
                        </a:solidFill>
                        <a:effectLst/>
                        <a:latin typeface="+mn-lt"/>
                      </a:endParaRPr>
                    </a:p>
                  </a:txBody>
                  <a:tcPr horzOverflow="overflow"/>
                </a:tc>
                <a:tc>
                  <a:txBody>
                    <a:bodyPr/>
                    <a:lstStyle/>
                    <a:p>
                      <a:pPr marL="0" marR="0" lvl="0" indent="0" algn="l" defTabSz="914400" rtl="0" eaLnBrk="0" fontAlgn="base" latinLnBrk="0" hangingPunct="0">
                        <a:lnSpc>
                          <a:spcPct val="95000"/>
                        </a:lnSpc>
                        <a:spcBef>
                          <a:spcPct val="40000"/>
                        </a:spcBef>
                        <a:spcAft>
                          <a:spcPct val="0"/>
                        </a:spcAft>
                        <a:buClr>
                          <a:schemeClr val="tx1"/>
                        </a:buClr>
                        <a:buSzTx/>
                        <a:buFontTx/>
                        <a:buNone/>
                        <a:tabLst/>
                        <a:defRPr/>
                      </a:pPr>
                      <a:r>
                        <a:rPr kumimoji="1" lang="en-US" sz="2000" u="none" strike="noStrike" cap="none" normalizeH="0" baseline="0" dirty="0">
                          <a:ln>
                            <a:noFill/>
                          </a:ln>
                          <a:effectLst/>
                        </a:rPr>
                        <a:t>2017-01-23</a:t>
                      </a:r>
                      <a:endParaRPr kumimoji="1" lang="bg-BG" sz="2000" b="1" i="0" u="none" strike="noStrike" cap="none" normalizeH="0" baseline="0" dirty="0">
                        <a:ln>
                          <a:noFill/>
                        </a:ln>
                        <a:solidFill>
                          <a:srgbClr val="EBFFD2"/>
                        </a:solidFill>
                        <a:effectLst/>
                        <a:latin typeface="+mn-lt"/>
                      </a:endParaRPr>
                    </a:p>
                  </a:txBody>
                  <a:tcPr horzOverflow="overflow"/>
                </a:tc>
                <a:extLst>
                  <a:ext uri="{0D108BD9-81ED-4DB2-BD59-A6C34878D82A}">
                    <a16:rowId xmlns:a16="http://schemas.microsoft.com/office/drawing/2014/main" val="10003"/>
                  </a:ext>
                </a:extLst>
              </a:tr>
              <a:tr h="381000">
                <a:tc>
                  <a:txBody>
                    <a:bodyPr/>
                    <a:lstStyle/>
                    <a:p>
                      <a:pPr marL="0" marR="0" lvl="0" indent="0" algn="l" defTabSz="914400" rtl="0" eaLnBrk="0" fontAlgn="base" latinLnBrk="0" hangingPunct="0">
                        <a:lnSpc>
                          <a:spcPct val="95000"/>
                        </a:lnSpc>
                        <a:spcBef>
                          <a:spcPct val="40000"/>
                        </a:spcBef>
                        <a:spcAft>
                          <a:spcPct val="0"/>
                        </a:spcAft>
                        <a:buClr>
                          <a:schemeClr val="tx1"/>
                        </a:buClr>
                        <a:buSzTx/>
                        <a:buFontTx/>
                        <a:buNone/>
                        <a:tabLst/>
                      </a:pPr>
                      <a:r>
                        <a:rPr kumimoji="1" lang="en-US" sz="2000" u="none" strike="noStrike" cap="none" normalizeH="0" baseline="0" dirty="0">
                          <a:ln>
                            <a:noFill/>
                          </a:ln>
                          <a:effectLst/>
                        </a:rPr>
                        <a:t>…</a:t>
                      </a:r>
                      <a:endParaRPr kumimoji="1" lang="bg-BG" sz="2000" b="1" i="0" u="none" strike="noStrike" cap="none" normalizeH="0" baseline="0" dirty="0">
                        <a:ln>
                          <a:noFill/>
                        </a:ln>
                        <a:solidFill>
                          <a:srgbClr val="EBFFD2"/>
                        </a:solidFill>
                        <a:effectLst/>
                        <a:latin typeface="+mn-lt"/>
                      </a:endParaRPr>
                    </a:p>
                  </a:txBody>
                  <a:tcPr horzOverflow="overflow"/>
                </a:tc>
                <a:tc>
                  <a:txBody>
                    <a:bodyPr/>
                    <a:lstStyle/>
                    <a:p>
                      <a:pPr marL="0" marR="0" lvl="0" indent="0" algn="l" defTabSz="914400" rtl="0" eaLnBrk="0" fontAlgn="base" latinLnBrk="0" hangingPunct="0">
                        <a:lnSpc>
                          <a:spcPct val="95000"/>
                        </a:lnSpc>
                        <a:spcBef>
                          <a:spcPct val="40000"/>
                        </a:spcBef>
                        <a:spcAft>
                          <a:spcPct val="0"/>
                        </a:spcAft>
                        <a:buClr>
                          <a:schemeClr val="tx1"/>
                        </a:buClr>
                        <a:buSzTx/>
                        <a:buFontTx/>
                        <a:buNone/>
                        <a:tabLst/>
                      </a:pPr>
                      <a:r>
                        <a:rPr kumimoji="1" lang="en-US" sz="2000" u="none" strike="noStrike" cap="none" normalizeH="0" baseline="0" dirty="0">
                          <a:ln>
                            <a:noFill/>
                          </a:ln>
                          <a:effectLst/>
                        </a:rPr>
                        <a:t>…</a:t>
                      </a:r>
                      <a:endParaRPr kumimoji="1" lang="bg-BG" sz="2000" b="1" i="0" u="none" strike="noStrike" cap="none" normalizeH="0" baseline="0" dirty="0">
                        <a:ln>
                          <a:noFill/>
                        </a:ln>
                        <a:solidFill>
                          <a:srgbClr val="EBFFD2"/>
                        </a:solidFill>
                        <a:effectLst/>
                        <a:latin typeface="+mn-lt"/>
                      </a:endParaRPr>
                    </a:p>
                  </a:txBody>
                  <a:tcPr horzOverflow="overflow"/>
                </a:tc>
                <a:extLst>
                  <a:ext uri="{0D108BD9-81ED-4DB2-BD59-A6C34878D82A}">
                    <a16:rowId xmlns:a16="http://schemas.microsoft.com/office/drawing/2014/main" val="10004"/>
                  </a:ext>
                </a:extLst>
              </a:tr>
            </a:tbl>
          </a:graphicData>
        </a:graphic>
      </p:graphicFrame>
      <p:sp>
        <p:nvSpPr>
          <p:cNvPr id="10" name="Arrow: Right 9"/>
          <p:cNvSpPr/>
          <p:nvPr/>
        </p:nvSpPr>
        <p:spPr>
          <a:xfrm>
            <a:off x="5484812" y="2869819"/>
            <a:ext cx="838200" cy="559181"/>
          </a:xfrm>
          <a:prstGeom prst="rightArrow">
            <a:avLst/>
          </a:prstGeom>
          <a:solidFill>
            <a:schemeClr val="accent2"/>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2800"/>
          </a:p>
        </p:txBody>
      </p:sp>
      <p:sp>
        <p:nvSpPr>
          <p:cNvPr id="7" name="Rectangle 2">
            <a:extLst>
              <a:ext uri="{FF2B5EF4-FFF2-40B4-BE49-F238E27FC236}">
                <a16:creationId xmlns:a16="http://schemas.microsoft.com/office/drawing/2014/main" id="{CF6C28C1-1D1D-44A5-8AF2-039BE2D189A1}"/>
              </a:ext>
            </a:extLst>
          </p:cNvPr>
          <p:cNvSpPr txBox="1">
            <a:spLocks noChangeArrowheads="1"/>
          </p:cNvSpPr>
          <p:nvPr/>
        </p:nvSpPr>
        <p:spPr>
          <a:xfrm>
            <a:off x="379412" y="381000"/>
            <a:ext cx="10512862" cy="593726"/>
          </a:xfrm>
          <a:prstGeom prst="rect">
            <a:avLst/>
          </a:prstGeom>
        </p:spPr>
        <p:txBody>
          <a:bodyPr vert="horz" lIns="91440" tIns="45720" rIns="91440" bIns="45720" rtlCol="0" anchor="ctr">
            <a:normAutofit fontScale="90000" lnSpcReduction="10000"/>
          </a:bodyPr>
          <a:lstStyle>
            <a:lvl1pPr algn="l" defTabSz="914126" rtl="0" eaLnBrk="1" latinLnBrk="0" hangingPunct="1">
              <a:lnSpc>
                <a:spcPct val="90000"/>
              </a:lnSpc>
              <a:spcBef>
                <a:spcPct val="0"/>
              </a:spcBef>
              <a:buNone/>
              <a:defRPr sz="4399" kern="1200">
                <a:solidFill>
                  <a:schemeClr val="tx1"/>
                </a:solidFill>
                <a:latin typeface="+mj-lt"/>
                <a:ea typeface="+mj-ea"/>
                <a:cs typeface="+mj-cs"/>
              </a:defRPr>
            </a:lvl1pPr>
          </a:lstStyle>
          <a:p>
            <a:r>
              <a:rPr lang="en-US" b="1" dirty="0">
                <a:solidFill>
                  <a:srgbClr val="FF5050"/>
                </a:solidFill>
                <a:latin typeface="Times New Roman" panose="02020603050405020304" pitchFamily="18" charset="0"/>
                <a:cs typeface="Times New Roman" panose="02020603050405020304" pitchFamily="18" charset="0"/>
              </a:rPr>
              <a:t>Problem: Update Projects</a:t>
            </a:r>
            <a:endParaRPr lang="bg-BG" b="1" dirty="0">
              <a:solidFill>
                <a:srgbClr val="FF5050"/>
              </a:solidFill>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3681334338"/>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Rectangle 4"/>
          <p:cNvSpPr>
            <a:spLocks noChangeArrowheads="1"/>
          </p:cNvSpPr>
          <p:nvPr/>
        </p:nvSpPr>
        <p:spPr bwMode="auto">
          <a:xfrm>
            <a:off x="2052714" y="1705451"/>
            <a:ext cx="8083396" cy="1723549"/>
          </a:xfrm>
          <a:prstGeom prst="rect">
            <a:avLst/>
          </a:prstGeom>
          <a:solidFill>
            <a:schemeClr val="accent5">
              <a:lumMod val="40000"/>
              <a:lumOff val="60000"/>
              <a:alpha val="15000"/>
            </a:schemeClr>
          </a:solidFill>
          <a:ln w="12700">
            <a:solidFill>
              <a:schemeClr val="accent5">
                <a:lumMod val="60000"/>
                <a:lumOff val="40000"/>
              </a:schemeClr>
            </a:solidFill>
          </a:ln>
        </p:spPr>
        <p:txBody>
          <a:bodyPr wrap="square">
            <a:spAutoFit/>
          </a:bodyPr>
          <a:lstStyle/>
          <a:p>
            <a:pPr eaLnBrk="0" hangingPunct="0">
              <a:spcBef>
                <a:spcPts val="600"/>
              </a:spcBef>
              <a:buClr>
                <a:schemeClr val="accent5">
                  <a:lumMod val="40000"/>
                  <a:lumOff val="60000"/>
                </a:schemeClr>
              </a:buClr>
              <a:buSzPct val="70000"/>
            </a:pPr>
            <a:r>
              <a:rPr lang="en-US" sz="3200" b="1" noProof="1">
                <a:solidFill>
                  <a:schemeClr val="accent1"/>
                </a:solidFill>
                <a:latin typeface="Consolas" pitchFamily="49" charset="0"/>
                <a:cs typeface="Consolas" pitchFamily="49" charset="0"/>
              </a:rPr>
              <a:t>UPDATE</a:t>
            </a:r>
            <a:r>
              <a:rPr lang="en-US" sz="3200" b="1" noProof="1">
                <a:solidFill>
                  <a:schemeClr val="tx2"/>
                </a:solidFill>
                <a:latin typeface="Consolas" pitchFamily="49" charset="0"/>
                <a:cs typeface="Consolas" pitchFamily="49" charset="0"/>
              </a:rPr>
              <a:t> Projects</a:t>
            </a:r>
          </a:p>
          <a:p>
            <a:pPr eaLnBrk="0" hangingPunct="0">
              <a:spcBef>
                <a:spcPts val="600"/>
              </a:spcBef>
              <a:buClr>
                <a:schemeClr val="accent5">
                  <a:lumMod val="40000"/>
                  <a:lumOff val="60000"/>
                </a:schemeClr>
              </a:buClr>
              <a:buSzPct val="70000"/>
            </a:pPr>
            <a:r>
              <a:rPr lang="en-US" sz="3200" b="1" noProof="1">
                <a:solidFill>
                  <a:schemeClr val="tx2"/>
                </a:solidFill>
                <a:latin typeface="Consolas" pitchFamily="49" charset="0"/>
                <a:cs typeface="Consolas" pitchFamily="49" charset="0"/>
              </a:rPr>
              <a:t>   </a:t>
            </a:r>
            <a:r>
              <a:rPr lang="en-US" sz="3200" b="1" noProof="1">
                <a:solidFill>
                  <a:schemeClr val="accent1"/>
                </a:solidFill>
                <a:latin typeface="Consolas" pitchFamily="49" charset="0"/>
                <a:cs typeface="Consolas" pitchFamily="49" charset="0"/>
              </a:rPr>
              <a:t>SET</a:t>
            </a:r>
            <a:r>
              <a:rPr lang="en-US" sz="3200" b="1" noProof="1">
                <a:solidFill>
                  <a:schemeClr val="tx2"/>
                </a:solidFill>
                <a:latin typeface="Consolas" pitchFamily="49" charset="0"/>
                <a:cs typeface="Consolas" pitchFamily="49" charset="0"/>
              </a:rPr>
              <a:t> EndDate = '2017-01-23'</a:t>
            </a:r>
          </a:p>
          <a:p>
            <a:pPr eaLnBrk="0" hangingPunct="0">
              <a:spcBef>
                <a:spcPts val="600"/>
              </a:spcBef>
              <a:buClr>
                <a:schemeClr val="accent5">
                  <a:lumMod val="40000"/>
                  <a:lumOff val="60000"/>
                </a:schemeClr>
              </a:buClr>
              <a:buSzPct val="70000"/>
            </a:pPr>
            <a:r>
              <a:rPr lang="en-US" sz="3200" b="1" noProof="1">
                <a:solidFill>
                  <a:schemeClr val="tx2"/>
                </a:solidFill>
                <a:latin typeface="Consolas" pitchFamily="49" charset="0"/>
                <a:cs typeface="Consolas" pitchFamily="49" charset="0"/>
              </a:rPr>
              <a:t> </a:t>
            </a:r>
            <a:r>
              <a:rPr lang="en-US" sz="3200" b="1" noProof="1">
                <a:solidFill>
                  <a:schemeClr val="accent1"/>
                </a:solidFill>
                <a:latin typeface="Consolas" pitchFamily="49" charset="0"/>
                <a:cs typeface="Consolas" pitchFamily="49" charset="0"/>
              </a:rPr>
              <a:t>WHERE</a:t>
            </a:r>
            <a:r>
              <a:rPr lang="en-US" sz="3200" b="1" noProof="1">
                <a:solidFill>
                  <a:schemeClr val="tx2"/>
                </a:solidFill>
                <a:latin typeface="Consolas" pitchFamily="49" charset="0"/>
                <a:cs typeface="Consolas" pitchFamily="49" charset="0"/>
              </a:rPr>
              <a:t> EndDate </a:t>
            </a:r>
            <a:r>
              <a:rPr lang="en-US" sz="3200" b="1" noProof="1">
                <a:solidFill>
                  <a:schemeClr val="accent1"/>
                </a:solidFill>
                <a:latin typeface="Consolas" pitchFamily="49" charset="0"/>
                <a:cs typeface="Consolas" pitchFamily="49" charset="0"/>
              </a:rPr>
              <a:t>IS NULL</a:t>
            </a:r>
          </a:p>
        </p:txBody>
      </p:sp>
      <p:sp>
        <p:nvSpPr>
          <p:cNvPr id="6" name="AutoShape 22"/>
          <p:cNvSpPr>
            <a:spLocks noChangeArrowheads="1"/>
          </p:cNvSpPr>
          <p:nvPr/>
        </p:nvSpPr>
        <p:spPr bwMode="auto">
          <a:xfrm>
            <a:off x="5865812" y="3886200"/>
            <a:ext cx="3962400" cy="1066800"/>
          </a:xfrm>
          <a:prstGeom prst="wedgeRoundRectCallout">
            <a:avLst>
              <a:gd name="adj1" fmla="val -45723"/>
              <a:gd name="adj2" fmla="val -105715"/>
              <a:gd name="adj3" fmla="val 16667"/>
            </a:avLst>
          </a:prstGeom>
          <a:solidFill>
            <a:schemeClr val="accent2">
              <a:alpha val="95000"/>
            </a:schemeClr>
          </a:solidFill>
          <a:ln w="19050">
            <a:solidFill>
              <a:srgbClr val="F8D49E">
                <a:alpha val="80000"/>
              </a:srgbClr>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r>
              <a:rPr lang="en-US" sz="2800" noProof="1">
                <a:solidFill>
                  <a:schemeClr val="bg1"/>
                </a:solidFill>
                <a:cs typeface="Consolas" panose="020B0609020204030204" pitchFamily="49" charset="0"/>
              </a:rPr>
              <a:t>Filter only records</a:t>
            </a:r>
          </a:p>
          <a:p>
            <a:pPr algn="ctr"/>
            <a:r>
              <a:rPr lang="en-US" sz="2800" noProof="1">
                <a:solidFill>
                  <a:schemeClr val="bg1"/>
                </a:solidFill>
                <a:cs typeface="Consolas" panose="020B0609020204030204" pitchFamily="49" charset="0"/>
              </a:rPr>
              <a:t>with </a:t>
            </a:r>
            <a:r>
              <a:rPr lang="en-US" sz="2800" noProof="1">
                <a:solidFill>
                  <a:schemeClr val="accent1">
                    <a:lumMod val="75000"/>
                  </a:schemeClr>
                </a:solidFill>
                <a:cs typeface="Consolas" panose="020B0609020204030204" pitchFamily="49" charset="0"/>
              </a:rPr>
              <a:t>no value</a:t>
            </a:r>
            <a:endParaRPr lang="bg-BG" sz="2800" noProof="1">
              <a:solidFill>
                <a:schemeClr val="accent1">
                  <a:lumMod val="75000"/>
                </a:schemeClr>
              </a:solidFill>
              <a:cs typeface="Consolas" panose="020B0609020204030204" pitchFamily="49" charset="0"/>
            </a:endParaRPr>
          </a:p>
        </p:txBody>
      </p:sp>
      <p:sp>
        <p:nvSpPr>
          <p:cNvPr id="7" name="Rectangle 2">
            <a:extLst>
              <a:ext uri="{FF2B5EF4-FFF2-40B4-BE49-F238E27FC236}">
                <a16:creationId xmlns:a16="http://schemas.microsoft.com/office/drawing/2014/main" id="{07B56061-2FF8-4C68-9310-FBC33AFB2377}"/>
              </a:ext>
            </a:extLst>
          </p:cNvPr>
          <p:cNvSpPr txBox="1">
            <a:spLocks noChangeArrowheads="1"/>
          </p:cNvSpPr>
          <p:nvPr/>
        </p:nvSpPr>
        <p:spPr>
          <a:xfrm>
            <a:off x="379412" y="381000"/>
            <a:ext cx="10512862" cy="593726"/>
          </a:xfrm>
          <a:prstGeom prst="rect">
            <a:avLst/>
          </a:prstGeom>
        </p:spPr>
        <p:txBody>
          <a:bodyPr vert="horz" lIns="91440" tIns="45720" rIns="91440" bIns="45720" rtlCol="0" anchor="ctr">
            <a:normAutofit fontScale="90000" lnSpcReduction="10000"/>
          </a:bodyPr>
          <a:lstStyle>
            <a:lvl1pPr algn="l" defTabSz="914126" rtl="0" eaLnBrk="1" latinLnBrk="0" hangingPunct="1">
              <a:lnSpc>
                <a:spcPct val="90000"/>
              </a:lnSpc>
              <a:spcBef>
                <a:spcPct val="0"/>
              </a:spcBef>
              <a:buNone/>
              <a:defRPr sz="4399" kern="1200">
                <a:solidFill>
                  <a:schemeClr val="tx1"/>
                </a:solidFill>
                <a:latin typeface="+mj-lt"/>
                <a:ea typeface="+mj-ea"/>
                <a:cs typeface="+mj-cs"/>
              </a:defRPr>
            </a:lvl1pPr>
          </a:lstStyle>
          <a:p>
            <a:r>
              <a:rPr lang="en-US" b="1" dirty="0">
                <a:solidFill>
                  <a:srgbClr val="FF5050"/>
                </a:solidFill>
                <a:latin typeface="Times New Roman" panose="02020603050405020304" pitchFamily="18" charset="0"/>
                <a:cs typeface="Times New Roman" panose="02020603050405020304" pitchFamily="18" charset="0"/>
              </a:rPr>
              <a:t>Solution: Update Projects</a:t>
            </a:r>
            <a:endParaRPr lang="bg-BG" b="1" dirty="0">
              <a:solidFill>
                <a:srgbClr val="FF5050"/>
              </a:solidFill>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1003622072"/>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afterEffect">
                                  <p:stCondLst>
                                    <p:cond delay="0"/>
                                  </p:stCondLst>
                                  <p:childTnLst>
                                    <p:set>
                                      <p:cBhvr>
                                        <p:cTn id="6" dur="1" fill="hold">
                                          <p:stCondLst>
                                            <p:cond delay="0"/>
                                          </p:stCondLst>
                                        </p:cTn>
                                        <p:tgtEl>
                                          <p:spTgt spid="6"/>
                                        </p:tgtEl>
                                        <p:attrNameLst>
                                          <p:attrName>style.visibility</p:attrName>
                                        </p:attrNameLst>
                                      </p:cBhvr>
                                      <p:to>
                                        <p:strVal val="visible"/>
                                      </p:to>
                                    </p:set>
                                    <p:animEffect transition="in" filter="fade">
                                      <p:cBhvr>
                                        <p:cTn id="7" dur="500"/>
                                        <p:tgtEl>
                                          <p:spTgt spid="6"/>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 grpId="0" animBg="1"/>
    </p:bldLst>
  </p:timing>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Content Placeholder 4"/>
          <p:cNvSpPr>
            <a:spLocks noGrp="1"/>
          </p:cNvSpPr>
          <p:nvPr>
            <p:ph idx="1"/>
          </p:nvPr>
        </p:nvSpPr>
        <p:spPr>
          <a:xfrm>
            <a:off x="837981" y="1143000"/>
            <a:ext cx="10512862" cy="4351338"/>
          </a:xfrm>
        </p:spPr>
        <p:txBody>
          <a:bodyPr>
            <a:noAutofit/>
          </a:bodyPr>
          <a:lstStyle/>
          <a:p>
            <a:pPr>
              <a:lnSpc>
                <a:spcPct val="100000"/>
              </a:lnSpc>
            </a:pPr>
            <a:r>
              <a:rPr lang="en-US" sz="3200" dirty="0">
                <a:latin typeface="Segoe UI" panose="020B0502040204020203" pitchFamily="34" charset="0"/>
                <a:cs typeface="Segoe UI" panose="020B0502040204020203" pitchFamily="34" charset="0"/>
              </a:rPr>
              <a:t>T-SQL is the language of SQL Server</a:t>
            </a:r>
          </a:p>
          <a:p>
            <a:pPr>
              <a:lnSpc>
                <a:spcPct val="100000"/>
              </a:lnSpc>
              <a:spcBef>
                <a:spcPts val="13800"/>
              </a:spcBef>
            </a:pPr>
            <a:r>
              <a:rPr lang="en-US" sz="3200" dirty="0">
                <a:latin typeface="Segoe UI" panose="020B0502040204020203" pitchFamily="34" charset="0"/>
                <a:cs typeface="Segoe UI" panose="020B0502040204020203" pitchFamily="34" charset="0"/>
              </a:rPr>
              <a:t>Queries provide a flexible and powerful</a:t>
            </a:r>
            <a:br>
              <a:rPr lang="en-US" sz="3200" dirty="0">
                <a:latin typeface="Segoe UI" panose="020B0502040204020203" pitchFamily="34" charset="0"/>
                <a:cs typeface="Segoe UI" panose="020B0502040204020203" pitchFamily="34" charset="0"/>
              </a:rPr>
            </a:br>
            <a:r>
              <a:rPr lang="en-US" sz="3200" dirty="0">
                <a:latin typeface="Segoe UI" panose="020B0502040204020203" pitchFamily="34" charset="0"/>
                <a:cs typeface="Segoe UI" panose="020B0502040204020203" pitchFamily="34" charset="0"/>
              </a:rPr>
              <a:t>method to manipulate records</a:t>
            </a:r>
          </a:p>
        </p:txBody>
      </p:sp>
      <p:sp>
        <p:nvSpPr>
          <p:cNvPr id="8" name="Rectangle 5"/>
          <p:cNvSpPr>
            <a:spLocks noChangeArrowheads="1"/>
          </p:cNvSpPr>
          <p:nvPr/>
        </p:nvSpPr>
        <p:spPr bwMode="auto">
          <a:xfrm>
            <a:off x="1370012" y="1981200"/>
            <a:ext cx="6349235" cy="923330"/>
          </a:xfrm>
          <a:prstGeom prst="rect">
            <a:avLst/>
          </a:prstGeom>
          <a:solidFill>
            <a:schemeClr val="accent5">
              <a:lumMod val="40000"/>
              <a:lumOff val="60000"/>
              <a:alpha val="15000"/>
            </a:schemeClr>
          </a:solidFill>
          <a:ln w="12700">
            <a:solidFill>
              <a:schemeClr val="accent5">
                <a:lumMod val="60000"/>
                <a:lumOff val="40000"/>
              </a:schemeClr>
            </a:solidFill>
          </a:ln>
        </p:spPr>
        <p:txBody>
          <a:bodyPr wrap="square">
            <a:spAutoFit/>
          </a:bodyPr>
          <a:lstStyle/>
          <a:p>
            <a:pPr eaLnBrk="0" hangingPunct="0">
              <a:buClr>
                <a:schemeClr val="accent5">
                  <a:lumMod val="40000"/>
                  <a:lumOff val="60000"/>
                </a:schemeClr>
              </a:buClr>
              <a:buSzPct val="70000"/>
            </a:pPr>
            <a:r>
              <a:rPr lang="en-US" b="1" noProof="1">
                <a:solidFill>
                  <a:schemeClr val="tx2">
                    <a:lumMod val="75000"/>
                  </a:schemeClr>
                </a:solidFill>
                <a:latin typeface="Consolas" pitchFamily="49" charset="0"/>
                <a:cs typeface="Consolas" pitchFamily="49" charset="0"/>
              </a:rPr>
              <a:t>SELECT</a:t>
            </a:r>
            <a:r>
              <a:rPr lang="en-US" b="1" noProof="1">
                <a:solidFill>
                  <a:srgbClr val="FBEEDC"/>
                </a:solidFill>
                <a:latin typeface="Consolas" pitchFamily="49" charset="0"/>
                <a:cs typeface="Consolas" pitchFamily="49" charset="0"/>
              </a:rPr>
              <a:t> </a:t>
            </a:r>
            <a:r>
              <a:rPr lang="en-US" b="1" noProof="1">
                <a:solidFill>
                  <a:schemeClr val="accent2">
                    <a:lumMod val="75000"/>
                  </a:schemeClr>
                </a:solidFill>
                <a:latin typeface="Consolas" pitchFamily="49" charset="0"/>
                <a:cs typeface="Consolas" pitchFamily="49" charset="0"/>
              </a:rPr>
              <a:t>*</a:t>
            </a:r>
          </a:p>
          <a:p>
            <a:pPr eaLnBrk="0" hangingPunct="0">
              <a:buClr>
                <a:schemeClr val="accent5">
                  <a:lumMod val="40000"/>
                  <a:lumOff val="60000"/>
                </a:schemeClr>
              </a:buClr>
              <a:buSzPct val="70000"/>
            </a:pPr>
            <a:r>
              <a:rPr lang="en-US" b="1" noProof="1">
                <a:solidFill>
                  <a:srgbClr val="FBEEDC"/>
                </a:solidFill>
                <a:latin typeface="Consolas" pitchFamily="49" charset="0"/>
                <a:cs typeface="Consolas" pitchFamily="49" charset="0"/>
              </a:rPr>
              <a:t>  </a:t>
            </a:r>
            <a:r>
              <a:rPr lang="en-US" b="1" noProof="1">
                <a:solidFill>
                  <a:schemeClr val="tx2">
                    <a:lumMod val="75000"/>
                  </a:schemeClr>
                </a:solidFill>
                <a:latin typeface="Consolas" pitchFamily="49" charset="0"/>
                <a:cs typeface="Consolas" pitchFamily="49" charset="0"/>
              </a:rPr>
              <a:t>FROM</a:t>
            </a:r>
            <a:r>
              <a:rPr lang="en-US" b="1" noProof="1">
                <a:solidFill>
                  <a:srgbClr val="FBEEDC"/>
                </a:solidFill>
                <a:latin typeface="Consolas" pitchFamily="49" charset="0"/>
                <a:cs typeface="Consolas" pitchFamily="49" charset="0"/>
              </a:rPr>
              <a:t> </a:t>
            </a:r>
            <a:r>
              <a:rPr lang="en-US" b="1" noProof="1">
                <a:solidFill>
                  <a:schemeClr val="accent2">
                    <a:lumMod val="75000"/>
                  </a:schemeClr>
                </a:solidFill>
                <a:latin typeface="Consolas" pitchFamily="49" charset="0"/>
                <a:cs typeface="Consolas" pitchFamily="49" charset="0"/>
              </a:rPr>
              <a:t>Projects</a:t>
            </a:r>
          </a:p>
          <a:p>
            <a:pPr eaLnBrk="0" hangingPunct="0">
              <a:buClr>
                <a:schemeClr val="accent5">
                  <a:lumMod val="40000"/>
                  <a:lumOff val="60000"/>
                </a:schemeClr>
              </a:buClr>
              <a:buSzPct val="70000"/>
            </a:pPr>
            <a:r>
              <a:rPr lang="en-US" b="1" noProof="1">
                <a:solidFill>
                  <a:srgbClr val="FBEEDC"/>
                </a:solidFill>
                <a:latin typeface="Consolas" pitchFamily="49" charset="0"/>
                <a:cs typeface="Consolas" pitchFamily="49" charset="0"/>
              </a:rPr>
              <a:t> </a:t>
            </a:r>
            <a:r>
              <a:rPr lang="en-US" b="1" noProof="1">
                <a:solidFill>
                  <a:schemeClr val="tx2">
                    <a:lumMod val="75000"/>
                  </a:schemeClr>
                </a:solidFill>
                <a:latin typeface="Consolas" pitchFamily="49" charset="0"/>
                <a:cs typeface="Consolas" pitchFamily="49" charset="0"/>
              </a:rPr>
              <a:t>WHERE</a:t>
            </a:r>
            <a:r>
              <a:rPr lang="en-US" b="1" noProof="1">
                <a:solidFill>
                  <a:srgbClr val="FBEEDC"/>
                </a:solidFill>
                <a:latin typeface="Consolas" pitchFamily="49" charset="0"/>
                <a:cs typeface="Consolas" pitchFamily="49" charset="0"/>
              </a:rPr>
              <a:t> </a:t>
            </a:r>
            <a:r>
              <a:rPr lang="en-US" b="1" noProof="1">
                <a:solidFill>
                  <a:schemeClr val="accent2">
                    <a:lumMod val="75000"/>
                  </a:schemeClr>
                </a:solidFill>
                <a:latin typeface="Consolas" pitchFamily="49" charset="0"/>
                <a:cs typeface="Consolas" pitchFamily="49" charset="0"/>
              </a:rPr>
              <a:t>StartDate = '1/1/2006'</a:t>
            </a:r>
          </a:p>
        </p:txBody>
      </p:sp>
      <p:sp>
        <p:nvSpPr>
          <p:cNvPr id="6" name="Rectangle 2">
            <a:extLst>
              <a:ext uri="{FF2B5EF4-FFF2-40B4-BE49-F238E27FC236}">
                <a16:creationId xmlns:a16="http://schemas.microsoft.com/office/drawing/2014/main" id="{9A6F92A8-69FA-41AC-B9D6-E48119C0B82B}"/>
              </a:ext>
            </a:extLst>
          </p:cNvPr>
          <p:cNvSpPr txBox="1">
            <a:spLocks noChangeArrowheads="1"/>
          </p:cNvSpPr>
          <p:nvPr/>
        </p:nvSpPr>
        <p:spPr>
          <a:xfrm>
            <a:off x="379412" y="381000"/>
            <a:ext cx="10512862" cy="593726"/>
          </a:xfrm>
          <a:prstGeom prst="rect">
            <a:avLst/>
          </a:prstGeom>
        </p:spPr>
        <p:txBody>
          <a:bodyPr vert="horz" lIns="91440" tIns="45720" rIns="91440" bIns="45720" rtlCol="0" anchor="ctr">
            <a:normAutofit fontScale="90000" lnSpcReduction="10000"/>
          </a:bodyPr>
          <a:lstStyle>
            <a:lvl1pPr algn="l" defTabSz="914126" rtl="0" eaLnBrk="1" latinLnBrk="0" hangingPunct="1">
              <a:lnSpc>
                <a:spcPct val="90000"/>
              </a:lnSpc>
              <a:spcBef>
                <a:spcPct val="0"/>
              </a:spcBef>
              <a:buNone/>
              <a:defRPr sz="4399" kern="1200">
                <a:solidFill>
                  <a:schemeClr val="tx1"/>
                </a:solidFill>
                <a:latin typeface="+mj-lt"/>
                <a:ea typeface="+mj-ea"/>
                <a:cs typeface="+mj-cs"/>
              </a:defRPr>
            </a:lvl1pPr>
          </a:lstStyle>
          <a:p>
            <a:r>
              <a:rPr lang="en-US" b="1" dirty="0">
                <a:solidFill>
                  <a:srgbClr val="FF5050"/>
                </a:solidFill>
                <a:latin typeface="Times New Roman" panose="02020603050405020304" pitchFamily="18" charset="0"/>
                <a:cs typeface="Times New Roman" panose="02020603050405020304" pitchFamily="18" charset="0"/>
              </a:rPr>
              <a:t>Summary</a:t>
            </a:r>
            <a:endParaRPr lang="bg-BG" b="1" dirty="0">
              <a:solidFill>
                <a:srgbClr val="FF5050"/>
              </a:solidFill>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2087190546"/>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5">
                                            <p:txEl>
                                              <p:pRg st="0" end="0"/>
                                            </p:txEl>
                                          </p:spTgt>
                                        </p:tgtEl>
                                        <p:attrNameLst>
                                          <p:attrName>style.visibility</p:attrName>
                                        </p:attrNameLst>
                                      </p:cBhvr>
                                      <p:to>
                                        <p:strVal val="visible"/>
                                      </p:to>
                                    </p:set>
                                    <p:animEffect transition="in" filter="fade">
                                      <p:cBhvr>
                                        <p:cTn id="7" dur="500"/>
                                        <p:tgtEl>
                                          <p:spTgt spid="5">
                                            <p:txEl>
                                              <p:pRg st="0" end="0"/>
                                            </p:txEl>
                                          </p:spTgt>
                                        </p:tgtEl>
                                      </p:cBhvr>
                                    </p:animEffect>
                                  </p:childTnLst>
                                </p:cTn>
                              </p:par>
                            </p:childTnLst>
                          </p:cTn>
                        </p:par>
                        <p:par>
                          <p:cTn id="8" fill="hold">
                            <p:stCondLst>
                              <p:cond delay="500"/>
                            </p:stCondLst>
                            <p:childTnLst>
                              <p:par>
                                <p:cTn id="9" presetID="10" presetClass="entr" presetSubtype="0" fill="hold" grpId="0" nodeType="afterEffect">
                                  <p:stCondLst>
                                    <p:cond delay="0"/>
                                  </p:stCondLst>
                                  <p:childTnLst>
                                    <p:set>
                                      <p:cBhvr>
                                        <p:cTn id="10" dur="1" fill="hold">
                                          <p:stCondLst>
                                            <p:cond delay="0"/>
                                          </p:stCondLst>
                                        </p:cTn>
                                        <p:tgtEl>
                                          <p:spTgt spid="8"/>
                                        </p:tgtEl>
                                        <p:attrNameLst>
                                          <p:attrName>style.visibility</p:attrName>
                                        </p:attrNameLst>
                                      </p:cBhvr>
                                      <p:to>
                                        <p:strVal val="visible"/>
                                      </p:to>
                                    </p:set>
                                    <p:animEffect transition="in" filter="fade">
                                      <p:cBhvr>
                                        <p:cTn id="11" dur="500"/>
                                        <p:tgtEl>
                                          <p:spTgt spid="8"/>
                                        </p:tgtEl>
                                      </p:cBhvr>
                                    </p:animEffect>
                                  </p:childTnLst>
                                </p:cTn>
                              </p:par>
                            </p:childTnLst>
                          </p:cTn>
                        </p:par>
                      </p:childTnLst>
                    </p:cTn>
                  </p:par>
                  <p:par>
                    <p:cTn id="12" fill="hold">
                      <p:stCondLst>
                        <p:cond delay="indefinite"/>
                      </p:stCondLst>
                      <p:childTnLst>
                        <p:par>
                          <p:cTn id="13" fill="hold">
                            <p:stCondLst>
                              <p:cond delay="0"/>
                            </p:stCondLst>
                            <p:childTnLst>
                              <p:par>
                                <p:cTn id="14" presetID="10" presetClass="entr" presetSubtype="0" fill="hold" nodeType="clickEffect">
                                  <p:stCondLst>
                                    <p:cond delay="0"/>
                                  </p:stCondLst>
                                  <p:childTnLst>
                                    <p:set>
                                      <p:cBhvr>
                                        <p:cTn id="15" dur="1" fill="hold">
                                          <p:stCondLst>
                                            <p:cond delay="0"/>
                                          </p:stCondLst>
                                        </p:cTn>
                                        <p:tgtEl>
                                          <p:spTgt spid="5">
                                            <p:txEl>
                                              <p:pRg st="1" end="1"/>
                                            </p:txEl>
                                          </p:spTgt>
                                        </p:tgtEl>
                                        <p:attrNameLst>
                                          <p:attrName>style.visibility</p:attrName>
                                        </p:attrNameLst>
                                      </p:cBhvr>
                                      <p:to>
                                        <p:strVal val="visible"/>
                                      </p:to>
                                    </p:set>
                                    <p:animEffect transition="in" filter="fade">
                                      <p:cBhvr>
                                        <p:cTn id="16" dur="500"/>
                                        <p:tgtEl>
                                          <p:spTgt spid="5">
                                            <p:txEl>
                                              <p:pRg st="1" end="1"/>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8" grpId="0" animBg="1"/>
    </p:bldLst>
  </p:timing>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Tech_16x9">
      <a:dk1>
        <a:sysClr val="windowText" lastClr="000000"/>
      </a:dk1>
      <a:lt1>
        <a:sysClr val="window" lastClr="FFFFFF"/>
      </a:lt1>
      <a:dk2>
        <a:srgbClr val="192A52"/>
      </a:dk2>
      <a:lt2>
        <a:srgbClr val="C0C0C0"/>
      </a:lt2>
      <a:accent1>
        <a:srgbClr val="009999"/>
      </a:accent1>
      <a:accent2>
        <a:srgbClr val="E98915"/>
      </a:accent2>
      <a:accent3>
        <a:srgbClr val="A419A7"/>
      </a:accent3>
      <a:accent4>
        <a:srgbClr val="AFC34D"/>
      </a:accent4>
      <a:accent5>
        <a:srgbClr val="E5572B"/>
      </a:accent5>
      <a:accent6>
        <a:srgbClr val="6868C4"/>
      </a:accent6>
      <a:hlink>
        <a:srgbClr val="009999"/>
      </a:hlink>
      <a:folHlink>
        <a:srgbClr val="7F7F7F"/>
      </a:folHlink>
    </a:clrScheme>
    <a:fontScheme name="Calibri">
      <a:majorFont>
        <a:latin typeface="Calibri"/>
        <a:ea typeface=""/>
        <a:cs typeface=""/>
        <a:font script="Jpan" typeface="ＭＳ ゴシック"/>
        <a:font script="Hang" typeface="HY중고딕"/>
        <a:font script="Hans" typeface="幼圆"/>
        <a:font script="Hant" typeface="微軟正黑體"/>
        <a:font script="Arab" typeface="Tahoma"/>
        <a:font script="Hebr" typeface="Gisha"/>
        <a:font script="Thai" typeface="DilleniaUPC"/>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ahoma"/>
        <a:font script="Uigh" typeface="Microsoft Uighur"/>
        <a:font script="Geor" typeface="Sylfaen"/>
      </a:majorFont>
      <a:minorFont>
        <a:latin typeface="Calibri"/>
        <a:ea typeface=""/>
        <a:cs typeface=""/>
        <a:font script="Jpan" typeface="ＭＳ ゴシック"/>
        <a:font script="Hang" typeface="HY중고딕"/>
        <a:font script="Hans" typeface="幼圆"/>
        <a:font script="Hant" typeface="微軟正黑體"/>
        <a:font script="Arab" typeface="Tahoma"/>
        <a:font script="Hebr" typeface="Gisha"/>
        <a:font script="Thai" typeface="DilleniaUPC"/>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Verdana"/>
        <a:font script="Uigh" typeface="Microsoft Uighur"/>
        <a:font script="Geor" typeface="Sylfaen"/>
      </a:minorFont>
    </a:fontScheme>
    <a:fmtScheme name="Tech_16x9">
      <a:fillStyleLst>
        <a:solidFill>
          <a:schemeClr val="phClr"/>
        </a:solidFill>
        <a:gradFill rotWithShape="1">
          <a:gsLst>
            <a:gs pos="0">
              <a:schemeClr val="phClr">
                <a:tint val="20000"/>
                <a:satMod val="180000"/>
                <a:lumMod val="98000"/>
              </a:schemeClr>
            </a:gs>
            <a:gs pos="40000">
              <a:schemeClr val="phClr">
                <a:tint val="30000"/>
                <a:satMod val="260000"/>
                <a:lumMod val="84000"/>
              </a:schemeClr>
            </a:gs>
            <a:gs pos="100000">
              <a:schemeClr val="phClr">
                <a:tint val="100000"/>
                <a:satMod val="110000"/>
              </a:schemeClr>
            </a:gs>
          </a:gsLst>
          <a:lin ang="5040000" scaled="1"/>
        </a:gradFill>
        <a:gradFill rotWithShape="1">
          <a:gsLst>
            <a:gs pos="0">
              <a:schemeClr val="phClr">
                <a:shade val="15000"/>
                <a:satMod val="180000"/>
              </a:schemeClr>
            </a:gs>
            <a:gs pos="50000">
              <a:schemeClr val="phClr">
                <a:shade val="45000"/>
                <a:satMod val="170000"/>
              </a:schemeClr>
            </a:gs>
            <a:gs pos="70000">
              <a:schemeClr val="phClr">
                <a:tint val="99000"/>
                <a:shade val="65000"/>
                <a:satMod val="155000"/>
              </a:schemeClr>
            </a:gs>
            <a:gs pos="100000">
              <a:schemeClr val="phClr">
                <a:tint val="100000"/>
                <a:shade val="100000"/>
                <a:satMod val="155000"/>
              </a:schemeClr>
            </a:gs>
          </a:gsLst>
          <a:lin ang="16200000" scaled="0"/>
        </a:gradFill>
      </a:fillStyleLst>
      <a:lnStyleLst>
        <a:ln w="9525" cap="flat" cmpd="sng" algn="ctr">
          <a:solidFill>
            <a:schemeClr val="phClr"/>
          </a:solidFill>
          <a:miter lim="800000"/>
        </a:ln>
        <a:ln w="25400" cap="flat" cmpd="sng" algn="ctr">
          <a:solidFill>
            <a:schemeClr val="phClr"/>
          </a:solidFill>
          <a:miter lim="800000"/>
        </a:ln>
        <a:ln w="38100" cap="flat" cmpd="sng" algn="ctr">
          <a:solidFill>
            <a:schemeClr val="phClr"/>
          </a:solidFill>
          <a:miter lim="800000"/>
        </a:ln>
      </a:lnStyleLst>
      <a:effectStyleLst>
        <a:effectStyle>
          <a:effectLst/>
        </a:effectStyle>
        <a:effectStyle>
          <a:effectLst>
            <a:outerShdw blurRad="38100" dist="25400" dir="2700000" algn="br" rotWithShape="0">
              <a:srgbClr val="000000">
                <a:alpha val="60000"/>
              </a:srgbClr>
            </a:outerShdw>
          </a:effectLst>
        </a:effectStyle>
        <a:effectStyle>
          <a:effectLst>
            <a:outerShdw blurRad="38100" dist="25400" dir="2700000" algn="br" rotWithShape="0">
              <a:srgbClr val="000000">
                <a:alpha val="60000"/>
              </a:srgbClr>
            </a:outerShdw>
          </a:effectLst>
          <a:scene3d>
            <a:camera prst="orthographicFront">
              <a:rot lat="0" lon="0" rev="0"/>
            </a:camera>
            <a:lightRig rig="balanced" dir="t">
              <a:rot lat="0" lon="0" rev="5100000"/>
            </a:lightRig>
          </a:scene3d>
          <a:sp3d contourW="6350">
            <a:bevelT w="29210" h="12700"/>
            <a:contourClr>
              <a:schemeClr val="phClr">
                <a:satMod val="300000"/>
              </a:schemeClr>
            </a:contourClr>
          </a:sp3d>
        </a:effectStyle>
      </a:effectStyleLst>
      <a:bgFillStyleLst>
        <a:solidFill>
          <a:schemeClr val="phClr"/>
        </a:solidFill>
        <a:gradFill rotWithShape="1">
          <a:gsLst>
            <a:gs pos="0">
              <a:schemeClr val="phClr">
                <a:tint val="100000"/>
                <a:shade val="0"/>
                <a:satMod val="100000"/>
              </a:schemeClr>
            </a:gs>
            <a:gs pos="85000">
              <a:schemeClr val="phClr">
                <a:tint val="100000"/>
                <a:shade val="30000"/>
                <a:satMod val="100000"/>
              </a:schemeClr>
            </a:gs>
            <a:gs pos="100000">
              <a:schemeClr val="phClr">
                <a:shade val="60000"/>
                <a:satMod val="100000"/>
              </a:schemeClr>
            </a:gs>
          </a:gsLst>
          <a:lin ang="13500000" scaled="0"/>
        </a:gradFill>
        <a:gradFill rotWithShape="1">
          <a:gsLst>
            <a:gs pos="0">
              <a:schemeClr val="phClr">
                <a:tint val="100000"/>
                <a:shade val="0"/>
                <a:satMod val="100000"/>
              </a:schemeClr>
            </a:gs>
            <a:gs pos="85000">
              <a:schemeClr val="phClr">
                <a:shade val="30000"/>
                <a:satMod val="100000"/>
              </a:schemeClr>
            </a:gs>
            <a:gs pos="100000">
              <a:schemeClr val="phClr">
                <a:shade val="60000"/>
                <a:satMod val="100000"/>
              </a:schemeClr>
            </a:gs>
          </a:gsLst>
          <a:lin ang="18900000" scaled="0"/>
        </a:gradFill>
      </a:bgFillStyleLst>
    </a:fmtScheme>
  </a:themeElements>
  <a:objectDefaults/>
  <a:extraClrSchemeLst/>
</a:theme>
</file>

<file path=ppt/theme/theme3.xml><?xml version="1.0" encoding="utf-8"?>
<a:theme xmlns:a="http://schemas.openxmlformats.org/drawingml/2006/main" name="Office Theme">
  <a:themeElements>
    <a:clrScheme name="Tech_16x9">
      <a:dk1>
        <a:sysClr val="windowText" lastClr="000000"/>
      </a:dk1>
      <a:lt1>
        <a:sysClr val="window" lastClr="FFFFFF"/>
      </a:lt1>
      <a:dk2>
        <a:srgbClr val="192A52"/>
      </a:dk2>
      <a:lt2>
        <a:srgbClr val="C0C0C0"/>
      </a:lt2>
      <a:accent1>
        <a:srgbClr val="009999"/>
      </a:accent1>
      <a:accent2>
        <a:srgbClr val="E98915"/>
      </a:accent2>
      <a:accent3>
        <a:srgbClr val="A419A7"/>
      </a:accent3>
      <a:accent4>
        <a:srgbClr val="AFC34D"/>
      </a:accent4>
      <a:accent5>
        <a:srgbClr val="E5572B"/>
      </a:accent5>
      <a:accent6>
        <a:srgbClr val="6868C4"/>
      </a:accent6>
      <a:hlink>
        <a:srgbClr val="009999"/>
      </a:hlink>
      <a:folHlink>
        <a:srgbClr val="7F7F7F"/>
      </a:folHlink>
    </a:clrScheme>
    <a:fontScheme name="Calibri">
      <a:majorFont>
        <a:latin typeface="Calibri"/>
        <a:ea typeface=""/>
        <a:cs typeface=""/>
        <a:font script="Jpan" typeface="ＭＳ ゴシック"/>
        <a:font script="Hang" typeface="HY중고딕"/>
        <a:font script="Hans" typeface="幼圆"/>
        <a:font script="Hant" typeface="微軟正黑體"/>
        <a:font script="Arab" typeface="Tahoma"/>
        <a:font script="Hebr" typeface="Gisha"/>
        <a:font script="Thai" typeface="DilleniaUPC"/>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ahoma"/>
        <a:font script="Uigh" typeface="Microsoft Uighur"/>
        <a:font script="Geor" typeface="Sylfaen"/>
      </a:majorFont>
      <a:minorFont>
        <a:latin typeface="Calibri"/>
        <a:ea typeface=""/>
        <a:cs typeface=""/>
        <a:font script="Jpan" typeface="ＭＳ ゴシック"/>
        <a:font script="Hang" typeface="HY중고딕"/>
        <a:font script="Hans" typeface="幼圆"/>
        <a:font script="Hant" typeface="微軟正黑體"/>
        <a:font script="Arab" typeface="Tahoma"/>
        <a:font script="Hebr" typeface="Gisha"/>
        <a:font script="Thai" typeface="DilleniaUPC"/>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Verdana"/>
        <a:font script="Uigh" typeface="Microsoft Uighur"/>
        <a:font script="Geor" typeface="Sylfaen"/>
      </a:minorFont>
    </a:fontScheme>
    <a:fmtScheme name="Tech_16x9">
      <a:fillStyleLst>
        <a:solidFill>
          <a:schemeClr val="phClr"/>
        </a:solidFill>
        <a:gradFill rotWithShape="1">
          <a:gsLst>
            <a:gs pos="0">
              <a:schemeClr val="phClr">
                <a:tint val="20000"/>
                <a:satMod val="180000"/>
                <a:lumMod val="98000"/>
              </a:schemeClr>
            </a:gs>
            <a:gs pos="40000">
              <a:schemeClr val="phClr">
                <a:tint val="30000"/>
                <a:satMod val="260000"/>
                <a:lumMod val="84000"/>
              </a:schemeClr>
            </a:gs>
            <a:gs pos="100000">
              <a:schemeClr val="phClr">
                <a:tint val="100000"/>
                <a:satMod val="110000"/>
              </a:schemeClr>
            </a:gs>
          </a:gsLst>
          <a:lin ang="5040000" scaled="1"/>
        </a:gradFill>
        <a:gradFill rotWithShape="1">
          <a:gsLst>
            <a:gs pos="0">
              <a:schemeClr val="phClr">
                <a:shade val="15000"/>
                <a:satMod val="180000"/>
              </a:schemeClr>
            </a:gs>
            <a:gs pos="50000">
              <a:schemeClr val="phClr">
                <a:shade val="45000"/>
                <a:satMod val="170000"/>
              </a:schemeClr>
            </a:gs>
            <a:gs pos="70000">
              <a:schemeClr val="phClr">
                <a:tint val="99000"/>
                <a:shade val="65000"/>
                <a:satMod val="155000"/>
              </a:schemeClr>
            </a:gs>
            <a:gs pos="100000">
              <a:schemeClr val="phClr">
                <a:tint val="100000"/>
                <a:shade val="100000"/>
                <a:satMod val="155000"/>
              </a:schemeClr>
            </a:gs>
          </a:gsLst>
          <a:lin ang="16200000" scaled="0"/>
        </a:gradFill>
      </a:fillStyleLst>
      <a:lnStyleLst>
        <a:ln w="9525" cap="flat" cmpd="sng" algn="ctr">
          <a:solidFill>
            <a:schemeClr val="phClr"/>
          </a:solidFill>
          <a:miter lim="800000"/>
        </a:ln>
        <a:ln w="25400" cap="flat" cmpd="sng" algn="ctr">
          <a:solidFill>
            <a:schemeClr val="phClr"/>
          </a:solidFill>
          <a:miter lim="800000"/>
        </a:ln>
        <a:ln w="38100" cap="flat" cmpd="sng" algn="ctr">
          <a:solidFill>
            <a:schemeClr val="phClr"/>
          </a:solidFill>
          <a:miter lim="800000"/>
        </a:ln>
      </a:lnStyleLst>
      <a:effectStyleLst>
        <a:effectStyle>
          <a:effectLst/>
        </a:effectStyle>
        <a:effectStyle>
          <a:effectLst>
            <a:outerShdw blurRad="38100" dist="25400" dir="2700000" algn="br" rotWithShape="0">
              <a:srgbClr val="000000">
                <a:alpha val="60000"/>
              </a:srgbClr>
            </a:outerShdw>
          </a:effectLst>
        </a:effectStyle>
        <a:effectStyle>
          <a:effectLst>
            <a:outerShdw blurRad="38100" dist="25400" dir="2700000" algn="br" rotWithShape="0">
              <a:srgbClr val="000000">
                <a:alpha val="60000"/>
              </a:srgbClr>
            </a:outerShdw>
          </a:effectLst>
          <a:scene3d>
            <a:camera prst="orthographicFront">
              <a:rot lat="0" lon="0" rev="0"/>
            </a:camera>
            <a:lightRig rig="balanced" dir="t">
              <a:rot lat="0" lon="0" rev="5100000"/>
            </a:lightRig>
          </a:scene3d>
          <a:sp3d contourW="6350">
            <a:bevelT w="29210" h="12700"/>
            <a:contourClr>
              <a:schemeClr val="phClr">
                <a:satMod val="300000"/>
              </a:schemeClr>
            </a:contourClr>
          </a:sp3d>
        </a:effectStyle>
      </a:effectStyleLst>
      <a:bgFillStyleLst>
        <a:solidFill>
          <a:schemeClr val="phClr"/>
        </a:solidFill>
        <a:gradFill rotWithShape="1">
          <a:gsLst>
            <a:gs pos="0">
              <a:schemeClr val="phClr">
                <a:tint val="100000"/>
                <a:shade val="0"/>
                <a:satMod val="100000"/>
              </a:schemeClr>
            </a:gs>
            <a:gs pos="85000">
              <a:schemeClr val="phClr">
                <a:tint val="100000"/>
                <a:shade val="30000"/>
                <a:satMod val="100000"/>
              </a:schemeClr>
            </a:gs>
            <a:gs pos="100000">
              <a:schemeClr val="phClr">
                <a:shade val="60000"/>
                <a:satMod val="100000"/>
              </a:schemeClr>
            </a:gs>
          </a:gsLst>
          <a:lin ang="13500000" scaled="0"/>
        </a:gradFill>
        <a:gradFill rotWithShape="1">
          <a:gsLst>
            <a:gs pos="0">
              <a:schemeClr val="phClr">
                <a:tint val="100000"/>
                <a:shade val="0"/>
                <a:satMod val="100000"/>
              </a:schemeClr>
            </a:gs>
            <a:gs pos="85000">
              <a:schemeClr val="phClr">
                <a:shade val="30000"/>
                <a:satMod val="100000"/>
              </a:schemeClr>
            </a:gs>
            <a:gs pos="100000">
              <a:schemeClr val="phClr">
                <a:shade val="60000"/>
                <a:satMod val="100000"/>
              </a:schemeClr>
            </a:gs>
          </a:gsLst>
          <a:lin ang="18900000" scaled="0"/>
        </a:gradFill>
      </a:bgFillStyleLst>
    </a:fmtScheme>
  </a:themeElements>
  <a:objectDefaults/>
  <a:extraClrScheme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ct:contentTypeSchema xmlns:ct="http://schemas.microsoft.com/office/2006/metadata/contentType" xmlns:ma="http://schemas.microsoft.com/office/2006/metadata/properties/metaAttributes" ct:_="" ma:_="" ma:contentTypeName="Document" ma:contentTypeID="0x01010074B2D4C9A1D66B45AAC7DF823AC34687" ma:contentTypeVersion="13" ma:contentTypeDescription="Create a new document." ma:contentTypeScope="" ma:versionID="9666e3ec7d6379f54fa231673fa61250">
  <xsd:schema xmlns:xsd="http://www.w3.org/2001/XMLSchema" xmlns:xs="http://www.w3.org/2001/XMLSchema" xmlns:p="http://schemas.microsoft.com/office/2006/metadata/properties" xmlns:ns2="9eef95c9-828c-409c-a7e4-d6f8945e3a00" xmlns:ns3="0327e4cb-458d-4bcc-91c2-6b295fda8f37" targetNamespace="http://schemas.microsoft.com/office/2006/metadata/properties" ma:root="true" ma:fieldsID="4a82a12cfec1fe565c63728a621c8824" ns2:_="" ns3:_="">
    <xsd:import namespace="9eef95c9-828c-409c-a7e4-d6f8945e3a00"/>
    <xsd:import namespace="0327e4cb-458d-4bcc-91c2-6b295fda8f37"/>
    <xsd:element name="properties">
      <xsd:complexType>
        <xsd:sequence>
          <xsd:element name="documentManagement">
            <xsd:complexType>
              <xsd:all>
                <xsd:element ref="ns2:MediaServiceMetadata" minOccurs="0"/>
                <xsd:element ref="ns2:MediaServiceFastMetadata" minOccurs="0"/>
                <xsd:element ref="ns2:MediaServiceGenerationTime" minOccurs="0"/>
                <xsd:element ref="ns2:MediaServiceEventHashCode" minOccurs="0"/>
                <xsd:element ref="ns2:MediaServiceOCR" minOccurs="0"/>
                <xsd:element ref="ns2:lcf76f155ced4ddcb4097134ff3c332f" minOccurs="0"/>
                <xsd:element ref="ns3:TaxCatchAll" minOccurs="0"/>
                <xsd:element ref="ns2:MediaServiceAutoKeyPoints" minOccurs="0"/>
                <xsd:element ref="ns2:MediaServiceKeyPoints" minOccurs="0"/>
                <xsd:element ref="ns3:SharedWithUsers" minOccurs="0"/>
                <xsd:element ref="ns3:SharedWithDetails"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9eef95c9-828c-409c-a7e4-d6f8945e3a00" elementFormDefault="qualified">
    <xsd:import namespace="http://schemas.microsoft.com/office/2006/documentManagement/types"/>
    <xsd:import namespace="http://schemas.microsoft.com/office/infopath/2007/PartnerControls"/>
    <xsd:element name="MediaServiceMetadata" ma:index="8" nillable="true" ma:displayName="MediaServiceMetadata" ma:hidden="true" ma:internalName="MediaServiceMetadata" ma:readOnly="true">
      <xsd:simpleType>
        <xsd:restriction base="dms:Note"/>
      </xsd:simpleType>
    </xsd:element>
    <xsd:element name="MediaServiceFastMetadata" ma:index="9" nillable="true" ma:displayName="MediaServiceFastMetadata" ma:hidden="true" ma:internalName="MediaServiceFastMetadata" ma:readOnly="true">
      <xsd:simpleType>
        <xsd:restriction base="dms:Note"/>
      </xsd:simpleType>
    </xsd:element>
    <xsd:element name="MediaServiceGenerationTime" ma:index="10" nillable="true" ma:displayName="MediaServiceGenerationTime" ma:hidden="true" ma:internalName="MediaServiceGenerationTime" ma:readOnly="true">
      <xsd:simpleType>
        <xsd:restriction base="dms:Text"/>
      </xsd:simpleType>
    </xsd:element>
    <xsd:element name="MediaServiceEventHashCode" ma:index="11" nillable="true" ma:displayName="MediaServiceEventHashCode" ma:hidden="true" ma:internalName="MediaServiceEventHashCode" ma:readOnly="true">
      <xsd:simpleType>
        <xsd:restriction base="dms:Text"/>
      </xsd:simpleType>
    </xsd:element>
    <xsd:element name="MediaServiceOCR" ma:index="12" nillable="true" ma:displayName="Extracted Text" ma:internalName="MediaServiceOCR" ma:readOnly="true">
      <xsd:simpleType>
        <xsd:restriction base="dms:Note">
          <xsd:maxLength value="255"/>
        </xsd:restriction>
      </xsd:simpleType>
    </xsd:element>
    <xsd:element name="lcf76f155ced4ddcb4097134ff3c332f" ma:index="14" nillable="true" ma:taxonomy="true" ma:internalName="lcf76f155ced4ddcb4097134ff3c332f" ma:taxonomyFieldName="MediaServiceImageTags" ma:displayName="Image Tags" ma:readOnly="false" ma:fieldId="{5cf76f15-5ced-4ddc-b409-7134ff3c332f}" ma:taxonomyMulti="true" ma:sspId="53b64ef9-597b-4c99-8f75-8e42860b9f90" ma:termSetId="09814cd3-568e-fe90-9814-8d621ff8fb84" ma:anchorId="fba54fb3-c3e1-fe81-a776-ca4b69148c4d" ma:open="true" ma:isKeyword="false">
      <xsd:complexType>
        <xsd:sequence>
          <xsd:element ref="pc:Terms" minOccurs="0" maxOccurs="1"/>
        </xsd:sequence>
      </xsd:complexType>
    </xsd:element>
    <xsd:element name="MediaServiceAutoKeyPoints" ma:index="16" nillable="true" ma:displayName="MediaServiceAutoKeyPoints" ma:hidden="true" ma:internalName="MediaServiceAutoKeyPoints" ma:readOnly="true">
      <xsd:simpleType>
        <xsd:restriction base="dms:Note"/>
      </xsd:simpleType>
    </xsd:element>
    <xsd:element name="MediaServiceKeyPoints" ma:index="17" nillable="true" ma:displayName="KeyPoints" ma:internalName="MediaServiceKeyPoints" ma:readOnly="true">
      <xsd:simpleType>
        <xsd:restriction base="dms:Note">
          <xsd:maxLength value="255"/>
        </xsd:restriction>
      </xsd:simpleType>
    </xsd:element>
  </xsd:schema>
  <xsd:schema xmlns:xsd="http://www.w3.org/2001/XMLSchema" xmlns:xs="http://www.w3.org/2001/XMLSchema" xmlns:dms="http://schemas.microsoft.com/office/2006/documentManagement/types" xmlns:pc="http://schemas.microsoft.com/office/infopath/2007/PartnerControls" targetNamespace="0327e4cb-458d-4bcc-91c2-6b295fda8f37" elementFormDefault="qualified">
    <xsd:import namespace="http://schemas.microsoft.com/office/2006/documentManagement/types"/>
    <xsd:import namespace="http://schemas.microsoft.com/office/infopath/2007/PartnerControls"/>
    <xsd:element name="TaxCatchAll" ma:index="15" nillable="true" ma:displayName="Taxonomy Catch All Column" ma:hidden="true" ma:list="{d658e49a-7a2f-4051-9567-0c1652778040}" ma:internalName="TaxCatchAll" ma:showField="CatchAllData" ma:web="0327e4cb-458d-4bcc-91c2-6b295fda8f37">
      <xsd:complexType>
        <xsd:complexContent>
          <xsd:extension base="dms:MultiChoiceLookup">
            <xsd:sequence>
              <xsd:element name="Value" type="dms:Lookup" maxOccurs="unbounded" minOccurs="0" nillable="true"/>
            </xsd:sequence>
          </xsd:extension>
        </xsd:complexContent>
      </xsd:complexType>
    </xsd:element>
    <xsd:element name="SharedWithUsers" ma:index="18" nillable="true" ma:displayName="Shared With" ma:internalName="SharedWithUsers" ma:readOnly="true">
      <xsd:complexType>
        <xsd:complexContent>
          <xsd:extension base="dms:UserMulti">
            <xsd:sequence>
              <xsd:element name="UserInfo" minOccurs="0" maxOccurs="unbounded">
                <xsd:complexType>
                  <xsd:sequence>
                    <xsd:element name="DisplayName" type="xsd:string" minOccurs="0"/>
                    <xsd:element name="AccountId" type="dms:UserId" minOccurs="0" nillable="true"/>
                    <xsd:element name="AccountType" type="xsd:string" minOccurs="0"/>
                  </xsd:sequence>
                </xsd:complexType>
              </xsd:element>
            </xsd:sequence>
          </xsd:extension>
        </xsd:complexContent>
      </xsd:complexType>
    </xsd:element>
    <xsd:element name="SharedWithDetails" ma:index="19" nillable="true" ma:displayName="Shared With Details" ma:internalName="SharedWithDetails" ma:readOnly="true">
      <xsd:simpleType>
        <xsd:restriction base="dms:Note">
          <xsd:maxLength value="255"/>
        </xsd:restriction>
      </xsd:simple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Content Type"/>
        <xsd:element ref="dc:title" minOccurs="0" maxOccurs="1" ma:index="4"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2.xml><?xml version="1.0" encoding="utf-8"?>
<p:properties xmlns:p="http://schemas.microsoft.com/office/2006/metadata/properties" xmlns:xsi="http://www.w3.org/2001/XMLSchema-instance" xmlns:pc="http://schemas.microsoft.com/office/infopath/2007/PartnerControls">
  <documentManagement>
    <TaxCatchAll xmlns="0327e4cb-458d-4bcc-91c2-6b295fda8f37" xsi:nil="true"/>
    <lcf76f155ced4ddcb4097134ff3c332f xmlns="9eef95c9-828c-409c-a7e4-d6f8945e3a00">
      <Terms xmlns="http://schemas.microsoft.com/office/infopath/2007/PartnerControls"/>
    </lcf76f155ced4ddcb4097134ff3c332f>
  </documentManagement>
</p:properties>
</file>

<file path=customXml/item3.xml><?xml version="1.0" encoding="utf-8"?>
<?mso-contentType ?>
<FormTemplates xmlns="http://schemas.microsoft.com/sharepoint/v3/contenttype/forms">
  <Display>DocumentLibraryForm</Display>
  <Edit>DocumentLibraryForm</Edit>
  <New>DocumentLibraryForm</New>
</FormTemplates>
</file>

<file path=customXml/itemProps1.xml><?xml version="1.0" encoding="utf-8"?>
<ds:datastoreItem xmlns:ds="http://schemas.openxmlformats.org/officeDocument/2006/customXml" ds:itemID="{8C886F64-F113-46BE-A33F-50ABB800DEB5}">
  <ds:schemaRefs>
    <ds:schemaRef ds:uri="http://schemas.microsoft.com/office/2006/metadata/contentType"/>
    <ds:schemaRef ds:uri="http://schemas.microsoft.com/office/2006/metadata/properties/metaAttributes"/>
    <ds:schemaRef ds:uri="http://www.w3.org/2001/XMLSchema"/>
    <ds:schemaRef ds:uri="http://schemas.microsoft.com/office/2006/metadata/properties"/>
    <ds:schemaRef ds:uri="9eef95c9-828c-409c-a7e4-d6f8945e3a00"/>
    <ds:schemaRef ds:uri="0327e4cb-458d-4bcc-91c2-6b295fda8f37"/>
    <ds:schemaRef ds:uri="http://schemas.microsoft.com/office/2006/documentManagement/types"/>
    <ds:schemaRef ds:uri="http://schemas.microsoft.com/office/infopath/2007/PartnerControls"/>
    <ds:schemaRef ds:uri="http://schemas.openxmlformats.org/package/2006/metadata/core-properties"/>
    <ds:schemaRef ds:uri="http://purl.org/dc/elements/1.1/"/>
    <ds:schemaRef ds:uri="http://purl.org/dc/terms/"/>
    <ds:schemaRef ds:uri="http://schemas.microsoft.com/internal/obd"/>
  </ds:schemaRefs>
</ds:datastoreItem>
</file>

<file path=customXml/itemProps2.xml><?xml version="1.0" encoding="utf-8"?>
<ds:datastoreItem xmlns:ds="http://schemas.openxmlformats.org/officeDocument/2006/customXml" ds:itemID="{ACA45DFF-3C16-4CD8-B059-A92A7188AD25}">
  <ds:schemaRefs>
    <ds:schemaRef ds:uri="http://schemas.microsoft.com/office/2006/metadata/properties"/>
    <ds:schemaRef ds:uri="http://schemas.microsoft.com/office/infopath/2007/PartnerControls"/>
    <ds:schemaRef ds:uri="0327e4cb-458d-4bcc-91c2-6b295fda8f37"/>
    <ds:schemaRef ds:uri="9eef95c9-828c-409c-a7e4-d6f8945e3a00"/>
  </ds:schemaRefs>
</ds:datastoreItem>
</file>

<file path=customXml/itemProps3.xml><?xml version="1.0" encoding="utf-8"?>
<ds:datastoreItem xmlns:ds="http://schemas.openxmlformats.org/officeDocument/2006/customXml" ds:itemID="{AE9B471B-6CBE-4BDD-A192-CFF19B5B71BA}">
  <ds:schemaRefs>
    <ds:schemaRef ds:uri="http://schemas.microsoft.com/sharepoint/v3/contenttype/forms"/>
  </ds:schemaRefs>
</ds:datastoreItem>
</file>

<file path=docMetadata/LabelInfo.xml><?xml version="1.0" encoding="utf-8"?>
<clbl:labelList xmlns:clbl="http://schemas.microsoft.com/office/2020/mipLabelMetadata">
  <clbl:label id="{4970c7fe-5391-4388-8b1f-6eba3d8371e6}" enabled="1" method="Standard" siteId="{f15dd8d1-822a-4009-bdbf-57951d225a99}" removed="0"/>
</clbl:labelList>
</file>

<file path=docProps/app.xml><?xml version="1.0" encoding="utf-8"?>
<Properties xmlns="http://schemas.openxmlformats.org/officeDocument/2006/extended-properties" xmlns:vt="http://schemas.openxmlformats.org/officeDocument/2006/docPropsVTypes">
  <Template/>
  <TotalTime>943</TotalTime>
  <Words>2348</Words>
  <Application>Microsoft Office PowerPoint</Application>
  <PresentationFormat>Custom</PresentationFormat>
  <Paragraphs>368</Paragraphs>
  <Slides>27</Slides>
  <Notes>12</Notes>
  <HiddenSlides>0</HiddenSlides>
  <MMClips>0</MMClips>
  <ScaleCrop>false</ScaleCrop>
  <HeadingPairs>
    <vt:vector size="6" baseType="variant">
      <vt:variant>
        <vt:lpstr>Fonts Used</vt:lpstr>
      </vt:variant>
      <vt:variant>
        <vt:i4>8</vt:i4>
      </vt:variant>
      <vt:variant>
        <vt:lpstr>Theme</vt:lpstr>
      </vt:variant>
      <vt:variant>
        <vt:i4>1</vt:i4>
      </vt:variant>
      <vt:variant>
        <vt:lpstr>Slide Titles</vt:lpstr>
      </vt:variant>
      <vt:variant>
        <vt:i4>27</vt:i4>
      </vt:variant>
    </vt:vector>
  </HeadingPairs>
  <TitlesOfParts>
    <vt:vector size="36" baseType="lpstr">
      <vt:lpstr>Arial</vt:lpstr>
      <vt:lpstr>Calibri</vt:lpstr>
      <vt:lpstr>Calibri Light</vt:lpstr>
      <vt:lpstr>Consolas</vt:lpstr>
      <vt:lpstr>Courier New</vt:lpstr>
      <vt:lpstr>Segoe UI</vt:lpstr>
      <vt:lpstr>Times</vt:lpstr>
      <vt:lpstr>Times New Roman</vt:lpstr>
      <vt:lpstr>Office Theme</vt:lpstr>
      <vt:lpstr>Basic CRUD in SQL Server</vt:lpstr>
      <vt:lpstr>Table of Contents </vt:lpstr>
      <vt:lpstr>Query Basics</vt:lpstr>
      <vt:lpstr>PowerPoint Presentation</vt:lpstr>
      <vt:lpstr>PowerPoint Presentation</vt:lpstr>
      <vt:lpstr>Retrieving Data</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Writing Data in Tables</vt:lpstr>
      <vt:lpstr>PowerPoint Presentation</vt:lpstr>
      <vt:lpstr>PowerPoint Presentation</vt:lpstr>
      <vt:lpstr>PowerPoint Presentation</vt:lpstr>
      <vt:lpstr>Modifying Existing Records</vt:lpstr>
      <vt:lpstr>PowerPoint Presentation</vt:lpstr>
      <vt:lpstr>PowerPoint Presentation</vt:lpstr>
      <vt:lpstr>PowerPoint Presentation</vt:lpstr>
      <vt:lpstr>PowerPoint Presentation</vt:lpstr>
      <vt:lpstr>PowerPoint Presentation</vt:lpstr>
    </vt:vector>
  </TitlesOfParts>
  <Manager/>
  <Company>Neurond</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Basic CRUD in SQL Server</dc:title>
  <dc:creator>thanh.ho@orientsoftware.com</dc:creator>
  <cp:keywords/>
  <cp:lastModifiedBy>An Ly Minh</cp:lastModifiedBy>
  <cp:revision>101</cp:revision>
  <dcterms:created xsi:type="dcterms:W3CDTF">2014-01-02T17:00:34Z</dcterms:created>
  <dcterms:modified xsi:type="dcterms:W3CDTF">2025-05-06T21:24:00Z</dcterms:modified>
  <cp:category/>
  <cp:version/>
</cp:coreProperties>
</file>

<file path=docProps/custom.xml><?xml version="1.0" encoding="utf-8"?>
<Properties xmlns="http://schemas.openxmlformats.org/officeDocument/2006/custom-properties" xmlns:vt="http://schemas.openxmlformats.org/officeDocument/2006/docPropsVTypes">
  <property fmtid="{D5CDD505-2E9C-101B-9397-08002B2CF9AE}" pid="2" name="_TemplateID">
    <vt:lpwstr>TC027879909991</vt:lpwstr>
  </property>
  <property fmtid="{D5CDD505-2E9C-101B-9397-08002B2CF9AE}" pid="3" name="ContentTypeId">
    <vt:lpwstr>0x01010074B2D4C9A1D66B45AAC7DF823AC34687</vt:lpwstr>
  </property>
  <property fmtid="{D5CDD505-2E9C-101B-9397-08002B2CF9AE}" pid="4" name="MediaServiceImageTags">
    <vt:lpwstr/>
  </property>
  <property fmtid="{D5CDD505-2E9C-101B-9397-08002B2CF9AE}" pid="5" name="MSIP_Label_4970c7fe-5391-4388-8b1f-6eba3d8371e6_Enabled">
    <vt:lpwstr>true</vt:lpwstr>
  </property>
  <property fmtid="{D5CDD505-2E9C-101B-9397-08002B2CF9AE}" pid="6" name="MSIP_Label_4970c7fe-5391-4388-8b1f-6eba3d8371e6_SetDate">
    <vt:lpwstr>2022-07-18T04:26:09Z</vt:lpwstr>
  </property>
  <property fmtid="{D5CDD505-2E9C-101B-9397-08002B2CF9AE}" pid="7" name="MSIP_Label_4970c7fe-5391-4388-8b1f-6eba3d8371e6_Method">
    <vt:lpwstr>Standard</vt:lpwstr>
  </property>
  <property fmtid="{D5CDD505-2E9C-101B-9397-08002B2CF9AE}" pid="8" name="MSIP_Label_4970c7fe-5391-4388-8b1f-6eba3d8371e6_Name">
    <vt:lpwstr>Internal</vt:lpwstr>
  </property>
  <property fmtid="{D5CDD505-2E9C-101B-9397-08002B2CF9AE}" pid="9" name="MSIP_Label_4970c7fe-5391-4388-8b1f-6eba3d8371e6_SiteId">
    <vt:lpwstr>f15dd8d1-822a-4009-bdbf-57951d225a99</vt:lpwstr>
  </property>
  <property fmtid="{D5CDD505-2E9C-101B-9397-08002B2CF9AE}" pid="10" name="MSIP_Label_4970c7fe-5391-4388-8b1f-6eba3d8371e6_ActionId">
    <vt:lpwstr>7bb5acfe-cbc8-432f-9f61-78ca2120628b</vt:lpwstr>
  </property>
  <property fmtid="{D5CDD505-2E9C-101B-9397-08002B2CF9AE}" pid="11" name="MSIP_Label_4970c7fe-5391-4388-8b1f-6eba3d8371e6_ContentBits">
    <vt:lpwstr>0</vt:lpwstr>
  </property>
</Properties>
</file>